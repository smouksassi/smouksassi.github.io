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3" r:id="rId3"/>
    <p:sldId id="266" r:id="rId4"/>
    <p:sldId id="264" r:id="rId5"/>
    <p:sldId id="265" r:id="rId6"/>
    <p:sldId id="275" r:id="rId7"/>
    <p:sldId id="277" r:id="rId8"/>
    <p:sldId id="278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BEBE"/>
    <a:srgbClr val="73A0C6"/>
    <a:srgbClr val="A2C0D9"/>
    <a:srgbClr val="7F7F7F"/>
    <a:srgbClr val="FF0000"/>
    <a:srgbClr val="00000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209EF-6098-4C83-AA76-99CABB0EB567}" v="6" dt="2022-02-13T12:31:09.194"/>
    <p1510:client id="{CB773DE5-67C4-40BA-BAE6-D4998717D43E}" v="168" dt="2022-02-14T09:18:18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10" autoAdjust="0"/>
    <p:restoredTop sz="94660"/>
  </p:normalViewPr>
  <p:slideViewPr>
    <p:cSldViewPr snapToGrid="0">
      <p:cViewPr>
        <p:scale>
          <a:sx n="75" d="100"/>
          <a:sy n="75" d="100"/>
        </p:scale>
        <p:origin x="154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er Mouksassi" userId="c18f5e46-7090-425a-a75d-5998e99a8397" providerId="ADAL" clId="{CB773DE5-67C4-40BA-BAE6-D4998717D43E}"/>
    <pc:docChg chg="undo redo custSel addSld delSld modSld sldOrd">
      <pc:chgData name="Samer Mouksassi" userId="c18f5e46-7090-425a-a75d-5998e99a8397" providerId="ADAL" clId="{CB773DE5-67C4-40BA-BAE6-D4998717D43E}" dt="2022-02-14T09:19:01.137" v="1904"/>
      <pc:docMkLst>
        <pc:docMk/>
      </pc:docMkLst>
      <pc:sldChg chg="addSp delSp modSp add del mod">
        <pc:chgData name="Samer Mouksassi" userId="c18f5e46-7090-425a-a75d-5998e99a8397" providerId="ADAL" clId="{CB773DE5-67C4-40BA-BAE6-D4998717D43E}" dt="2022-02-13T15:05:49.909" v="138" actId="47"/>
        <pc:sldMkLst>
          <pc:docMk/>
          <pc:sldMk cId="0" sldId="257"/>
        </pc:sldMkLst>
        <pc:spChg chg="mod">
          <ac:chgData name="Samer Mouksassi" userId="c18f5e46-7090-425a-a75d-5998e99a8397" providerId="ADAL" clId="{CB773DE5-67C4-40BA-BAE6-D4998717D43E}" dt="2022-02-13T14:58:57.660" v="1" actId="6549"/>
          <ac:spMkLst>
            <pc:docMk/>
            <pc:sldMk cId="0" sldId="257"/>
            <ac:spMk id="32" creationId="{00000000-0000-0000-0000-000000000000}"/>
          </ac:spMkLst>
        </pc:spChg>
        <pc:spChg chg="del mod topLvl">
          <ac:chgData name="Samer Mouksassi" userId="c18f5e46-7090-425a-a75d-5998e99a8397" providerId="ADAL" clId="{CB773DE5-67C4-40BA-BAE6-D4998717D43E}" dt="2022-02-13T15:00:51.477" v="36" actId="478"/>
          <ac:spMkLst>
            <pc:docMk/>
            <pc:sldMk cId="0" sldId="257"/>
            <ac:spMk id="114" creationId="{554516CA-285B-4EC7-A4A4-4748FD037533}"/>
          </ac:spMkLst>
        </pc:spChg>
        <pc:spChg chg="del mod topLvl">
          <ac:chgData name="Samer Mouksassi" userId="c18f5e46-7090-425a-a75d-5998e99a8397" providerId="ADAL" clId="{CB773DE5-67C4-40BA-BAE6-D4998717D43E}" dt="2022-02-13T15:00:43.220" v="32" actId="478"/>
          <ac:spMkLst>
            <pc:docMk/>
            <pc:sldMk cId="0" sldId="257"/>
            <ac:spMk id="115" creationId="{5B0063FC-EAB2-4B24-B4A6-77F87E63BEC9}"/>
          </ac:spMkLst>
        </pc:spChg>
        <pc:spChg chg="del mod topLvl">
          <ac:chgData name="Samer Mouksassi" userId="c18f5e46-7090-425a-a75d-5998e99a8397" providerId="ADAL" clId="{CB773DE5-67C4-40BA-BAE6-D4998717D43E}" dt="2022-02-13T14:59:48.506" v="17" actId="478"/>
          <ac:spMkLst>
            <pc:docMk/>
            <pc:sldMk cId="0" sldId="257"/>
            <ac:spMk id="116" creationId="{A20436BA-D89B-41B0-99A5-CE62FF14EAB5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17" creationId="{C596D9EA-85A4-4B7E-9298-5D302929BE17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18" creationId="{80558096-E9C1-4ECE-87CA-C30473C48FD1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19" creationId="{31E932A1-6761-4F81-BDED-41A21336CECA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20" creationId="{FFF8BF18-D946-411F-B3CE-62ED20B3FE4F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21" creationId="{01D4B955-B45B-4B56-AEA8-8C4769F7702C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22" creationId="{864632F1-A23F-403E-8CCB-8FFBD63D4C68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23" creationId="{1DE05846-845D-4500-9906-17A2C6B8BAF8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24" creationId="{5DBEA468-B540-4197-9AF2-9031D503AF6D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25" creationId="{9AE8BF41-B531-4E7B-AA76-209E5F788FDB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26" creationId="{6E98495E-AA3C-4A64-9BFD-084232577BC3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27" creationId="{6A5D40B3-4F02-4E7A-B839-B1234DABBC2B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28" creationId="{5E969981-8751-417B-8EDF-ACF77A7CED6D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29" creationId="{788E9618-42B6-4AB5-96F2-5DB6FF41B3A5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30" creationId="{C5883EEA-0171-41F1-B532-A67059BE50B2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31" creationId="{6F67005D-49C1-44F6-B333-086327B5C2C1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32" creationId="{0746311C-3772-4241-85F9-ECC6B1668D17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33" creationId="{1B58C1FA-61C4-4B49-B859-6CDAC901B685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34" creationId="{B3F9A6F5-D548-42B6-B30D-3F5774F57175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35" creationId="{74F3D292-A7AC-4E49-BD9D-F2DBF0679C7E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36" creationId="{994D623E-2ED1-461F-ADCD-85EE2CF965EB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37" creationId="{94196C98-CE32-4133-814E-CB218BB5FA13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38" creationId="{17A1425E-9E64-4F23-B8E0-24DD1B1303E3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39" creationId="{3B2F6888-C3C8-447C-BE00-47814692BB3E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40" creationId="{27FF118C-BFA6-4D9D-A692-FF3188085288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41" creationId="{C7DC4309-2A99-44B1-89B0-7FB2B91A6BF9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42" creationId="{A837B3A2-FA7B-473A-A983-FE3FCF115B9A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43" creationId="{0D2047D8-9145-4B3E-80C4-636B4936C638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44" creationId="{F9B4B505-99AF-41D0-9FAE-84ADAACF5891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45" creationId="{F76FD3F8-E588-4629-B849-07F20555E990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46" creationId="{9765D027-84EF-48E7-AF5D-886189AC9D08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47" creationId="{234B65B9-171A-4945-A8FF-B1AB2E7C2B20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48" creationId="{2CC6B2F7-A9B1-47C2-9378-AD6828BACAB2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49" creationId="{736C59AC-9FF7-4599-B4FD-F696140F3DCF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50" creationId="{B91E94F7-D45B-4DB5-8E1E-38C71F1C6DEF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51" creationId="{F2DA7250-98C2-4C94-A8FF-E1A754CCC39A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52" creationId="{29335318-2DFD-4C21-9328-BC725D11409E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53" creationId="{214337EA-AF43-4D59-8696-CDC10FA097E6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54" creationId="{DB2AC0ED-2F22-4085-869C-DD2721AFC75D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55" creationId="{56812938-42DC-4037-B465-48CE00CF2970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56" creationId="{71CB3D9E-C8F0-47D8-B5E2-9588356B728D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57" creationId="{B1BE907A-1672-4D0A-B1BB-086E79D1731D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58" creationId="{83744E07-A804-42F6-ABC6-CFF7DD7CE9E6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59" creationId="{2396E65C-BE28-477B-915C-2B7BCAE4BC99}"/>
          </ac:spMkLst>
        </pc:spChg>
        <pc:spChg chg="mod topLvl">
          <ac:chgData name="Samer Mouksassi" userId="c18f5e46-7090-425a-a75d-5998e99a8397" providerId="ADAL" clId="{CB773DE5-67C4-40BA-BAE6-D4998717D43E}" dt="2022-02-13T15:00:04.268" v="19" actId="164"/>
          <ac:spMkLst>
            <pc:docMk/>
            <pc:sldMk cId="0" sldId="257"/>
            <ac:spMk id="160" creationId="{7E787386-4CF9-4102-B6B8-A1A5640CF962}"/>
          </ac:spMkLst>
        </pc:spChg>
        <pc:spChg chg="mod topLvl">
          <ac:chgData name="Samer Mouksassi" userId="c18f5e46-7090-425a-a75d-5998e99a8397" providerId="ADAL" clId="{CB773DE5-67C4-40BA-BAE6-D4998717D43E}" dt="2022-02-13T14:59:12.165" v="4" actId="165"/>
          <ac:spMkLst>
            <pc:docMk/>
            <pc:sldMk cId="0" sldId="257"/>
            <ac:spMk id="161" creationId="{ACF8010F-982B-40EF-87B2-C53793F0ABBD}"/>
          </ac:spMkLst>
        </pc:spChg>
        <pc:spChg chg="del mod topLvl">
          <ac:chgData name="Samer Mouksassi" userId="c18f5e46-7090-425a-a75d-5998e99a8397" providerId="ADAL" clId="{CB773DE5-67C4-40BA-BAE6-D4998717D43E}" dt="2022-02-13T14:59:42.790" v="14" actId="478"/>
          <ac:spMkLst>
            <pc:docMk/>
            <pc:sldMk cId="0" sldId="257"/>
            <ac:spMk id="162" creationId="{2D3147A7-73E1-43ED-AA21-0D5D68264B5A}"/>
          </ac:spMkLst>
        </pc:spChg>
        <pc:spChg chg="del mod topLvl">
          <ac:chgData name="Samer Mouksassi" userId="c18f5e46-7090-425a-a75d-5998e99a8397" providerId="ADAL" clId="{CB773DE5-67C4-40BA-BAE6-D4998717D43E}" dt="2022-02-13T14:59:45.712" v="15" actId="478"/>
          <ac:spMkLst>
            <pc:docMk/>
            <pc:sldMk cId="0" sldId="257"/>
            <ac:spMk id="163" creationId="{1FB82A36-98F9-4912-8238-0DF44EDCE2D4}"/>
          </ac:spMkLst>
        </pc:spChg>
        <pc:spChg chg="mod topLvl">
          <ac:chgData name="Samer Mouksassi" userId="c18f5e46-7090-425a-a75d-5998e99a8397" providerId="ADAL" clId="{CB773DE5-67C4-40BA-BAE6-D4998717D43E}" dt="2022-02-13T14:59:12.165" v="4" actId="165"/>
          <ac:spMkLst>
            <pc:docMk/>
            <pc:sldMk cId="0" sldId="257"/>
            <ac:spMk id="164" creationId="{25A638E9-6D8D-4AED-9B25-258EE4D5FC3F}"/>
          </ac:spMkLst>
        </pc:spChg>
        <pc:spChg chg="del mod topLvl">
          <ac:chgData name="Samer Mouksassi" userId="c18f5e46-7090-425a-a75d-5998e99a8397" providerId="ADAL" clId="{CB773DE5-67C4-40BA-BAE6-D4998717D43E}" dt="2022-02-13T15:01:50.992" v="58" actId="478"/>
          <ac:spMkLst>
            <pc:docMk/>
            <pc:sldMk cId="0" sldId="257"/>
            <ac:spMk id="165" creationId="{A92134A4-9914-47AA-8572-86332E25C4B8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66" creationId="{4CA67A5A-1492-48FE-9AFA-1483CD0E1AAF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67" creationId="{9B3F04BF-CD7F-4A8B-AEFA-AD152F2722B5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68" creationId="{8F8C9EDB-E8B5-47E0-8840-D18F11006EAD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69" creationId="{47407429-B696-4ABD-9C5E-9D351ECDA485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70" creationId="{C5A7816D-21FC-46F0-AE5A-DCE11B7FF442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71" creationId="{E71E9736-F761-4CED-BAC2-0D3985B973D0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72" creationId="{94133540-5E77-436A-BE9C-E6C8F07EA6F9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73" creationId="{42DF5FBB-9C1A-4FFA-BB7A-24440339336A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74" creationId="{16AF05AB-319D-47DD-9C43-B7B7C025FB43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75" creationId="{7E2F6B4C-D13B-41BC-964D-EFF0EB76A699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76" creationId="{AB5730AF-54E2-472D-AC42-0BED65E314DF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77" creationId="{8672B53E-1A24-4D9A-8F22-EDD04D7292BD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78" creationId="{D0108696-24E6-4BBA-8B8A-D1AFBD3301FE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79" creationId="{1E216EEF-22B7-4DF2-A779-824038609AB9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80" creationId="{E2DE10A5-303E-4307-AC11-2002CF8E5BFC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81" creationId="{636425EE-CF55-4DFC-A448-5B52049E688D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82" creationId="{69E07508-767E-4B55-9BF4-67246DE9989D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83" creationId="{37BC0397-59FB-4242-A33E-8BC5F31DEDB8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84" creationId="{A3B5359D-12BD-4B5B-A3C0-F25117154605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85" creationId="{119031D0-01BE-4597-ABCF-83A04C9E6B5A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86" creationId="{C26E6767-14CE-4302-B1CB-0F126F1C3EC6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87" creationId="{BB442FD1-24D3-44A1-8DE6-79BD8ECEEF79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88" creationId="{63F68077-EABE-4988-909B-626D4B10A041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89" creationId="{779B5264-8FA6-4BB4-94D5-DF9CC979EBC4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90" creationId="{0BECC686-1D0D-4AFC-868F-62F892CBC548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91" creationId="{77E3328E-09A4-4A3D-8B04-E71AE6BD24B9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92" creationId="{EFD6D8E2-7D80-4C3A-9678-9DB202CD0D82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93" creationId="{BFB9C2CD-3685-4476-93B1-D15E0E5FDED7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94" creationId="{A282F41A-896D-491F-8E5E-58BA060E5FC1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95" creationId="{6DAC8DC9-671E-49E2-9196-027DE3E09150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96" creationId="{5D8284D8-2D24-4C8A-951F-D0CBCC8BF716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97" creationId="{3AE51CD4-3673-4B30-8B01-0A26421337F5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98" creationId="{08DBE9FE-8223-4E7A-880B-BEED9409D0B6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199" creationId="{FBB7B15F-723F-4421-85AC-9C4EC4A1393F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00" creationId="{8260F87B-DBC2-43C3-9F8B-759CB57045F5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01" creationId="{C7C77222-2B10-4D00-8141-7346823BFE46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02" creationId="{F69C1C19-C033-40C0-ACE1-D641EF36A240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03" creationId="{428A764D-7D40-48EC-887A-334D3A0A1EE2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04" creationId="{63AA0A64-4D5F-4970-A6C3-1835ABFD1D58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05" creationId="{FD613123-A3D2-4C3C-9FFA-9009C3DB605E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06" creationId="{5E33CF40-045A-4119-961D-49D2959D1180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07" creationId="{353AC54D-A6E5-4183-8437-58CCC449A013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08" creationId="{8850CDB2-78F1-4EEF-9F9A-49BABBE4824A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09" creationId="{AF596BF7-6E2F-4B14-8A5B-F24BEC0233E9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10" creationId="{0465567F-B198-4103-AC2D-EB332BEABF28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11" creationId="{508D0D30-57D9-4104-95F5-09787159D3CC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12" creationId="{0F1F1721-A1D8-4CB6-B567-B87F80F4D7BC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13" creationId="{54200D7E-2A9A-429D-8FD5-5D2C59C2DA61}"/>
          </ac:spMkLst>
        </pc:spChg>
        <pc:spChg chg="mod topLvl">
          <ac:chgData name="Samer Mouksassi" userId="c18f5e46-7090-425a-a75d-5998e99a8397" providerId="ADAL" clId="{CB773DE5-67C4-40BA-BAE6-D4998717D43E}" dt="2022-02-13T14:59:12.165" v="4" actId="165"/>
          <ac:spMkLst>
            <pc:docMk/>
            <pc:sldMk cId="0" sldId="257"/>
            <ac:spMk id="214" creationId="{3FB41872-074A-4079-8FAB-D233B355E6E9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15" creationId="{54FE9476-68B3-4238-830C-8DB105CC89AC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16" creationId="{9262A9CB-3BBE-4E9B-B413-B05E7A179A7C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17" creationId="{B5849DC4-960F-4B53-948E-8A2BD15CEC6A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18" creationId="{72E1D581-BD70-48F3-8267-67C14C76036D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19" creationId="{196C30EA-F195-40E6-B29A-80A11C177C5E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20" creationId="{1569972B-F299-4EF7-A6AC-967A444BFD88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21" creationId="{1982C4B1-1B80-433A-B73C-7BA307DC7F0D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22" creationId="{5E4A3867-96C5-4ECC-AF0D-5D4D96954980}"/>
          </ac:spMkLst>
        </pc:spChg>
        <pc:spChg chg="del mod topLvl">
          <ac:chgData name="Samer Mouksassi" userId="c18f5e46-7090-425a-a75d-5998e99a8397" providerId="ADAL" clId="{CB773DE5-67C4-40BA-BAE6-D4998717D43E}" dt="2022-02-13T15:01:54.623" v="59" actId="21"/>
          <ac:spMkLst>
            <pc:docMk/>
            <pc:sldMk cId="0" sldId="257"/>
            <ac:spMk id="223" creationId="{548F72AB-C9AC-4F86-A52C-D5156939FE08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26" creationId="{B86330BE-3687-482C-97EF-036DCB88F5F0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27" creationId="{596C40BF-0A0A-469B-BD29-73700C21A2AE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28" creationId="{C793C308-BD5D-4037-961F-57EE1D0E77A0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29" creationId="{3138CFC1-5D08-4174-B28C-646F6037E90F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30" creationId="{61680D10-1F57-4ACB-BC74-576B8D833EDC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31" creationId="{5094297F-815A-431A-B485-C5F9B1A5DCB3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32" creationId="{0BF9BD1E-CB65-4152-BAD8-F50EA831A6E9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33" creationId="{EF372B59-A49A-43E1-8496-8C27F7FFD535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34" creationId="{885E14CB-A687-414B-BE3C-B20E2FC3660C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35" creationId="{1E5E5F0E-6F35-445E-843E-F6B8512EE969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36" creationId="{E7DBE0F6-E684-44E1-B39F-A9740E912D21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37" creationId="{809B867D-5F12-4DCF-B4CC-FBD9C51D3737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38" creationId="{6152714F-B81C-49C0-AF32-EE65491E2830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39" creationId="{024979BA-1B07-4109-B00F-8F9C39C7BF0B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40" creationId="{7E0DE5E5-A29B-43F2-918E-83A3835BABFF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41" creationId="{076931B8-6DEA-4B98-B833-5707A4F19898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42" creationId="{EE4851E4-6E00-43AD-B68F-93C1576A652A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43" creationId="{977FCC0A-F291-4A55-9D94-BAE930CA97A8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44" creationId="{6BE6E062-7746-422C-AAA1-2DFD95BA6029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45" creationId="{F23B0F9A-E833-4A88-B22E-A6FBCD591031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46" creationId="{731E1215-D1DC-4800-9C58-B769573FB3A3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47" creationId="{471120B4-B77A-4232-BE00-0569F340E7A9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48" creationId="{3DA46652-6774-47C9-9AB7-25AAC02EB34D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49" creationId="{3ED35086-8158-4144-B6B8-77BB62D03925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50" creationId="{711C26D1-A11B-4295-8845-0A7ABE4BC461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51" creationId="{0D67B7C0-4763-40B0-8FFC-78473C90ABE7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52" creationId="{3C508107-BB9F-438A-9952-D36F4B9303F4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53" creationId="{FB01339B-90BF-4927-91FD-FBE1EC327AEF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54" creationId="{E38AB917-1AF6-4938-9CAB-824101D22F8E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55" creationId="{A6B07ECE-1930-4AC2-BD33-5BE06BC7874E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56" creationId="{B69FDC06-7AD9-460A-8FC2-672862DFBC43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57" creationId="{B015F636-B9B7-4B9F-A492-97C38EC81D03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58" creationId="{5F241358-702B-400E-B1BE-FCB48FF36BB0}"/>
          </ac:spMkLst>
        </pc:spChg>
        <pc:spChg chg="mod topLvl">
          <ac:chgData name="Samer Mouksassi" userId="c18f5e46-7090-425a-a75d-5998e99a8397" providerId="ADAL" clId="{CB773DE5-67C4-40BA-BAE6-D4998717D43E}" dt="2022-02-13T15:00:59.780" v="38" actId="164"/>
          <ac:spMkLst>
            <pc:docMk/>
            <pc:sldMk cId="0" sldId="257"/>
            <ac:spMk id="259" creationId="{016DE4F3-73AF-45DA-AB63-D2B35B17EEE0}"/>
          </ac:spMkLst>
        </pc:spChg>
        <pc:spChg chg="del mod topLvl">
          <ac:chgData name="Samer Mouksassi" userId="c18f5e46-7090-425a-a75d-5998e99a8397" providerId="ADAL" clId="{CB773DE5-67C4-40BA-BAE6-D4998717D43E}" dt="2022-02-13T15:00:54.430" v="37" actId="478"/>
          <ac:spMkLst>
            <pc:docMk/>
            <pc:sldMk cId="0" sldId="257"/>
            <ac:spMk id="260" creationId="{CECC4DA0-D95E-46A3-B620-3FCFECF43470}"/>
          </ac:spMkLst>
        </pc:spChg>
        <pc:spChg chg="del mod topLvl">
          <ac:chgData name="Samer Mouksassi" userId="c18f5e46-7090-425a-a75d-5998e99a8397" providerId="ADAL" clId="{CB773DE5-67C4-40BA-BAE6-D4998717D43E}" dt="2022-02-13T15:00:54.430" v="37" actId="478"/>
          <ac:spMkLst>
            <pc:docMk/>
            <pc:sldMk cId="0" sldId="257"/>
            <ac:spMk id="261" creationId="{3AAD5838-9790-40B6-B1EA-B07602452ED1}"/>
          </ac:spMkLst>
        </pc:spChg>
        <pc:spChg chg="del mod topLvl">
          <ac:chgData name="Samer Mouksassi" userId="c18f5e46-7090-425a-a75d-5998e99a8397" providerId="ADAL" clId="{CB773DE5-67C4-40BA-BAE6-D4998717D43E}" dt="2022-02-13T15:00:54.430" v="37" actId="478"/>
          <ac:spMkLst>
            <pc:docMk/>
            <pc:sldMk cId="0" sldId="257"/>
            <ac:spMk id="262" creationId="{CC04C919-2227-4C04-83B3-41652BCF457C}"/>
          </ac:spMkLst>
        </pc:spChg>
        <pc:spChg chg="del mod topLvl">
          <ac:chgData name="Samer Mouksassi" userId="c18f5e46-7090-425a-a75d-5998e99a8397" providerId="ADAL" clId="{CB773DE5-67C4-40BA-BAE6-D4998717D43E}" dt="2022-02-13T15:00:54.430" v="37" actId="478"/>
          <ac:spMkLst>
            <pc:docMk/>
            <pc:sldMk cId="0" sldId="257"/>
            <ac:spMk id="263" creationId="{423B9547-DE72-4561-A11F-70E8A1D370EB}"/>
          </ac:spMkLst>
        </pc:spChg>
        <pc:spChg chg="del mod topLvl">
          <ac:chgData name="Samer Mouksassi" userId="c18f5e46-7090-425a-a75d-5998e99a8397" providerId="ADAL" clId="{CB773DE5-67C4-40BA-BAE6-D4998717D43E}" dt="2022-02-13T15:00:54.430" v="37" actId="478"/>
          <ac:spMkLst>
            <pc:docMk/>
            <pc:sldMk cId="0" sldId="257"/>
            <ac:spMk id="264" creationId="{A9076203-E48C-499D-80CA-B29EFC3204F5}"/>
          </ac:spMkLst>
        </pc:spChg>
        <pc:spChg chg="del mod topLvl">
          <ac:chgData name="Samer Mouksassi" userId="c18f5e46-7090-425a-a75d-5998e99a8397" providerId="ADAL" clId="{CB773DE5-67C4-40BA-BAE6-D4998717D43E}" dt="2022-02-13T15:00:54.430" v="37" actId="478"/>
          <ac:spMkLst>
            <pc:docMk/>
            <pc:sldMk cId="0" sldId="257"/>
            <ac:spMk id="265" creationId="{E4F59C0F-4290-4E41-A137-C3F0FC1095A2}"/>
          </ac:spMkLst>
        </pc:spChg>
        <pc:spChg chg="del mod topLvl">
          <ac:chgData name="Samer Mouksassi" userId="c18f5e46-7090-425a-a75d-5998e99a8397" providerId="ADAL" clId="{CB773DE5-67C4-40BA-BAE6-D4998717D43E}" dt="2022-02-13T15:00:54.430" v="37" actId="478"/>
          <ac:spMkLst>
            <pc:docMk/>
            <pc:sldMk cId="0" sldId="257"/>
            <ac:spMk id="266" creationId="{20672653-F0C9-4181-BA3F-2F41B6205AEC}"/>
          </ac:spMkLst>
        </pc:spChg>
        <pc:spChg chg="del mod topLvl">
          <ac:chgData name="Samer Mouksassi" userId="c18f5e46-7090-425a-a75d-5998e99a8397" providerId="ADAL" clId="{CB773DE5-67C4-40BA-BAE6-D4998717D43E}" dt="2022-02-13T15:00:54.430" v="37" actId="478"/>
          <ac:spMkLst>
            <pc:docMk/>
            <pc:sldMk cId="0" sldId="257"/>
            <ac:spMk id="267" creationId="{11EF91DF-6D9B-46AA-B091-5D5D52C631A5}"/>
          </ac:spMkLst>
        </pc:spChg>
        <pc:spChg chg="del mod topLvl">
          <ac:chgData name="Samer Mouksassi" userId="c18f5e46-7090-425a-a75d-5998e99a8397" providerId="ADAL" clId="{CB773DE5-67C4-40BA-BAE6-D4998717D43E}" dt="2022-02-13T15:00:54.430" v="37" actId="478"/>
          <ac:spMkLst>
            <pc:docMk/>
            <pc:sldMk cId="0" sldId="257"/>
            <ac:spMk id="268" creationId="{BDEE69B5-BCA8-4145-A570-1B23BFE28C57}"/>
          </ac:spMkLst>
        </pc:spChg>
        <pc:spChg chg="del mod topLvl">
          <ac:chgData name="Samer Mouksassi" userId="c18f5e46-7090-425a-a75d-5998e99a8397" providerId="ADAL" clId="{CB773DE5-67C4-40BA-BAE6-D4998717D43E}" dt="2022-02-13T15:00:54.430" v="37" actId="478"/>
          <ac:spMkLst>
            <pc:docMk/>
            <pc:sldMk cId="0" sldId="257"/>
            <ac:spMk id="269" creationId="{99BCA474-1707-4F4F-96D6-35FC4EF4D422}"/>
          </ac:spMkLst>
        </pc:spChg>
        <pc:grpChg chg="del">
          <ac:chgData name="Samer Mouksassi" userId="c18f5e46-7090-425a-a75d-5998e99a8397" providerId="ADAL" clId="{CB773DE5-67C4-40BA-BAE6-D4998717D43E}" dt="2022-02-13T14:59:00.059" v="2" actId="478"/>
          <ac:grpSpMkLst>
            <pc:docMk/>
            <pc:sldMk cId="0" sldId="257"/>
            <ac:grpSpMk id="2" creationId="{00000000-0000-0000-0000-000000000000}"/>
          </ac:grpSpMkLst>
        </pc:grpChg>
        <pc:grpChg chg="add del mod">
          <ac:chgData name="Samer Mouksassi" userId="c18f5e46-7090-425a-a75d-5998e99a8397" providerId="ADAL" clId="{CB773DE5-67C4-40BA-BAE6-D4998717D43E}" dt="2022-02-13T14:59:12.165" v="4" actId="165"/>
          <ac:grpSpMkLst>
            <pc:docMk/>
            <pc:sldMk cId="0" sldId="257"/>
            <ac:grpSpMk id="113" creationId="{457C2867-5758-4528-A9F1-4A1FE289F7C7}"/>
          </ac:grpSpMkLst>
        </pc:grpChg>
        <pc:grpChg chg="add del mod">
          <ac:chgData name="Samer Mouksassi" userId="c18f5e46-7090-425a-a75d-5998e99a8397" providerId="ADAL" clId="{CB773DE5-67C4-40BA-BAE6-D4998717D43E}" dt="2022-02-13T15:00:05.021" v="20" actId="21"/>
          <ac:grpSpMkLst>
            <pc:docMk/>
            <pc:sldMk cId="0" sldId="257"/>
            <ac:grpSpMk id="224" creationId="{F8C91C9A-8C3D-40F5-A063-CA24F572246D}"/>
          </ac:grpSpMkLst>
        </pc:grpChg>
        <pc:grpChg chg="add del mod">
          <ac:chgData name="Samer Mouksassi" userId="c18f5e46-7090-425a-a75d-5998e99a8397" providerId="ADAL" clId="{CB773DE5-67C4-40BA-BAE6-D4998717D43E}" dt="2022-02-13T15:00:48.640" v="33" actId="165"/>
          <ac:grpSpMkLst>
            <pc:docMk/>
            <pc:sldMk cId="0" sldId="257"/>
            <ac:grpSpMk id="225" creationId="{D4D2837B-5CA3-4E73-8D53-50BB0D48353B}"/>
          </ac:grpSpMkLst>
        </pc:grpChg>
        <pc:grpChg chg="add del mod">
          <ac:chgData name="Samer Mouksassi" userId="c18f5e46-7090-425a-a75d-5998e99a8397" providerId="ADAL" clId="{CB773DE5-67C4-40BA-BAE6-D4998717D43E}" dt="2022-02-13T15:01:00.369" v="39" actId="21"/>
          <ac:grpSpMkLst>
            <pc:docMk/>
            <pc:sldMk cId="0" sldId="257"/>
            <ac:grpSpMk id="270" creationId="{84697687-7BD7-46EE-ABEE-430600E90132}"/>
          </ac:grpSpMkLst>
        </pc:grpChg>
      </pc:sldChg>
      <pc:sldChg chg="addSp delSp modSp del mod">
        <pc:chgData name="Samer Mouksassi" userId="c18f5e46-7090-425a-a75d-5998e99a8397" providerId="ADAL" clId="{CB773DE5-67C4-40BA-BAE6-D4998717D43E}" dt="2022-02-13T18:20:45.234" v="752" actId="47"/>
        <pc:sldMkLst>
          <pc:docMk/>
          <pc:sldMk cId="1704967028" sldId="260"/>
        </pc:sldMkLst>
        <pc:spChg chg="add del">
          <ac:chgData name="Samer Mouksassi" userId="c18f5e46-7090-425a-a75d-5998e99a8397" providerId="ADAL" clId="{CB773DE5-67C4-40BA-BAE6-D4998717D43E}" dt="2022-02-13T18:19:06.534" v="736" actId="21"/>
          <ac:spMkLst>
            <pc:docMk/>
            <pc:sldMk cId="1704967028" sldId="260"/>
            <ac:spMk id="4" creationId="{19C3A6A4-1D8B-4DC4-96F7-B221B93DA406}"/>
          </ac:spMkLst>
        </pc:spChg>
        <pc:spChg chg="add del">
          <ac:chgData name="Samer Mouksassi" userId="c18f5e46-7090-425a-a75d-5998e99a8397" providerId="ADAL" clId="{CB773DE5-67C4-40BA-BAE6-D4998717D43E}" dt="2022-02-13T18:19:06.534" v="736" actId="21"/>
          <ac:spMkLst>
            <pc:docMk/>
            <pc:sldMk cId="1704967028" sldId="260"/>
            <ac:spMk id="52" creationId="{6D2CDB6D-B1F5-48F5-AB70-AAFD222FC4CA}"/>
          </ac:spMkLst>
        </pc:spChg>
        <pc:spChg chg="mod">
          <ac:chgData name="Samer Mouksassi" userId="c18f5e46-7090-425a-a75d-5998e99a8397" providerId="ADAL" clId="{CB773DE5-67C4-40BA-BAE6-D4998717D43E}" dt="2022-02-13T18:06:37.313" v="667" actId="20577"/>
          <ac:spMkLst>
            <pc:docMk/>
            <pc:sldMk cId="1704967028" sldId="260"/>
            <ac:spMk id="103" creationId="{4563B021-05FF-4618-BF10-DC741692D6DC}"/>
          </ac:spMkLst>
        </pc:spChg>
        <pc:spChg chg="del mod">
          <ac:chgData name="Samer Mouksassi" userId="c18f5e46-7090-425a-a75d-5998e99a8397" providerId="ADAL" clId="{CB773DE5-67C4-40BA-BAE6-D4998717D43E}" dt="2022-02-13T18:06:08.146" v="623" actId="478"/>
          <ac:spMkLst>
            <pc:docMk/>
            <pc:sldMk cId="1704967028" sldId="260"/>
            <ac:spMk id="104" creationId="{406115E5-82A5-4830-93B7-F52D3501B3A7}"/>
          </ac:spMkLst>
        </pc:spChg>
        <pc:spChg chg="del">
          <ac:chgData name="Samer Mouksassi" userId="c18f5e46-7090-425a-a75d-5998e99a8397" providerId="ADAL" clId="{CB773DE5-67C4-40BA-BAE6-D4998717D43E}" dt="2022-02-13T15:05:33.742" v="136" actId="478"/>
          <ac:spMkLst>
            <pc:docMk/>
            <pc:sldMk cId="1704967028" sldId="260"/>
            <ac:spMk id="105" creationId="{0691563D-B01B-4E0C-9197-9559921EA7FE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13" creationId="{6E537E83-55B2-406C-A42A-04E5F4ABB445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14" creationId="{80F8952D-CFA0-4AEC-B599-BEB82B2D58F2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15" creationId="{3A55738B-22D1-4A8A-8918-0A32E499CFD4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16" creationId="{1D77202E-24E0-4390-B7DB-3BE7B15D4C83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17" creationId="{B10A8073-15E6-4F0B-A4F0-E80019DC7BED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18" creationId="{BE7FFC08-3543-4F2E-B3FE-4DC138E81BAD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19" creationId="{BD0061FF-F124-401A-A336-B222D96E9746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20" creationId="{2B3F7216-B0CF-4576-A70C-CC396C12E2CF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21" creationId="{F1667F1B-E28D-4801-B4A1-F0A565007668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22" creationId="{C4C8ECA0-5E13-4142-88D4-F73FD3636610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23" creationId="{BD5D1EB2-01AD-4A59-AAAB-D036776AAEBD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24" creationId="{F46E5A5B-BCDD-4B98-93DA-AE139F7AB63A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25" creationId="{9E2E56F1-9785-4BFE-AA4E-F38496FEF2EC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26" creationId="{E15AB299-EE8E-46EF-91AE-414D0517AC9F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27" creationId="{D498A0F1-1441-4E6C-B9CB-04AD07A9A1F8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38" creationId="{9DFCF1A2-3C1F-4829-A7A0-EAA0A05EE646}"/>
          </ac:spMkLst>
        </pc:spChg>
        <pc:spChg chg="add del">
          <ac:chgData name="Samer Mouksassi" userId="c18f5e46-7090-425a-a75d-5998e99a8397" providerId="ADAL" clId="{CB773DE5-67C4-40BA-BAE6-D4998717D43E}" dt="2022-02-13T18:19:06.534" v="736" actId="21"/>
          <ac:spMkLst>
            <pc:docMk/>
            <pc:sldMk cId="1704967028" sldId="260"/>
            <ac:spMk id="140" creationId="{70979293-CA16-4F3F-B8F8-7379BFE42B6D}"/>
          </ac:spMkLst>
        </pc:spChg>
        <pc:spChg chg="add del">
          <ac:chgData name="Samer Mouksassi" userId="c18f5e46-7090-425a-a75d-5998e99a8397" providerId="ADAL" clId="{CB773DE5-67C4-40BA-BAE6-D4998717D43E}" dt="2022-02-13T18:19:06.534" v="736" actId="21"/>
          <ac:spMkLst>
            <pc:docMk/>
            <pc:sldMk cId="1704967028" sldId="260"/>
            <ac:spMk id="141" creationId="{2BD32C07-BF4F-4E19-B744-49AD1996DDB0}"/>
          </ac:spMkLst>
        </pc:spChg>
        <pc:spChg chg="add del">
          <ac:chgData name="Samer Mouksassi" userId="c18f5e46-7090-425a-a75d-5998e99a8397" providerId="ADAL" clId="{CB773DE5-67C4-40BA-BAE6-D4998717D43E}" dt="2022-02-13T18:19:06.534" v="736" actId="21"/>
          <ac:spMkLst>
            <pc:docMk/>
            <pc:sldMk cId="1704967028" sldId="260"/>
            <ac:spMk id="142" creationId="{11869F58-72A3-4015-BA32-59E2E6A1A358}"/>
          </ac:spMkLst>
        </pc:spChg>
        <pc:spChg chg="add del">
          <ac:chgData name="Samer Mouksassi" userId="c18f5e46-7090-425a-a75d-5998e99a8397" providerId="ADAL" clId="{CB773DE5-67C4-40BA-BAE6-D4998717D43E}" dt="2022-02-13T18:19:06.534" v="736" actId="21"/>
          <ac:spMkLst>
            <pc:docMk/>
            <pc:sldMk cId="1704967028" sldId="260"/>
            <ac:spMk id="143" creationId="{3B8507E6-E10D-4BAB-98D6-72663C97A408}"/>
          </ac:spMkLst>
        </pc:spChg>
        <pc:spChg chg="add del">
          <ac:chgData name="Samer Mouksassi" userId="c18f5e46-7090-425a-a75d-5998e99a8397" providerId="ADAL" clId="{CB773DE5-67C4-40BA-BAE6-D4998717D43E}" dt="2022-02-13T18:19:06.534" v="736" actId="21"/>
          <ac:spMkLst>
            <pc:docMk/>
            <pc:sldMk cId="1704967028" sldId="260"/>
            <ac:spMk id="144" creationId="{7F6AD8AE-4E93-4DE9-BAB7-C8129554B6A8}"/>
          </ac:spMkLst>
        </pc:spChg>
        <pc:spChg chg="add del mod">
          <ac:chgData name="Samer Mouksassi" userId="c18f5e46-7090-425a-a75d-5998e99a8397" providerId="ADAL" clId="{CB773DE5-67C4-40BA-BAE6-D4998717D43E}" dt="2022-02-13T18:19:06.534" v="736" actId="21"/>
          <ac:spMkLst>
            <pc:docMk/>
            <pc:sldMk cId="1704967028" sldId="260"/>
            <ac:spMk id="145" creationId="{A785CD50-4787-4788-A304-F34039486DBF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46" creationId="{2812EAE4-753A-42E9-98BB-E00F5632DB0E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47" creationId="{25E9321C-E529-4CC9-9B77-01785A51BAC6}"/>
          </ac:spMkLst>
        </pc:spChg>
        <pc:spChg chg="mod">
          <ac:chgData name="Samer Mouksassi" userId="c18f5e46-7090-425a-a75d-5998e99a8397" providerId="ADAL" clId="{CB773DE5-67C4-40BA-BAE6-D4998717D43E}" dt="2022-02-13T18:17:49.562" v="721" actId="113"/>
          <ac:spMkLst>
            <pc:docMk/>
            <pc:sldMk cId="1704967028" sldId="260"/>
            <ac:spMk id="148" creationId="{9A76C440-BA5D-4508-BDA4-F662FE4E8E50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49" creationId="{69B0776C-0913-4063-87F3-FC5716A15535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51" creationId="{7A5B052F-6031-4D1E-9847-0EFF11120D71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52" creationId="{4299D9F4-E0B4-4B0C-ADEA-98E60B106FDA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53" creationId="{594F7982-6A65-426D-B29C-4EC73B5A7422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54" creationId="{5725C2E6-6B9F-41F2-8B57-88E3F41AAD9C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55" creationId="{9FC1F372-AB89-40A0-BDE9-D956AEC095D7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56" creationId="{ACBCE81E-D48B-4685-9E26-F08B469482C9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57" creationId="{FB20EE03-2949-4505-8B0E-054151424843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58" creationId="{769E4DB6-E823-4B5D-BB10-B73226D02AF4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59" creationId="{870FBBBE-67BD-490B-9729-3B9ACB02E6A7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60" creationId="{241A7B62-4978-44E7-BE8B-93CEE1DA8EBD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61" creationId="{3A2883FB-1C16-4F84-AB52-E65C8C83B0C6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62" creationId="{C8C29F65-C195-4AC3-AD5B-BB2408C00EB4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63" creationId="{AD6A1196-8450-4B0D-9954-6FDF162D53DC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64" creationId="{952045C3-335D-4340-BE28-D7333552842B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65" creationId="{D2D81457-F2A9-4E18-BD8C-3223EC8DA1F1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66" creationId="{7C2A1470-5FCD-47E9-86CF-5BB84F7EDB5F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67" creationId="{8F2469D1-FA87-4E12-96DE-B88C87777206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68" creationId="{26E5A8CA-E5AA-42E4-9270-324B0767E839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69" creationId="{B7B27EB4-EB8F-4E50-B428-BCDC35DF7022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70" creationId="{EE44C7CC-8000-4BE9-B953-0B41F0B62BEA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71" creationId="{D132880C-CB11-4255-AE96-0C09D1C35E65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72" creationId="{1FB94EE7-6095-4045-8CDA-2003051FF7F3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73" creationId="{B8F1F7E2-6C50-4E74-87E6-99909560A3D9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74" creationId="{B1C4389B-74BA-4ECC-9F88-82B0C23124D8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75" creationId="{A3533C81-9427-409D-909D-587530AD43F5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76" creationId="{B5D08BDE-6674-4A20-B83E-52F7885B153D}"/>
          </ac:spMkLst>
        </pc:spChg>
        <pc:spChg chg="mod">
          <ac:chgData name="Samer Mouksassi" userId="c18f5e46-7090-425a-a75d-5998e99a8397" providerId="ADAL" clId="{CB773DE5-67C4-40BA-BAE6-D4998717D43E}" dt="2022-02-13T15:02:47.244" v="82"/>
          <ac:spMkLst>
            <pc:docMk/>
            <pc:sldMk cId="1704967028" sldId="260"/>
            <ac:spMk id="177" creationId="{636374BD-44E1-43CC-A7BA-4D53240EA6FF}"/>
          </ac:spMkLst>
        </pc:spChg>
        <pc:spChg chg="add mod">
          <ac:chgData name="Samer Mouksassi" userId="c18f5e46-7090-425a-a75d-5998e99a8397" providerId="ADAL" clId="{CB773DE5-67C4-40BA-BAE6-D4998717D43E}" dt="2022-02-13T15:05:34.107" v="137"/>
          <ac:spMkLst>
            <pc:docMk/>
            <pc:sldMk cId="1704967028" sldId="260"/>
            <ac:spMk id="178" creationId="{9DC7BECA-ACEE-473D-93BA-BAD950D0634A}"/>
          </ac:spMkLst>
        </pc:spChg>
        <pc:spChg chg="add mod">
          <ac:chgData name="Samer Mouksassi" userId="c18f5e46-7090-425a-a75d-5998e99a8397" providerId="ADAL" clId="{CB773DE5-67C4-40BA-BAE6-D4998717D43E}" dt="2022-02-13T18:06:26.435" v="666" actId="1038"/>
          <ac:spMkLst>
            <pc:docMk/>
            <pc:sldMk cId="1704967028" sldId="260"/>
            <ac:spMk id="179" creationId="{4E2B3A44-4DDD-49A0-8153-A292C04F806D}"/>
          </ac:spMkLst>
        </pc:spChg>
        <pc:spChg chg="del mod">
          <ac:chgData name="Samer Mouksassi" userId="c18f5e46-7090-425a-a75d-5998e99a8397" providerId="ADAL" clId="{CB773DE5-67C4-40BA-BAE6-D4998717D43E}" dt="2022-02-13T18:07:24.039" v="674" actId="478"/>
          <ac:spMkLst>
            <pc:docMk/>
            <pc:sldMk cId="1704967028" sldId="260"/>
            <ac:spMk id="181" creationId="{3827E12B-58F7-4003-896A-DEE01CA71C41}"/>
          </ac:spMkLst>
        </pc:spChg>
        <pc:spChg chg="mod">
          <ac:chgData name="Samer Mouksassi" userId="c18f5e46-7090-425a-a75d-5998e99a8397" providerId="ADAL" clId="{CB773DE5-67C4-40BA-BAE6-D4998717D43E}" dt="2022-02-13T18:07:14.484" v="671"/>
          <ac:spMkLst>
            <pc:docMk/>
            <pc:sldMk cId="1704967028" sldId="260"/>
            <ac:spMk id="182" creationId="{0C024379-7196-46DC-B111-7C7787C50AA5}"/>
          </ac:spMkLst>
        </pc:spChg>
        <pc:spChg chg="mod">
          <ac:chgData name="Samer Mouksassi" userId="c18f5e46-7090-425a-a75d-5998e99a8397" providerId="ADAL" clId="{CB773DE5-67C4-40BA-BAE6-D4998717D43E}" dt="2022-02-13T18:07:14.484" v="671"/>
          <ac:spMkLst>
            <pc:docMk/>
            <pc:sldMk cId="1704967028" sldId="260"/>
            <ac:spMk id="183" creationId="{B2547B88-87CD-4403-90AE-A6F187BF3302}"/>
          </ac:spMkLst>
        </pc:spChg>
        <pc:spChg chg="mod">
          <ac:chgData name="Samer Mouksassi" userId="c18f5e46-7090-425a-a75d-5998e99a8397" providerId="ADAL" clId="{CB773DE5-67C4-40BA-BAE6-D4998717D43E}" dt="2022-02-13T18:07:27.443" v="676"/>
          <ac:spMkLst>
            <pc:docMk/>
            <pc:sldMk cId="1704967028" sldId="260"/>
            <ac:spMk id="185" creationId="{78E9EF32-2812-4AE2-A8BF-AAD9E8E638B7}"/>
          </ac:spMkLst>
        </pc:spChg>
        <pc:spChg chg="mod">
          <ac:chgData name="Samer Mouksassi" userId="c18f5e46-7090-425a-a75d-5998e99a8397" providerId="ADAL" clId="{CB773DE5-67C4-40BA-BAE6-D4998717D43E}" dt="2022-02-13T18:07:27.443" v="676"/>
          <ac:spMkLst>
            <pc:docMk/>
            <pc:sldMk cId="1704967028" sldId="260"/>
            <ac:spMk id="186" creationId="{81D65B49-2ACC-4D11-B863-0DC8CF2E0726}"/>
          </ac:spMkLst>
        </pc:spChg>
        <pc:spChg chg="mod">
          <ac:chgData name="Samer Mouksassi" userId="c18f5e46-7090-425a-a75d-5998e99a8397" providerId="ADAL" clId="{CB773DE5-67C4-40BA-BAE6-D4998717D43E}" dt="2022-02-13T18:07:27.443" v="676"/>
          <ac:spMkLst>
            <pc:docMk/>
            <pc:sldMk cId="1704967028" sldId="260"/>
            <ac:spMk id="187" creationId="{2E63CF5F-8F0B-4ADC-A696-E518D00FD9F0}"/>
          </ac:spMkLst>
        </pc:spChg>
        <pc:grpChg chg="add del mod">
          <ac:chgData name="Samer Mouksassi" userId="c18f5e46-7090-425a-a75d-5998e99a8397" providerId="ADAL" clId="{CB773DE5-67C4-40BA-BAE6-D4998717D43E}" dt="2022-02-13T15:02:58.903" v="85" actId="21"/>
          <ac:grpSpMkLst>
            <pc:docMk/>
            <pc:sldMk cId="1704967028" sldId="260"/>
            <ac:grpSpMk id="112" creationId="{C5338E03-25BE-49AE-A4BF-28890D1EAA05}"/>
          </ac:grpSpMkLst>
        </pc:grpChg>
        <pc:grpChg chg="del mod">
          <ac:chgData name="Samer Mouksassi" userId="c18f5e46-7090-425a-a75d-5998e99a8397" providerId="ADAL" clId="{CB773DE5-67C4-40BA-BAE6-D4998717D43E}" dt="2022-02-13T18:07:13.477" v="670" actId="21"/>
          <ac:grpSpMkLst>
            <pc:docMk/>
            <pc:sldMk cId="1704967028" sldId="260"/>
            <ac:grpSpMk id="137" creationId="{F4CBFC22-949F-47F6-BE24-0F05136E761F}"/>
          </ac:grpSpMkLst>
        </pc:grpChg>
        <pc:grpChg chg="add del mod">
          <ac:chgData name="Samer Mouksassi" userId="c18f5e46-7090-425a-a75d-5998e99a8397" providerId="ADAL" clId="{CB773DE5-67C4-40BA-BAE6-D4998717D43E}" dt="2022-02-13T18:07:27.077" v="675" actId="478"/>
          <ac:grpSpMkLst>
            <pc:docMk/>
            <pc:sldMk cId="1704967028" sldId="260"/>
            <ac:grpSpMk id="180" creationId="{52591C42-9B3D-436C-AA82-54890051F9AA}"/>
          </ac:grpSpMkLst>
        </pc:grpChg>
        <pc:grpChg chg="add del mod">
          <ac:chgData name="Samer Mouksassi" userId="c18f5e46-7090-425a-a75d-5998e99a8397" providerId="ADAL" clId="{CB773DE5-67C4-40BA-BAE6-D4998717D43E}" dt="2022-02-13T18:16:15.260" v="707" actId="21"/>
          <ac:grpSpMkLst>
            <pc:docMk/>
            <pc:sldMk cId="1704967028" sldId="260"/>
            <ac:grpSpMk id="184" creationId="{E543A0F1-1E73-412D-8B31-8BB9E959CB13}"/>
          </ac:grpSpMkLst>
        </pc:grpChg>
      </pc:sldChg>
      <pc:sldChg chg="addSp delSp modSp add del mod">
        <pc:chgData name="Samer Mouksassi" userId="c18f5e46-7090-425a-a75d-5998e99a8397" providerId="ADAL" clId="{CB773DE5-67C4-40BA-BAE6-D4998717D43E}" dt="2022-02-13T18:26:10.036" v="827" actId="47"/>
        <pc:sldMkLst>
          <pc:docMk/>
          <pc:sldMk cId="2768754147" sldId="261"/>
        </pc:sldMkLst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3" creationId="{C6FC106F-8BCD-4EDB-AEFE-58BD3E6B9EAE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4" creationId="{19C3A6A4-1D8B-4DC4-96F7-B221B93DA406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5" creationId="{051F5BC8-CE74-4A91-BACB-A92C9FCC3E9A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6" creationId="{2D0B82D2-D656-4EBE-B414-038078FB5F76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7" creationId="{885D497F-874F-4765-95CD-E0ECF65CB994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8" creationId="{C647A66D-42CC-479F-BABD-0FB07CA971F4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9" creationId="{66B38398-162E-4799-B341-B8BAFF99D9EE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10" creationId="{E3614F8A-8FBA-4208-B686-67AC9A029543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11" creationId="{FD879D22-2EBF-43A4-9F69-19676FDAC9F9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12" creationId="{2DE50675-0F0F-4F68-BED6-B7E050097F93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13" creationId="{2C8B2BC8-4A1F-4592-A77A-60508853CFDA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14" creationId="{959A3A98-2F87-415C-BD59-20A6FB23A9D1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15" creationId="{D292BBF3-0219-4D14-910B-F3180DBE7D8B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16" creationId="{5BD60710-BDFA-42B0-B634-07A9E2EB415C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17" creationId="{2903C808-83E1-4A1D-8157-6B3FA092262E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18" creationId="{5C88ABFC-EA50-42BA-B752-11D1D5962399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19" creationId="{B158C627-3D46-404F-9973-39E53A34C167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20" creationId="{0923E81F-03E3-4AAA-9109-6AA92A99C9B4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21" creationId="{3A173FA7-5D6D-4520-811E-50AC11CF9B4F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22" creationId="{8D6ADA67-4592-48B9-A5AD-1023332426D6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23" creationId="{BF45E013-34DB-443D-B57F-0AF900328366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24" creationId="{5E000D90-9207-434B-86CA-2F4D674D0448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25" creationId="{E22CDABF-65ED-478F-BF0A-31F8F6D945A3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26" creationId="{A8314D28-9947-4584-9491-7109D0797D47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27" creationId="{1F06C4FA-DBAC-4199-B859-8DF3166DABFF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28" creationId="{6A81F114-0EE7-4AE8-B62D-7B9724F6AFA2}"/>
          </ac:spMkLst>
        </pc:spChg>
        <pc:spChg chg="add mod">
          <ac:chgData name="Samer Mouksassi" userId="c18f5e46-7090-425a-a75d-5998e99a8397" providerId="ADAL" clId="{CB773DE5-67C4-40BA-BAE6-D4998717D43E}" dt="2022-02-13T15:10:58.126" v="255" actId="20577"/>
          <ac:spMkLst>
            <pc:docMk/>
            <pc:sldMk cId="2768754147" sldId="261"/>
            <ac:spMk id="29" creationId="{C8489B1D-273F-44E1-B140-AE1D83B00471}"/>
          </ac:spMkLst>
        </pc:spChg>
        <pc:spChg chg="add del mod">
          <ac:chgData name="Samer Mouksassi" userId="c18f5e46-7090-425a-a75d-5998e99a8397" providerId="ADAL" clId="{CB773DE5-67C4-40BA-BAE6-D4998717D43E}" dt="2022-02-13T15:13:42.575" v="382" actId="478"/>
          <ac:spMkLst>
            <pc:docMk/>
            <pc:sldMk cId="2768754147" sldId="261"/>
            <ac:spMk id="30" creationId="{0B921609-C32A-4EFA-9E3F-2A0B6FDA1E9C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31" creationId="{17051AD9-1E41-4346-9A1E-664BAD9DAAB9}"/>
          </ac:spMkLst>
        </pc:spChg>
        <pc:spChg chg="del mod">
          <ac:chgData name="Samer Mouksassi" userId="c18f5e46-7090-425a-a75d-5998e99a8397" providerId="ADAL" clId="{CB773DE5-67C4-40BA-BAE6-D4998717D43E}" dt="2022-02-13T15:00:17.976" v="24" actId="478"/>
          <ac:spMkLst>
            <pc:docMk/>
            <pc:sldMk cId="2768754147" sldId="261"/>
            <ac:spMk id="32" creationId="{C1F6D899-8A96-4D3F-AAED-8D5A1D736BFF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33" creationId="{3B12C1D6-F002-4431-9CDE-E34C4BB277E8}"/>
          </ac:spMkLst>
        </pc:spChg>
        <pc:spChg chg="del mod">
          <ac:chgData name="Samer Mouksassi" userId="c18f5e46-7090-425a-a75d-5998e99a8397" providerId="ADAL" clId="{CB773DE5-67C4-40BA-BAE6-D4998717D43E}" dt="2022-02-13T15:00:22.994" v="26" actId="478"/>
          <ac:spMkLst>
            <pc:docMk/>
            <pc:sldMk cId="2768754147" sldId="261"/>
            <ac:spMk id="34" creationId="{23BBCA58-1426-45A7-B345-E75A56069359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35" creationId="{A8A9314F-5BEB-47A7-AD8F-A06182DA1A95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36" creationId="{59D0C9C9-EC7B-4861-ACD6-78829D9BD51A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37" creationId="{B1065A96-7AC6-4BC6-9432-B4800087EACA}"/>
          </ac:spMkLst>
        </pc:spChg>
        <pc:spChg chg="add mod">
          <ac:chgData name="Samer Mouksassi" userId="c18f5e46-7090-425a-a75d-5998e99a8397" providerId="ADAL" clId="{CB773DE5-67C4-40BA-BAE6-D4998717D43E}" dt="2022-02-13T15:16:44.596" v="488" actId="692"/>
          <ac:spMkLst>
            <pc:docMk/>
            <pc:sldMk cId="2768754147" sldId="261"/>
            <ac:spMk id="38" creationId="{215FB60D-C286-448A-B878-ADFB5E15BC75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50" creationId="{B95C2FD6-6C24-48CD-8D7F-574718FABAC8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51" creationId="{2B3704E6-5475-43E5-9F1B-92E97B7A4579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52" creationId="{6D2CDB6D-B1F5-48F5-AB70-AAFD222FC4CA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53" creationId="{84A6A380-F1FA-45F7-8656-9C85B8A68852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54" creationId="{A33B6F56-DB88-475A-8AD8-C8D1F1FFE439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55" creationId="{8A29268C-095A-4B28-B2CA-A1F11506E97B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56" creationId="{2DD698D8-08DA-442F-8226-983725E6CA13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57" creationId="{0CCF3935-4DE4-4122-9154-34D188956EEF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58" creationId="{89FE638F-0C76-4F14-8B16-6688D36467F3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59" creationId="{5A785925-1B36-4E46-BCFE-3072E6A1FB56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60" creationId="{7E257DF3-D4EC-461E-A1B3-156956C26782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61" creationId="{1FD74D0B-9127-41CF-B3AB-E3E1F0BF784B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62" creationId="{40C8358F-46FD-4AD6-A8E9-914D96C7EFE8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63" creationId="{29EEF937-543F-4171-BACA-61FE90F83914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64" creationId="{C8BB1F8F-13EC-4D61-AABE-56861F0F22E0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65" creationId="{F26F0E8D-FBE2-4317-B60A-DDD3B04B497F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66" creationId="{33B8EA28-5ADE-4DBC-93EE-58C3CB891872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67" creationId="{91B84253-43E5-4376-91B6-B92A7A136D70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68" creationId="{929BE48B-FBF2-4844-AB84-C7A5A6FDD9D8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69" creationId="{B8F45E53-D168-47A9-851B-32E6EA586D12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70" creationId="{FE6228E8-39E9-4780-A847-34C8D3796C43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71" creationId="{30D23084-E63A-4E8A-9B85-D2B35AD541AD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72" creationId="{53543DAE-03E1-409B-B255-CDFF96CD7FFC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73" creationId="{5BCB96A7-1400-441E-B7D8-001F694F04C9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74" creationId="{D45BA1CC-2893-4279-9611-677C89A8108F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77" creationId="{1148622A-C7C3-4213-AC93-7E12860B56A3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78" creationId="{3A129251-C418-4DDC-A04F-FE374D844438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79" creationId="{75AE32E7-1426-4729-AF00-6E4D4C50D973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80" creationId="{37EADCE5-3649-4C89-9419-654DDA893E61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81" creationId="{3B71E237-9669-465E-AD7D-C0BFC69E1B91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82" creationId="{D54BC1D2-9FBD-4F38-9D71-CD8544572ED9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83" creationId="{82C64BBA-4F5A-452A-AAE9-DD65F7A61F92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84" creationId="{E0877EE0-97C1-43D9-A809-A06C8F94F9F2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85" creationId="{486B4A2F-7A3E-448D-818E-E29D1D3486FC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86" creationId="{443DED00-6CEE-4729-A056-47FAA963CE76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87" creationId="{C083638F-0331-4CE0-A811-28154E8F3FAB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88" creationId="{8E9665B5-AB27-49A3-86FA-8F21DF9A6808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89" creationId="{99550BD9-C499-4115-B02E-4E0E0DD2CF53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90" creationId="{C70E6F05-E750-428B-8617-6C026A606FC2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91" creationId="{F439735A-1B62-4CC3-A37C-435F71659D4C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92" creationId="{FB63148F-E677-4A62-A1D3-B537D5CABB88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93" creationId="{A7EBCF8E-EA20-4F9A-9FFD-78DE1CFA5BF3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94" creationId="{4AAF62AF-A981-4A9C-9F86-65B51EDC1628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95" creationId="{7C8AFF34-C60E-41A6-BBDD-55E7366EFCBE}"/>
          </ac:spMkLst>
        </pc:spChg>
        <pc:spChg chg="mod">
          <ac:chgData name="Samer Mouksassi" userId="c18f5e46-7090-425a-a75d-5998e99a8397" providerId="ADAL" clId="{CB773DE5-67C4-40BA-BAE6-D4998717D43E}" dt="2022-02-13T18:05:32.009" v="616" actId="20577"/>
          <ac:spMkLst>
            <pc:docMk/>
            <pc:sldMk cId="2768754147" sldId="261"/>
            <ac:spMk id="104" creationId="{406115E5-82A5-4830-93B7-F52D3501B3A7}"/>
          </ac:spMkLst>
        </pc:spChg>
        <pc:spChg chg="mod">
          <ac:chgData name="Samer Mouksassi" userId="c18f5e46-7090-425a-a75d-5998e99a8397" providerId="ADAL" clId="{CB773DE5-67C4-40BA-BAE6-D4998717D43E}" dt="2022-02-13T15:05:00.853" v="133" actId="1076"/>
          <ac:spMkLst>
            <pc:docMk/>
            <pc:sldMk cId="2768754147" sldId="261"/>
            <ac:spMk id="105" creationId="{0691563D-B01B-4E0C-9197-9559921EA7FE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108" creationId="{6FD9CA26-2853-408F-B4DD-FE6396878C82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109" creationId="{7F6D257E-0381-4C3D-A47E-0FA9066FC7C1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110" creationId="{F101A44B-2886-46BA-9E1D-441575FC0263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111" creationId="{8FAEFE5C-AC2C-4CB6-B519-B1F515A517CF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13" creationId="{31A75883-87BC-4249-95A7-AD5034645D58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14" creationId="{A743B9FC-169B-4A65-8EA8-1CB735867458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15" creationId="{BCB76786-FB2E-4817-A718-1C5FA376C68B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16" creationId="{4E6DB3A4-DE2F-464A-8410-EDF91D54422D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17" creationId="{9B99559F-6F3D-4C56-811E-A572CE3D5A91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18" creationId="{A771704C-B942-4CFC-88FA-67F848CB8301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19" creationId="{3B34F11A-1FE0-4D67-9FF5-B3C01C617C9D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20" creationId="{32E3F040-FDD1-460C-BC72-1DC55906F525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21" creationId="{AABEA4AB-C98E-452F-A4BE-D64AECC5A9E2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22" creationId="{47F80C29-921B-46FC-AFB8-EDDE41731624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23" creationId="{44E28EFF-61C9-42A4-9553-56175C1A0A32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24" creationId="{A1A6F0EC-D4C4-4F95-B734-0C90644A1A56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25" creationId="{D24E853B-2259-4161-98BA-0AAB358FE50D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26" creationId="{42E059A2-F6B3-47BD-BBD7-AF499B2AC3A6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27" creationId="{A545108F-DFD4-4A62-B6A6-5E4CD8BD777C}"/>
          </ac:spMkLst>
        </pc:spChg>
        <pc:spChg chg="mod">
          <ac:chgData name="Samer Mouksassi" userId="c18f5e46-7090-425a-a75d-5998e99a8397" providerId="ADAL" clId="{CB773DE5-67C4-40BA-BAE6-D4998717D43E}" dt="2022-02-13T15:01:12.541" v="50" actId="20577"/>
          <ac:spMkLst>
            <pc:docMk/>
            <pc:sldMk cId="2768754147" sldId="261"/>
            <ac:spMk id="128" creationId="{F3A5E646-4258-4E28-8B26-99CB9428ACE8}"/>
          </ac:spMkLst>
        </pc:spChg>
        <pc:spChg chg="mod">
          <ac:chgData name="Samer Mouksassi" userId="c18f5e46-7090-425a-a75d-5998e99a8397" providerId="ADAL" clId="{CB773DE5-67C4-40BA-BAE6-D4998717D43E}" dt="2022-02-13T15:01:08.894" v="47" actId="20577"/>
          <ac:spMkLst>
            <pc:docMk/>
            <pc:sldMk cId="2768754147" sldId="261"/>
            <ac:spMk id="135" creationId="{16F3B6BA-E6FD-4A24-9C45-13B6D1F2022B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38" creationId="{D16B5174-33C4-4255-82DC-7E332EA02720}"/>
          </ac:spMkLst>
        </pc:spChg>
        <pc:spChg chg="del">
          <ac:chgData name="Samer Mouksassi" userId="c18f5e46-7090-425a-a75d-5998e99a8397" providerId="ADAL" clId="{CB773DE5-67C4-40BA-BAE6-D4998717D43E}" dt="2022-02-13T14:59:55.072" v="18" actId="478"/>
          <ac:spMkLst>
            <pc:docMk/>
            <pc:sldMk cId="2768754147" sldId="261"/>
            <ac:spMk id="139" creationId="{688876E6-2C3C-4912-A65E-9629D4AD1A9C}"/>
          </ac:spMkLst>
        </pc:spChg>
        <pc:spChg chg="del">
          <ac:chgData name="Samer Mouksassi" userId="c18f5e46-7090-425a-a75d-5998e99a8397" providerId="ADAL" clId="{CB773DE5-67C4-40BA-BAE6-D4998717D43E}" dt="2022-02-13T15:01:43.567" v="55" actId="478"/>
          <ac:spMkLst>
            <pc:docMk/>
            <pc:sldMk cId="2768754147" sldId="261"/>
            <ac:spMk id="140" creationId="{70979293-CA16-4F3F-B8F8-7379BFE42B6D}"/>
          </ac:spMkLst>
        </pc:spChg>
        <pc:spChg chg="del">
          <ac:chgData name="Samer Mouksassi" userId="c18f5e46-7090-425a-a75d-5998e99a8397" providerId="ADAL" clId="{CB773DE5-67C4-40BA-BAE6-D4998717D43E}" dt="2022-02-13T15:01:25.208" v="51" actId="478"/>
          <ac:spMkLst>
            <pc:docMk/>
            <pc:sldMk cId="2768754147" sldId="261"/>
            <ac:spMk id="141" creationId="{2BD32C07-BF4F-4E19-B744-49AD1996DDB0}"/>
          </ac:spMkLst>
        </pc:spChg>
        <pc:spChg chg="del">
          <ac:chgData name="Samer Mouksassi" userId="c18f5e46-7090-425a-a75d-5998e99a8397" providerId="ADAL" clId="{CB773DE5-67C4-40BA-BAE6-D4998717D43E}" dt="2022-02-13T15:01:45.769" v="56" actId="478"/>
          <ac:spMkLst>
            <pc:docMk/>
            <pc:sldMk cId="2768754147" sldId="261"/>
            <ac:spMk id="142" creationId="{11869F58-72A3-4015-BA32-59E2E6A1A358}"/>
          </ac:spMkLst>
        </pc:spChg>
        <pc:spChg chg="del">
          <ac:chgData name="Samer Mouksassi" userId="c18f5e46-7090-425a-a75d-5998e99a8397" providerId="ADAL" clId="{CB773DE5-67C4-40BA-BAE6-D4998717D43E}" dt="2022-02-13T15:01:43.567" v="55" actId="478"/>
          <ac:spMkLst>
            <pc:docMk/>
            <pc:sldMk cId="2768754147" sldId="261"/>
            <ac:spMk id="143" creationId="{3B8507E6-E10D-4BAB-98D6-72663C97A408}"/>
          </ac:spMkLst>
        </pc:spChg>
        <pc:spChg chg="del">
          <ac:chgData name="Samer Mouksassi" userId="c18f5e46-7090-425a-a75d-5998e99a8397" providerId="ADAL" clId="{CB773DE5-67C4-40BA-BAE6-D4998717D43E}" dt="2022-02-13T15:01:43.567" v="55" actId="478"/>
          <ac:spMkLst>
            <pc:docMk/>
            <pc:sldMk cId="2768754147" sldId="261"/>
            <ac:spMk id="144" creationId="{7F6AD8AE-4E93-4DE9-BAB7-C8129554B6A8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145" creationId="{A785CD50-4787-4788-A304-F34039486DBF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46" creationId="{C921C550-412B-402C-B3BC-B5996525881B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47" creationId="{E9136BA6-5F42-41F1-BBE2-BE0ABD754CC8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148" creationId="{9A76C440-BA5D-4508-BDA4-F662FE4E8E50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49" creationId="{9EB0EFB4-5C88-4C8C-BD59-8B5DE7C2AA65}"/>
          </ac:spMkLst>
        </pc:spChg>
        <pc:spChg chg="del">
          <ac:chgData name="Samer Mouksassi" userId="c18f5e46-7090-425a-a75d-5998e99a8397" providerId="ADAL" clId="{CB773DE5-67C4-40BA-BAE6-D4998717D43E}" dt="2022-02-13T15:01:41.050" v="54" actId="478"/>
          <ac:spMkLst>
            <pc:docMk/>
            <pc:sldMk cId="2768754147" sldId="261"/>
            <ac:spMk id="150" creationId="{CE3316F8-614F-45AC-A482-0F395ED1AFD8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51" creationId="{93D5ACA9-E1D5-4CE4-A133-E90E64D24846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52" creationId="{790E7095-FBE9-4FEC-A78F-EABCAC01A981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53" creationId="{1F291524-AA52-4734-9FEB-51EA1B5D6838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54" creationId="{E239251D-E8E2-4812-8B75-ECBAD1A3BF40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55" creationId="{F67806A6-8A26-41F7-8136-A371F0581BCD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56" creationId="{64D1DB25-B741-4A90-8949-6A7D857BE52C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57" creationId="{E79FC746-7F9B-47A0-9D53-36F84DAC5820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58" creationId="{71275965-BBEB-4FBF-A731-671EF8F85DCD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59" creationId="{72A71FDD-9110-4C69-A80A-2143624C7E02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60" creationId="{BC5EAFF4-F63B-4B52-BFC3-9CADFFD6F955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61" creationId="{425DFF9E-CAEE-4B0B-B937-57BA33C12C61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62" creationId="{B57093FF-5203-466B-A72D-206D0BAB72E9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63" creationId="{30CE0531-39EE-4764-A6EF-9D8BF8515D29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64" creationId="{76888EB4-4E9C-4F80-A2F1-B3F26C69FC06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65" creationId="{3AFEF876-5294-4DBE-A2AA-C324A9B9E075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66" creationId="{F866E046-1611-4EA4-8F37-A635FD2A124B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67" creationId="{79718062-6697-441F-8D79-19B57AA0EC20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68" creationId="{90FC50C3-650E-4B07-84D2-AFC3FDD29659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69" creationId="{380622A6-64E7-48F0-857E-88752D79A622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70" creationId="{7F198AC2-1FE7-401C-9338-1D7745436DDD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71" creationId="{BCB1D210-BE4F-4514-AA8E-BB842AF2D983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72" creationId="{3248F11E-64BF-480E-96AA-6B06760DABB6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73" creationId="{1F544D51-785F-4F59-A649-3C531AA4C59D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74" creationId="{727A5F76-82BF-4378-A9D3-38FD69694AC6}"/>
          </ac:spMkLst>
        </pc:spChg>
        <pc:spChg chg="mod">
          <ac:chgData name="Samer Mouksassi" userId="c18f5e46-7090-425a-a75d-5998e99a8397" providerId="ADAL" clId="{CB773DE5-67C4-40BA-BAE6-D4998717D43E}" dt="2022-02-13T15:00:06.150" v="21"/>
          <ac:spMkLst>
            <pc:docMk/>
            <pc:sldMk cId="2768754147" sldId="261"/>
            <ac:spMk id="175" creationId="{F11E6134-E6C7-4899-BAAD-59D294C89846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77" creationId="{56E8C477-FD57-4D77-A978-53ED322F0DA5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78" creationId="{3DCBE53F-997D-4E18-B291-88D8769D3F0B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79" creationId="{F569448E-65DE-4CB6-AF1E-6C99F9799C92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80" creationId="{C9A5A808-11FC-49A3-A019-FB09001927EC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81" creationId="{20593B6F-9EC1-4E31-9579-745842661810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82" creationId="{41A54FCD-B60A-496B-97E4-ECAF84D7A1D3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83" creationId="{AAA80A14-0215-448C-85C9-545F9839A9B1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84" creationId="{7BA4EA7D-41A0-4367-A071-86BB2414760C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85" creationId="{8C6BFC36-C76F-4790-9830-7CCEC16AEE91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86" creationId="{DC954D4E-7755-470A-AAEC-DBF4B2691E68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87" creationId="{BFE62B06-F879-4814-83D0-EB4B76C61CBF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88" creationId="{A9341B8B-8B05-44A2-833D-B2DCAC6CAF1E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89" creationId="{97AC9947-4DDF-4018-8388-59A5C1691AB0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90" creationId="{4E102DEC-DB62-4A89-B73A-A103E945F041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91" creationId="{F1C1CFA7-CAFE-49C9-BB15-BDFC1943219C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92" creationId="{369A9A1D-5DA9-4136-90B3-06BEB4F36865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93" creationId="{6C1CF110-5BBA-47CC-A5BF-10198B8555CA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94" creationId="{6575F11F-0766-4F93-A7D4-E421EB5DE00B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95" creationId="{A5382BC1-6854-43A3-A817-843C74EE3E3E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96" creationId="{435116CA-3AC4-468A-B1DD-94B5262A7372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97" creationId="{296A15C5-F7A3-4E93-8D3C-62C5FFBEF3CF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98" creationId="{8D80441C-C55B-4BC6-BC0D-D823B99B1F80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199" creationId="{B721CA2F-2EC1-4A64-8BCC-BC6E3D76495C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200" creationId="{D484502C-FF46-4CF9-BF72-851B2206ABBE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201" creationId="{AA5E9769-4110-45D8-B951-472204FDAE81}"/>
          </ac:spMkLst>
        </pc:spChg>
        <pc:spChg chg="del mod">
          <ac:chgData name="Samer Mouksassi" userId="c18f5e46-7090-425a-a75d-5998e99a8397" providerId="ADAL" clId="{CB773DE5-67C4-40BA-BAE6-D4998717D43E}" dt="2022-02-13T15:08:35.789" v="197" actId="478"/>
          <ac:spMkLst>
            <pc:docMk/>
            <pc:sldMk cId="2768754147" sldId="261"/>
            <ac:spMk id="202" creationId="{140A80F8-57DD-4E70-914E-C3EB0BD02BCC}"/>
          </ac:spMkLst>
        </pc:spChg>
        <pc:spChg chg="del mod">
          <ac:chgData name="Samer Mouksassi" userId="c18f5e46-7090-425a-a75d-5998e99a8397" providerId="ADAL" clId="{CB773DE5-67C4-40BA-BAE6-D4998717D43E}" dt="2022-02-13T15:10:12.225" v="211" actId="478"/>
          <ac:spMkLst>
            <pc:docMk/>
            <pc:sldMk cId="2768754147" sldId="261"/>
            <ac:spMk id="203" creationId="{6CDA80E9-E5EC-47F4-BEB6-92D54B596460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204" creationId="{522F6673-1991-457B-B82E-6608D273BD39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205" creationId="{B2E478A5-1628-4EAF-8EAB-282823E18F7B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206" creationId="{0E6570D9-175D-446F-9253-76D49EA15042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207" creationId="{75AA4D8A-AA44-4562-8CB9-710CEF05DC66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208" creationId="{BE765657-75A4-494F-B656-E2D508CD9CC5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209" creationId="{4BAB3450-C05B-4538-9C3D-5C83A06478D7}"/>
          </ac:spMkLst>
        </pc:spChg>
        <pc:spChg chg="mod">
          <ac:chgData name="Samer Mouksassi" userId="c18f5e46-7090-425a-a75d-5998e99a8397" providerId="ADAL" clId="{CB773DE5-67C4-40BA-BAE6-D4998717D43E}" dt="2022-02-13T15:12:36.013" v="361" actId="571"/>
          <ac:spMkLst>
            <pc:docMk/>
            <pc:sldMk cId="2768754147" sldId="261"/>
            <ac:spMk id="210" creationId="{92F206D8-1FEB-4529-84DD-3E7788011059}"/>
          </ac:spMkLst>
        </pc:spChg>
        <pc:spChg chg="add del mod">
          <ac:chgData name="Samer Mouksassi" userId="c18f5e46-7090-425a-a75d-5998e99a8397" providerId="ADAL" clId="{CB773DE5-67C4-40BA-BAE6-D4998717D43E}" dt="2022-02-13T15:02:07.122" v="64" actId="478"/>
          <ac:spMkLst>
            <pc:docMk/>
            <pc:sldMk cId="2768754147" sldId="261"/>
            <ac:spMk id="211" creationId="{26D41988-7775-468C-9AC8-1B0683D4C741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12" creationId="{96EF3547-6B0E-4108-A399-996A4B266396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13" creationId="{EDE40C77-EF9C-498E-AE63-EF5C675CFF2A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14" creationId="{7409594D-56D2-4B43-8EC1-ACF97C72BB8B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15" creationId="{3ED99989-BA26-4F42-9DDB-9CE8CF9019D2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16" creationId="{0CD570E7-64B0-4DA7-822E-636862B9761F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17" creationId="{5D8CC91D-81F9-4F47-A7B6-9810040C360B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18" creationId="{2880CB53-A0EF-480C-B21A-1D0074841EB7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19" creationId="{AC1BCFF5-3622-493B-959D-937ED8D0B1F8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20" creationId="{45A2E712-FEE0-4FA8-B314-BDA4A1E0ABE3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21" creationId="{C4458467-E56D-4C89-AACB-C1E7FF83EB6A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22" creationId="{BF7BB9F2-7015-40D0-9F71-BFA273E6C112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23" creationId="{FBFC7920-1F9F-40AA-9E1C-5C3B1D5F231F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24" creationId="{3E3001F2-EABD-47D2-8F9B-5621A59629AA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25" creationId="{366BB197-458E-467E-913F-30DEE17619D2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26" creationId="{39D29938-E6EA-4DA1-8278-5FA14821A22A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27" creationId="{B9FE7F8C-D472-4B62-A479-C82BFADF6D72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28" creationId="{B7CACBC2-7631-4D80-AB37-C03B5A15BAFB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29" creationId="{71930189-DEE3-435B-8BCE-1FB237A1E154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30" creationId="{11719995-F536-4E75-9A00-478B85A8F434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31" creationId="{22F5800F-6AA7-4C03-B01A-6FD9DE51E4D0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32" creationId="{D551FC59-126D-4B83-8558-87D6134088E1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33" creationId="{5A02FA15-C25B-4A30-A61F-801E13B6C71A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34" creationId="{0EC5BF23-0991-4CE2-9CDB-325665120BCC}"/>
          </ac:spMkLst>
        </pc:spChg>
        <pc:spChg chg="add del mod">
          <ac:chgData name="Samer Mouksassi" userId="c18f5e46-7090-425a-a75d-5998e99a8397" providerId="ADAL" clId="{CB773DE5-67C4-40BA-BAE6-D4998717D43E}" dt="2022-02-13T15:04:41.139" v="129" actId="478"/>
          <ac:spMkLst>
            <pc:docMk/>
            <pc:sldMk cId="2768754147" sldId="261"/>
            <ac:spMk id="235" creationId="{6DB2AA8A-FD22-4618-8F0A-1518669BFA37}"/>
          </ac:spMkLst>
        </pc:spChg>
        <pc:spChg chg="add del mod">
          <ac:chgData name="Samer Mouksassi" userId="c18f5e46-7090-425a-a75d-5998e99a8397" providerId="ADAL" clId="{CB773DE5-67C4-40BA-BAE6-D4998717D43E}" dt="2022-02-13T15:04:39.582" v="128" actId="478"/>
          <ac:spMkLst>
            <pc:docMk/>
            <pc:sldMk cId="2768754147" sldId="261"/>
            <ac:spMk id="236" creationId="{159815A6-D1A0-4F32-8D37-BAF3F24A0E86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37" creationId="{EBC87033-011F-446A-9F8A-E88EC339D82A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38" creationId="{E19C60EA-CF75-4D10-A89C-984A9E95D7F3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39" creationId="{05F5BFF8-9F58-4667-858F-BF8987FF82BF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40" creationId="{2F33FA43-2E51-4759-B28E-D18C12CB2F30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41" creationId="{B0DABC52-3222-4590-AF86-8D196F4AEE24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42" creationId="{96C9E28A-0F2D-4A4D-90F5-A7D150F7138E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43" creationId="{5C120107-2C0E-410D-A6E9-4888BC5B5D2C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44" creationId="{50675A50-3317-4B5F-8DD8-8583738764C1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45" creationId="{64DAB3E2-E8C1-4129-AB15-CD38060CDA36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46" creationId="{54AA553D-9033-45DF-9AAA-86A77D9E4976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47" creationId="{0F1FA37A-BAF7-47B5-B425-5CADC425CD41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48" creationId="{911968F6-BFAB-4E26-A5D4-D3339F4C0653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49" creationId="{B4DE1755-1D90-44D9-A2AF-70563B50359C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50" creationId="{466FB970-1F9A-479A-B921-BD304CB81101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51" creationId="{4924EA72-F45C-4686-9F3A-D0667D48F74B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52" creationId="{D49B6946-2438-4FED-9CFD-CC4C7DFAF5DD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53" creationId="{F7707CF6-BB86-4B87-B9E3-8A9A84EEC159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54" creationId="{DFAD51D2-2B55-4C04-BD77-E0D7AFB0368D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55" creationId="{F34542A4-4B4C-4C81-A083-4AEBFF5B5D27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56" creationId="{9067E492-9996-4BB0-BAE9-146BAE3BF953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57" creationId="{7384680C-2D08-4621-B3C4-9C801F3C51BD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58" creationId="{7634225E-DE42-43E7-9C86-1D2FF0FAD638}"/>
          </ac:spMkLst>
        </pc:spChg>
        <pc:spChg chg="add mod">
          <ac:chgData name="Samer Mouksassi" userId="c18f5e46-7090-425a-a75d-5998e99a8397" providerId="ADAL" clId="{CB773DE5-67C4-40BA-BAE6-D4998717D43E}" dt="2022-02-13T15:02:42.989" v="80" actId="164"/>
          <ac:spMkLst>
            <pc:docMk/>
            <pc:sldMk cId="2768754147" sldId="261"/>
            <ac:spMk id="259" creationId="{2E9B1477-0B48-487A-B309-F6CD787327BD}"/>
          </ac:spMkLst>
        </pc:spChg>
        <pc:spChg chg="add del mod">
          <ac:chgData name="Samer Mouksassi" userId="c18f5e46-7090-425a-a75d-5998e99a8397" providerId="ADAL" clId="{CB773DE5-67C4-40BA-BAE6-D4998717D43E}" dt="2022-02-13T15:02:32.636" v="79" actId="478"/>
          <ac:spMkLst>
            <pc:docMk/>
            <pc:sldMk cId="2768754147" sldId="261"/>
            <ac:spMk id="260" creationId="{658997B6-3F87-4585-9690-38DC96E73CF9}"/>
          </ac:spMkLst>
        </pc:spChg>
        <pc:spChg chg="add del mod">
          <ac:chgData name="Samer Mouksassi" userId="c18f5e46-7090-425a-a75d-5998e99a8397" providerId="ADAL" clId="{CB773DE5-67C4-40BA-BAE6-D4998717D43E}" dt="2022-02-13T15:02:32.148" v="78" actId="478"/>
          <ac:spMkLst>
            <pc:docMk/>
            <pc:sldMk cId="2768754147" sldId="261"/>
            <ac:spMk id="261" creationId="{EF019BFD-0FFE-4988-9734-9CD8C67E65B9}"/>
          </ac:spMkLst>
        </pc:spChg>
        <pc:spChg chg="add del mod">
          <ac:chgData name="Samer Mouksassi" userId="c18f5e46-7090-425a-a75d-5998e99a8397" providerId="ADAL" clId="{CB773DE5-67C4-40BA-BAE6-D4998717D43E}" dt="2022-02-13T15:02:31.494" v="77" actId="478"/>
          <ac:spMkLst>
            <pc:docMk/>
            <pc:sldMk cId="2768754147" sldId="261"/>
            <ac:spMk id="262" creationId="{029171CE-5750-4FCA-9D8F-FE962C7BEF72}"/>
          </ac:spMkLst>
        </pc:spChg>
        <pc:spChg chg="add del mod">
          <ac:chgData name="Samer Mouksassi" userId="c18f5e46-7090-425a-a75d-5998e99a8397" providerId="ADAL" clId="{CB773DE5-67C4-40BA-BAE6-D4998717D43E}" dt="2022-02-13T15:02:23.322" v="71" actId="478"/>
          <ac:spMkLst>
            <pc:docMk/>
            <pc:sldMk cId="2768754147" sldId="261"/>
            <ac:spMk id="263" creationId="{7381C6E0-253E-4899-AA78-DC2346064B6B}"/>
          </ac:spMkLst>
        </pc:spChg>
        <pc:spChg chg="add del mod">
          <ac:chgData name="Samer Mouksassi" userId="c18f5e46-7090-425a-a75d-5998e99a8397" providerId="ADAL" clId="{CB773DE5-67C4-40BA-BAE6-D4998717D43E}" dt="2022-02-13T15:02:26.948" v="74" actId="478"/>
          <ac:spMkLst>
            <pc:docMk/>
            <pc:sldMk cId="2768754147" sldId="261"/>
            <ac:spMk id="264" creationId="{FA5A5D12-002A-4AF1-BF04-1720BCBFD9CD}"/>
          </ac:spMkLst>
        </pc:spChg>
        <pc:spChg chg="add del mod">
          <ac:chgData name="Samer Mouksassi" userId="c18f5e46-7090-425a-a75d-5998e99a8397" providerId="ADAL" clId="{CB773DE5-67C4-40BA-BAE6-D4998717D43E}" dt="2022-02-13T15:02:26.183" v="73" actId="478"/>
          <ac:spMkLst>
            <pc:docMk/>
            <pc:sldMk cId="2768754147" sldId="261"/>
            <ac:spMk id="265" creationId="{78C151C7-AD20-4047-8F30-913ED1C5E397}"/>
          </ac:spMkLst>
        </pc:spChg>
        <pc:spChg chg="add del mod">
          <ac:chgData name="Samer Mouksassi" userId="c18f5e46-7090-425a-a75d-5998e99a8397" providerId="ADAL" clId="{CB773DE5-67C4-40BA-BAE6-D4998717D43E}" dt="2022-02-13T15:02:20.621" v="69" actId="478"/>
          <ac:spMkLst>
            <pc:docMk/>
            <pc:sldMk cId="2768754147" sldId="261"/>
            <ac:spMk id="266" creationId="{E08F5029-E6F0-4018-A98F-5D419D0B3EC3}"/>
          </ac:spMkLst>
        </pc:spChg>
        <pc:spChg chg="add del mod">
          <ac:chgData name="Samer Mouksassi" userId="c18f5e46-7090-425a-a75d-5998e99a8397" providerId="ADAL" clId="{CB773DE5-67C4-40BA-BAE6-D4998717D43E}" dt="2022-02-13T15:02:28.228" v="75" actId="478"/>
          <ac:spMkLst>
            <pc:docMk/>
            <pc:sldMk cId="2768754147" sldId="261"/>
            <ac:spMk id="267" creationId="{0EFA474E-2E69-4F52-8579-1BAF4E4BEEF0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69" creationId="{2FA25842-1871-4C28-8307-21E98ED2403B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70" creationId="{40C1B750-30B3-4B3A-A6E6-FBD81A1193B6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71" creationId="{E20B3D85-CD88-469A-AD69-05F0054B12D4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72" creationId="{A78FDFB4-0852-463F-A475-0A5829F30740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73" creationId="{83FD974D-5CF0-4628-B291-DE90AC6A17CB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74" creationId="{B8F63E39-2104-40E6-9D81-E5BDF16B034F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75" creationId="{B14D6942-0FB0-4933-A577-7B0C763AA8F0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76" creationId="{3DDFDD66-A372-43B7-B4A8-31F8E4438187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77" creationId="{324B8FCB-8EAF-4550-8A09-D6A4D5CCA28C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78" creationId="{4866DCF1-1A8E-48CA-821F-47494C584915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79" creationId="{BC2FBB47-7EBD-47AE-963C-C2E544644021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80" creationId="{CA5B59C2-23A1-48D1-AEDB-3A7163603A9B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81" creationId="{7624B27F-2268-4265-8E44-C9002CEBC726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82" creationId="{1ED4C32C-666A-41EB-BA2E-60BE2A181385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83" creationId="{8A8419C4-35F8-4C59-9482-EE05ED504BAE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84" creationId="{75E6D393-EF14-4D7B-A7AE-BA3EB1BA7A3F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85" creationId="{60C33E4D-8836-4173-8DCE-C0E42E4A4606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86" creationId="{947C804F-63C7-4B48-9224-5E6EEC59AC53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87" creationId="{83739958-88E8-4BE0-A619-F79A9CE4791D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88" creationId="{C12833ED-A078-426F-A738-4B5BDC60D8FA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89" creationId="{3ADB1CFD-C318-4AFE-B246-A09E1D2EB6E6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90" creationId="{F90A6AF8-BBC5-4D17-850F-38401C43F5E5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91" creationId="{CC84ED6A-29EA-4E6E-AF91-CEA14158D6F5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92" creationId="{FBAE7CFE-12D2-4634-84BE-BAD1AC73398C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93" creationId="{4A216B4B-DBE8-41FF-9A5D-1909907327EC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94" creationId="{42ED9D4B-E953-485C-A4E7-80E302F96715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95" creationId="{E2F0DAF8-3E6F-4FD2-91CE-425F5582D646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96" creationId="{35CF73F8-F14A-4F04-8E85-2AF00951E57D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97" creationId="{EE90F532-E9AD-43CD-B7D4-D39AA94BED92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98" creationId="{93F43701-30C8-4E86-B96C-248837103EFD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299" creationId="{1894E252-7786-4DB2-9EC3-5E4D57DCA066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300" creationId="{5B09AA62-3E5F-48C3-88BE-F548AA8EB802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301" creationId="{12F7871A-1A33-46BB-AAFA-B82260815EAD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302" creationId="{8EB5AE6D-E1F8-433F-8495-68CA7BE84CF2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303" creationId="{5441F780-EFA7-4160-B5DB-65FBD58DF42B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304" creationId="{D3576518-592A-4C5C-B4CC-8EFB79D60ED4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305" creationId="{A7742D65-1DC9-4F16-915C-E6440FC82B42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306" creationId="{DED63F3C-1B62-4CC0-BAC5-8BACA0591DB8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307" creationId="{76AF1F03-E10E-41AC-BBBD-D55CFCCAA580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308" creationId="{737AB0E8-7555-4D37-95BF-BBB649C88646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309" creationId="{9468FAE9-7083-4ACD-9F9F-AAC0BBAEDA65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310" creationId="{A94DF511-F0FE-4383-AE8C-2B94DA439C09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311" creationId="{99AFDEFC-2DB0-46FB-AB35-EE5971D90F1E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312" creationId="{93F110EB-089E-4846-BEA1-DB5C2683F606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313" creationId="{4750E8BE-3B14-4E1A-A499-EDA3DEE1CECF}"/>
          </ac:spMkLst>
        </pc:spChg>
        <pc:spChg chg="mod">
          <ac:chgData name="Samer Mouksassi" userId="c18f5e46-7090-425a-a75d-5998e99a8397" providerId="ADAL" clId="{CB773DE5-67C4-40BA-BAE6-D4998717D43E}" dt="2022-02-13T15:03:00.256" v="86"/>
          <ac:spMkLst>
            <pc:docMk/>
            <pc:sldMk cId="2768754147" sldId="261"/>
            <ac:spMk id="314" creationId="{5B67C853-24E4-4EE1-B1BF-D1BB4B2AB645}"/>
          </ac:spMkLst>
        </pc:spChg>
        <pc:spChg chg="add mod">
          <ac:chgData name="Samer Mouksassi" userId="c18f5e46-7090-425a-a75d-5998e99a8397" providerId="ADAL" clId="{CB773DE5-67C4-40BA-BAE6-D4998717D43E}" dt="2022-02-13T15:04:00.477" v="112"/>
          <ac:spMkLst>
            <pc:docMk/>
            <pc:sldMk cId="2768754147" sldId="261"/>
            <ac:spMk id="315" creationId="{42081F1B-2338-4C4F-9FBA-3514AD8E9188}"/>
          </ac:spMkLst>
        </pc:spChg>
        <pc:spChg chg="add mod">
          <ac:chgData name="Samer Mouksassi" userId="c18f5e46-7090-425a-a75d-5998e99a8397" providerId="ADAL" clId="{CB773DE5-67C4-40BA-BAE6-D4998717D43E}" dt="2022-02-13T18:05:13.928" v="610" actId="1076"/>
          <ac:spMkLst>
            <pc:docMk/>
            <pc:sldMk cId="2768754147" sldId="261"/>
            <ac:spMk id="316" creationId="{1F7E210E-3176-4F91-AC48-685654B7D4B2}"/>
          </ac:spMkLst>
        </pc:spChg>
        <pc:spChg chg="add mod">
          <ac:chgData name="Samer Mouksassi" userId="c18f5e46-7090-425a-a75d-5998e99a8397" providerId="ADAL" clId="{CB773DE5-67C4-40BA-BAE6-D4998717D43E}" dt="2022-02-13T18:05:19.562" v="612" actId="1076"/>
          <ac:spMkLst>
            <pc:docMk/>
            <pc:sldMk cId="2768754147" sldId="261"/>
            <ac:spMk id="317" creationId="{E11BC2DB-CC89-459E-A240-36F497C1D9AF}"/>
          </ac:spMkLst>
        </pc:spChg>
        <pc:spChg chg="add mod">
          <ac:chgData name="Samer Mouksassi" userId="c18f5e46-7090-425a-a75d-5998e99a8397" providerId="ADAL" clId="{CB773DE5-67C4-40BA-BAE6-D4998717D43E}" dt="2022-02-13T18:05:24.285" v="613" actId="1076"/>
          <ac:spMkLst>
            <pc:docMk/>
            <pc:sldMk cId="2768754147" sldId="261"/>
            <ac:spMk id="318" creationId="{1FACCFA7-46C3-4DB9-8793-CADC9C84C6A4}"/>
          </ac:spMkLst>
        </pc:spChg>
        <pc:spChg chg="add mod">
          <ac:chgData name="Samer Mouksassi" userId="c18f5e46-7090-425a-a75d-5998e99a8397" providerId="ADAL" clId="{CB773DE5-67C4-40BA-BAE6-D4998717D43E}" dt="2022-02-13T15:17:50.571" v="553" actId="20577"/>
          <ac:spMkLst>
            <pc:docMk/>
            <pc:sldMk cId="2768754147" sldId="261"/>
            <ac:spMk id="319" creationId="{CE321BC0-EEB1-40E2-BC12-9DDF4663C834}"/>
          </ac:spMkLst>
        </pc:spChg>
        <pc:spChg chg="add del mod">
          <ac:chgData name="Samer Mouksassi" userId="c18f5e46-7090-425a-a75d-5998e99a8397" providerId="ADAL" clId="{CB773DE5-67C4-40BA-BAE6-D4998717D43E}" dt="2022-02-13T15:08:19.725" v="195" actId="478"/>
          <ac:spMkLst>
            <pc:docMk/>
            <pc:sldMk cId="2768754147" sldId="261"/>
            <ac:spMk id="320" creationId="{3E7596B5-116E-44B8-8264-E89F78B4F9DE}"/>
          </ac:spMkLst>
        </pc:spChg>
        <pc:spChg chg="add mod">
          <ac:chgData name="Samer Mouksassi" userId="c18f5e46-7090-425a-a75d-5998e99a8397" providerId="ADAL" clId="{CB773DE5-67C4-40BA-BAE6-D4998717D43E}" dt="2022-02-13T15:09:25.504" v="204" actId="1076"/>
          <ac:spMkLst>
            <pc:docMk/>
            <pc:sldMk cId="2768754147" sldId="261"/>
            <ac:spMk id="321" creationId="{C8E37AFC-C4C7-4504-8624-02D5461F6DDA}"/>
          </ac:spMkLst>
        </pc:spChg>
        <pc:spChg chg="add mod">
          <ac:chgData name="Samer Mouksassi" userId="c18f5e46-7090-425a-a75d-5998e99a8397" providerId="ADAL" clId="{CB773DE5-67C4-40BA-BAE6-D4998717D43E}" dt="2022-02-13T18:05:07.979" v="609" actId="1076"/>
          <ac:spMkLst>
            <pc:docMk/>
            <pc:sldMk cId="2768754147" sldId="261"/>
            <ac:spMk id="322" creationId="{BE6F941C-1391-496B-8E87-EC5BC7044F59}"/>
          </ac:spMkLst>
        </pc:spChg>
        <pc:spChg chg="add del mod">
          <ac:chgData name="Samer Mouksassi" userId="c18f5e46-7090-425a-a75d-5998e99a8397" providerId="ADAL" clId="{CB773DE5-67C4-40BA-BAE6-D4998717D43E}" dt="2022-02-13T15:12:37.175" v="362" actId="478"/>
          <ac:spMkLst>
            <pc:docMk/>
            <pc:sldMk cId="2768754147" sldId="261"/>
            <ac:spMk id="323" creationId="{AD46020D-8065-4267-A97C-422449AB1E3E}"/>
          </ac:spMkLst>
        </pc:spChg>
        <pc:spChg chg="add mod">
          <ac:chgData name="Samer Mouksassi" userId="c18f5e46-7090-425a-a75d-5998e99a8397" providerId="ADAL" clId="{CB773DE5-67C4-40BA-BAE6-D4998717D43E}" dt="2022-02-13T15:16:38.295" v="487" actId="692"/>
          <ac:spMkLst>
            <pc:docMk/>
            <pc:sldMk cId="2768754147" sldId="261"/>
            <ac:spMk id="324" creationId="{CE218D1F-14BF-4818-B085-DDA39510F737}"/>
          </ac:spMkLst>
        </pc:spChg>
        <pc:spChg chg="add del mod">
          <ac:chgData name="Samer Mouksassi" userId="c18f5e46-7090-425a-a75d-5998e99a8397" providerId="ADAL" clId="{CB773DE5-67C4-40BA-BAE6-D4998717D43E}" dt="2022-02-13T15:13:21.740" v="378" actId="478"/>
          <ac:spMkLst>
            <pc:docMk/>
            <pc:sldMk cId="2768754147" sldId="261"/>
            <ac:spMk id="325" creationId="{A2ED4BB3-0724-43F5-9670-CB67205443CD}"/>
          </ac:spMkLst>
        </pc:spChg>
        <pc:spChg chg="add mod">
          <ac:chgData name="Samer Mouksassi" userId="c18f5e46-7090-425a-a75d-5998e99a8397" providerId="ADAL" clId="{CB773DE5-67C4-40BA-BAE6-D4998717D43E}" dt="2022-02-13T15:17:11.550" v="501" actId="14100"/>
          <ac:spMkLst>
            <pc:docMk/>
            <pc:sldMk cId="2768754147" sldId="261"/>
            <ac:spMk id="326" creationId="{E9855508-ED9A-46CB-B9DD-63B1E98A23E6}"/>
          </ac:spMkLst>
        </pc:spChg>
        <pc:spChg chg="add del mod">
          <ac:chgData name="Samer Mouksassi" userId="c18f5e46-7090-425a-a75d-5998e99a8397" providerId="ADAL" clId="{CB773DE5-67C4-40BA-BAE6-D4998717D43E}" dt="2022-02-13T18:03:51.030" v="555" actId="478"/>
          <ac:spMkLst>
            <pc:docMk/>
            <pc:sldMk cId="2768754147" sldId="261"/>
            <ac:spMk id="327" creationId="{2B2529AC-E917-4D72-B240-DBB9CB8C91EE}"/>
          </ac:spMkLst>
        </pc:spChg>
        <pc:spChg chg="add del mod">
          <ac:chgData name="Samer Mouksassi" userId="c18f5e46-7090-425a-a75d-5998e99a8397" providerId="ADAL" clId="{CB773DE5-67C4-40BA-BAE6-D4998717D43E}" dt="2022-02-13T18:04:43.414" v="603"/>
          <ac:spMkLst>
            <pc:docMk/>
            <pc:sldMk cId="2768754147" sldId="261"/>
            <ac:spMk id="328" creationId="{CA1B2C05-A923-488C-9DD9-684F749C0D63}"/>
          </ac:spMkLst>
        </pc:spChg>
        <pc:spChg chg="mod">
          <ac:chgData name="Samer Mouksassi" userId="c18f5e46-7090-425a-a75d-5998e99a8397" providerId="ADAL" clId="{CB773DE5-67C4-40BA-BAE6-D4998717D43E}" dt="2022-02-13T18:07:20.084" v="673"/>
          <ac:spMkLst>
            <pc:docMk/>
            <pc:sldMk cId="2768754147" sldId="261"/>
            <ac:spMk id="330" creationId="{A1CCC661-717B-4534-8FE8-4F0C83C79DFF}"/>
          </ac:spMkLst>
        </pc:spChg>
        <pc:spChg chg="mod">
          <ac:chgData name="Samer Mouksassi" userId="c18f5e46-7090-425a-a75d-5998e99a8397" providerId="ADAL" clId="{CB773DE5-67C4-40BA-BAE6-D4998717D43E}" dt="2022-02-13T18:07:20.084" v="673"/>
          <ac:spMkLst>
            <pc:docMk/>
            <pc:sldMk cId="2768754147" sldId="261"/>
            <ac:spMk id="331" creationId="{332EA47A-07D1-4607-AB80-5E5748443B17}"/>
          </ac:spMkLst>
        </pc:spChg>
        <pc:spChg chg="mod">
          <ac:chgData name="Samer Mouksassi" userId="c18f5e46-7090-425a-a75d-5998e99a8397" providerId="ADAL" clId="{CB773DE5-67C4-40BA-BAE6-D4998717D43E}" dt="2022-02-13T18:07:20.084" v="673"/>
          <ac:spMkLst>
            <pc:docMk/>
            <pc:sldMk cId="2768754147" sldId="261"/>
            <ac:spMk id="332" creationId="{2AD6E292-EE36-4CA0-9557-E5C336BCADE5}"/>
          </ac:spMkLst>
        </pc:spChg>
        <pc:grpChg chg="add del mod">
          <ac:chgData name="Samer Mouksassi" userId="c18f5e46-7090-425a-a75d-5998e99a8397" providerId="ADAL" clId="{CB773DE5-67C4-40BA-BAE6-D4998717D43E}" dt="2022-02-13T15:02:45.067" v="81" actId="21"/>
          <ac:grpSpMkLst>
            <pc:docMk/>
            <pc:sldMk cId="2768754147" sldId="261"/>
            <ac:grpSpMk id="2" creationId="{CE69453C-5A01-4B82-A052-6315E8B234D6}"/>
          </ac:grpSpMkLst>
        </pc:grpChg>
        <pc:grpChg chg="add del mod">
          <ac:chgData name="Samer Mouksassi" userId="c18f5e46-7090-425a-a75d-5998e99a8397" providerId="ADAL" clId="{CB773DE5-67C4-40BA-BAE6-D4998717D43E}" dt="2022-02-13T15:00:38.532" v="28" actId="21"/>
          <ac:grpSpMkLst>
            <pc:docMk/>
            <pc:sldMk cId="2768754147" sldId="261"/>
            <ac:grpSpMk id="112" creationId="{90BBE2E9-D116-43DA-A7E8-4F59A8FADFD3}"/>
          </ac:grpSpMkLst>
        </pc:grpChg>
        <pc:grpChg chg="del">
          <ac:chgData name="Samer Mouksassi" userId="c18f5e46-7090-425a-a75d-5998e99a8397" providerId="ADAL" clId="{CB773DE5-67C4-40BA-BAE6-D4998717D43E}" dt="2022-02-13T18:07:19" v="672" actId="21"/>
          <ac:grpSpMkLst>
            <pc:docMk/>
            <pc:sldMk cId="2768754147" sldId="261"/>
            <ac:grpSpMk id="137" creationId="{F4CBFC22-949F-47F6-BE24-0F05136E761F}"/>
          </ac:grpSpMkLst>
        </pc:grpChg>
        <pc:grpChg chg="add mod">
          <ac:chgData name="Samer Mouksassi" userId="c18f5e46-7090-425a-a75d-5998e99a8397" providerId="ADAL" clId="{CB773DE5-67C4-40BA-BAE6-D4998717D43E}" dt="2022-02-13T15:12:46.191" v="367" actId="1076"/>
          <ac:grpSpMkLst>
            <pc:docMk/>
            <pc:sldMk cId="2768754147" sldId="261"/>
            <ac:grpSpMk id="176" creationId="{81720F1A-7922-4D21-A12A-8481939FBCBF}"/>
          </ac:grpSpMkLst>
        </pc:grpChg>
        <pc:grpChg chg="add mod">
          <ac:chgData name="Samer Mouksassi" userId="c18f5e46-7090-425a-a75d-5998e99a8397" providerId="ADAL" clId="{CB773DE5-67C4-40BA-BAE6-D4998717D43E}" dt="2022-02-13T15:05:25.646" v="135" actId="14100"/>
          <ac:grpSpMkLst>
            <pc:docMk/>
            <pc:sldMk cId="2768754147" sldId="261"/>
            <ac:grpSpMk id="268" creationId="{2FF08FE8-7D22-4291-A3C4-3FFFFF43DEDE}"/>
          </ac:grpSpMkLst>
        </pc:grpChg>
        <pc:grpChg chg="add mod">
          <ac:chgData name="Samer Mouksassi" userId="c18f5e46-7090-425a-a75d-5998e99a8397" providerId="ADAL" clId="{CB773DE5-67C4-40BA-BAE6-D4998717D43E}" dt="2022-02-13T18:07:20.084" v="673"/>
          <ac:grpSpMkLst>
            <pc:docMk/>
            <pc:sldMk cId="2768754147" sldId="261"/>
            <ac:grpSpMk id="329" creationId="{EA7AB6A4-7AE2-4993-95A9-419DC1EB22CC}"/>
          </ac:grpSpMkLst>
        </pc:grpChg>
      </pc:sldChg>
      <pc:sldChg chg="del">
        <pc:chgData name="Samer Mouksassi" userId="c18f5e46-7090-425a-a75d-5998e99a8397" providerId="ADAL" clId="{CB773DE5-67C4-40BA-BAE6-D4998717D43E}" dt="2022-02-13T14:59:18.510" v="5" actId="47"/>
        <pc:sldMkLst>
          <pc:docMk/>
          <pc:sldMk cId="3329778661" sldId="261"/>
        </pc:sldMkLst>
      </pc:sldChg>
      <pc:sldChg chg="add del">
        <pc:chgData name="Samer Mouksassi" userId="c18f5e46-7090-425a-a75d-5998e99a8397" providerId="ADAL" clId="{CB773DE5-67C4-40BA-BAE6-D4998717D43E}" dt="2022-02-13T18:21:03.099" v="753" actId="47"/>
        <pc:sldMkLst>
          <pc:docMk/>
          <pc:sldMk cId="4066325486" sldId="262"/>
        </pc:sldMkLst>
      </pc:sldChg>
      <pc:sldChg chg="addSp delSp modSp new mod ord">
        <pc:chgData name="Samer Mouksassi" userId="c18f5e46-7090-425a-a75d-5998e99a8397" providerId="ADAL" clId="{CB773DE5-67C4-40BA-BAE6-D4998717D43E}" dt="2022-02-14T08:58:09.264" v="1775" actId="113"/>
        <pc:sldMkLst>
          <pc:docMk/>
          <pc:sldMk cId="1294973846" sldId="263"/>
        </pc:sldMkLst>
        <pc:spChg chg="add mod">
          <ac:chgData name="Samer Mouksassi" userId="c18f5e46-7090-425a-a75d-5998e99a8397" providerId="ADAL" clId="{CB773DE5-67C4-40BA-BAE6-D4998717D43E}" dt="2022-02-14T08:56:42.825" v="1757" actId="1076"/>
          <ac:spMkLst>
            <pc:docMk/>
            <pc:sldMk cId="1294973846" sldId="263"/>
            <ac:spMk id="2" creationId="{D0C71105-4676-4742-BDD2-4DE2A1DC14E8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3" creationId="{B8ABD9D7-2DDE-497B-AE02-B15E1ADAF7C9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4" creationId="{889EBAA2-1B4D-4756-83E6-C60A404E1D76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5" creationId="{E08D5D76-DCD2-4F85-9BE2-FB8209C4221B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6" creationId="{AD431814-E3A7-4C5F-8B24-98FBB08FCE2C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7" creationId="{347BABA4-2D73-47C3-8E26-9A10B8AA6771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8" creationId="{5DDAED84-300E-4460-9074-596ABA0B1493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9" creationId="{0A5263FF-0D0B-4803-8490-770BCD2DA99F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10" creationId="{29B631BC-98F3-4BE4-BC3C-AEE3D9AEC144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11" creationId="{7F41E6B2-3312-4D89-9321-7DB6E33A3462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12" creationId="{F16A0842-80AF-45E1-8B48-DC133EA8A2D0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13" creationId="{25B910F2-3378-4F8B-BA44-9D2691F07F6A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14" creationId="{4833868A-29AD-469D-B6EE-89890A1263E3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15" creationId="{D618A0D4-CB3C-456B-8281-43947D662FA7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16" creationId="{F7D376C3-19B4-4668-97AC-60FF52B88056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17" creationId="{9D6852BD-CB77-419C-A146-1E5921B9E1EB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18" creationId="{1D95753B-9098-4754-99CC-4BC185F30E10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19" creationId="{60FDB45A-A32D-4A78-A948-C5B6CB1E3C00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20" creationId="{7E759EAB-FEE3-4E92-AD39-BF8A3C620A92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21" creationId="{785EE1D8-4B50-49E6-9A86-7D03CDF43153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22" creationId="{FC3368AC-4F19-43D6-B769-7E4C79E950A3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23" creationId="{3D3B9115-4F3E-4640-8F1C-5DD823531E68}"/>
          </ac:spMkLst>
        </pc:spChg>
        <pc:spChg chg="add mod">
          <ac:chgData name="Samer Mouksassi" userId="c18f5e46-7090-425a-a75d-5998e99a8397" providerId="ADAL" clId="{CB773DE5-67C4-40BA-BAE6-D4998717D43E}" dt="2022-02-14T08:55:32.093" v="1746" actId="692"/>
          <ac:spMkLst>
            <pc:docMk/>
            <pc:sldMk cId="1294973846" sldId="263"/>
            <ac:spMk id="24" creationId="{D5EC2A36-144B-44B4-8537-07699586EE3E}"/>
          </ac:spMkLst>
        </pc:spChg>
        <pc:spChg chg="add mod">
          <ac:chgData name="Samer Mouksassi" userId="c18f5e46-7090-425a-a75d-5998e99a8397" providerId="ADAL" clId="{CB773DE5-67C4-40BA-BAE6-D4998717D43E}" dt="2022-02-14T08:57:43.374" v="1773" actId="692"/>
          <ac:spMkLst>
            <pc:docMk/>
            <pc:sldMk cId="1294973846" sldId="263"/>
            <ac:spMk id="25" creationId="{6A9EA0D9-E549-4A06-8FE5-A171C1C48896}"/>
          </ac:spMkLst>
        </pc:spChg>
        <pc:spChg chg="add mod">
          <ac:chgData name="Samer Mouksassi" userId="c18f5e46-7090-425a-a75d-5998e99a8397" providerId="ADAL" clId="{CB773DE5-67C4-40BA-BAE6-D4998717D43E}" dt="2022-02-14T08:57:39.253" v="1772" actId="692"/>
          <ac:spMkLst>
            <pc:docMk/>
            <pc:sldMk cId="1294973846" sldId="263"/>
            <ac:spMk id="26" creationId="{18A9C53E-1A2B-4B35-94BD-D5C2AA05EDB2}"/>
          </ac:spMkLst>
        </pc:spChg>
        <pc:spChg chg="add mod">
          <ac:chgData name="Samer Mouksassi" userId="c18f5e46-7090-425a-a75d-5998e99a8397" providerId="ADAL" clId="{CB773DE5-67C4-40BA-BAE6-D4998717D43E}" dt="2022-02-14T08:57:39.253" v="1772" actId="692"/>
          <ac:spMkLst>
            <pc:docMk/>
            <pc:sldMk cId="1294973846" sldId="263"/>
            <ac:spMk id="27" creationId="{3DC76CF8-DF2F-48D0-BDF8-10C937FDA454}"/>
          </ac:spMkLst>
        </pc:spChg>
        <pc:spChg chg="add del mod">
          <ac:chgData name="Samer Mouksassi" userId="c18f5e46-7090-425a-a75d-5998e99a8397" providerId="ADAL" clId="{CB773DE5-67C4-40BA-BAE6-D4998717D43E}" dt="2022-02-13T18:15:32.510" v="694" actId="478"/>
          <ac:spMkLst>
            <pc:docMk/>
            <pc:sldMk cId="1294973846" sldId="263"/>
            <ac:spMk id="28" creationId="{7987135C-E52D-4B7F-B848-6C2C8DFC0235}"/>
          </ac:spMkLst>
        </pc:spChg>
        <pc:spChg chg="add del mod">
          <ac:chgData name="Samer Mouksassi" userId="c18f5e46-7090-425a-a75d-5998e99a8397" providerId="ADAL" clId="{CB773DE5-67C4-40BA-BAE6-D4998717D43E}" dt="2022-02-13T18:15:35.261" v="696" actId="478"/>
          <ac:spMkLst>
            <pc:docMk/>
            <pc:sldMk cId="1294973846" sldId="263"/>
            <ac:spMk id="29" creationId="{0D17E1AC-5B57-4E8A-94A2-11618784AB36}"/>
          </ac:spMkLst>
        </pc:spChg>
        <pc:spChg chg="add del mod">
          <ac:chgData name="Samer Mouksassi" userId="c18f5e46-7090-425a-a75d-5998e99a8397" providerId="ADAL" clId="{CB773DE5-67C4-40BA-BAE6-D4998717D43E}" dt="2022-02-13T18:14:52.865" v="681" actId="478"/>
          <ac:spMkLst>
            <pc:docMk/>
            <pc:sldMk cId="1294973846" sldId="263"/>
            <ac:spMk id="30" creationId="{FA2103A0-E3DB-48CE-966B-7DBEC2AEAC5D}"/>
          </ac:spMkLst>
        </pc:spChg>
        <pc:spChg chg="add del mod">
          <ac:chgData name="Samer Mouksassi" userId="c18f5e46-7090-425a-a75d-5998e99a8397" providerId="ADAL" clId="{CB773DE5-67C4-40BA-BAE6-D4998717D43E}" dt="2022-02-13T18:14:56.420" v="682" actId="478"/>
          <ac:spMkLst>
            <pc:docMk/>
            <pc:sldMk cId="1294973846" sldId="263"/>
            <ac:spMk id="31" creationId="{33D898AD-5997-480B-B643-4DE36072C684}"/>
          </ac:spMkLst>
        </pc:spChg>
        <pc:spChg chg="add del mod">
          <ac:chgData name="Samer Mouksassi" userId="c18f5e46-7090-425a-a75d-5998e99a8397" providerId="ADAL" clId="{CB773DE5-67C4-40BA-BAE6-D4998717D43E}" dt="2022-02-13T18:15:01.892" v="683" actId="478"/>
          <ac:spMkLst>
            <pc:docMk/>
            <pc:sldMk cId="1294973846" sldId="263"/>
            <ac:spMk id="32" creationId="{71A6C4B4-F423-404E-A0C8-079641781E85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33" creationId="{F04DBDC1-3BEA-4326-A5FC-E74EC111F903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34" creationId="{52D05605-6B96-4A10-B0B8-46053509BB57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35" creationId="{13F57F16-68B0-42DD-914A-1D70E0FC20C6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36" creationId="{55C39364-ECAE-4CCA-A35E-4F043B20CB27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37" creationId="{0FBFF445-0BB0-40AA-A805-7032235B6C85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38" creationId="{3099D515-E043-4880-B93F-C5AAB64D22C9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39" creationId="{5C2ECBB5-73FB-4BAD-B93C-0710607F5CE9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40" creationId="{2DF75D83-7889-44CC-80B8-9E4C784434C8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41" creationId="{FABF559D-1A72-42F4-B23E-30EF4438C3EB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42" creationId="{237EDECB-4657-4BA5-B99A-5731669A2A53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43" creationId="{8B4DFB3E-7123-4F4C-A5CF-D7A0A8925952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44" creationId="{220E5189-E30E-4982-BEBA-57A26DB01656}"/>
          </ac:spMkLst>
        </pc:spChg>
        <pc:spChg chg="add del mod">
          <ac:chgData name="Samer Mouksassi" userId="c18f5e46-7090-425a-a75d-5998e99a8397" providerId="ADAL" clId="{CB773DE5-67C4-40BA-BAE6-D4998717D43E}" dt="2022-02-13T18:19:17.509" v="739" actId="478"/>
          <ac:spMkLst>
            <pc:docMk/>
            <pc:sldMk cId="1294973846" sldId="263"/>
            <ac:spMk id="45" creationId="{87711E28-24D0-4533-9849-D084EAF2660A}"/>
          </ac:spMkLst>
        </pc:spChg>
        <pc:spChg chg="add del mod">
          <ac:chgData name="Samer Mouksassi" userId="c18f5e46-7090-425a-a75d-5998e99a8397" providerId="ADAL" clId="{CB773DE5-67C4-40BA-BAE6-D4998717D43E}" dt="2022-02-13T18:19:17.509" v="739" actId="478"/>
          <ac:spMkLst>
            <pc:docMk/>
            <pc:sldMk cId="1294973846" sldId="263"/>
            <ac:spMk id="46" creationId="{1A734207-EC99-4CBF-84D4-701441C097A8}"/>
          </ac:spMkLst>
        </pc:spChg>
        <pc:spChg chg="add del mod">
          <ac:chgData name="Samer Mouksassi" userId="c18f5e46-7090-425a-a75d-5998e99a8397" providerId="ADAL" clId="{CB773DE5-67C4-40BA-BAE6-D4998717D43E}" dt="2022-02-13T18:19:17.509" v="739" actId="478"/>
          <ac:spMkLst>
            <pc:docMk/>
            <pc:sldMk cId="1294973846" sldId="263"/>
            <ac:spMk id="47" creationId="{F2BC7110-A796-41C8-8B3B-D904305DE410}"/>
          </ac:spMkLst>
        </pc:spChg>
        <pc:spChg chg="add del mod">
          <ac:chgData name="Samer Mouksassi" userId="c18f5e46-7090-425a-a75d-5998e99a8397" providerId="ADAL" clId="{CB773DE5-67C4-40BA-BAE6-D4998717D43E}" dt="2022-02-13T18:19:17.509" v="739" actId="478"/>
          <ac:spMkLst>
            <pc:docMk/>
            <pc:sldMk cId="1294973846" sldId="263"/>
            <ac:spMk id="48" creationId="{E1FAD85D-95A2-4DDD-BAC8-91EEE60A4394}"/>
          </ac:spMkLst>
        </pc:spChg>
        <pc:spChg chg="add del mod">
          <ac:chgData name="Samer Mouksassi" userId="c18f5e46-7090-425a-a75d-5998e99a8397" providerId="ADAL" clId="{CB773DE5-67C4-40BA-BAE6-D4998717D43E}" dt="2022-02-13T18:19:17.509" v="739" actId="478"/>
          <ac:spMkLst>
            <pc:docMk/>
            <pc:sldMk cId="1294973846" sldId="263"/>
            <ac:spMk id="49" creationId="{A98A3C20-E6A6-435D-8DBD-EF9C47EC0FDB}"/>
          </ac:spMkLst>
        </pc:spChg>
        <pc:spChg chg="add mod">
          <ac:chgData name="Samer Mouksassi" userId="c18f5e46-7090-425a-a75d-5998e99a8397" providerId="ADAL" clId="{CB773DE5-67C4-40BA-BAE6-D4998717D43E}" dt="2022-02-14T08:57:27.985" v="1770" actId="1076"/>
          <ac:spMkLst>
            <pc:docMk/>
            <pc:sldMk cId="1294973846" sldId="263"/>
            <ac:spMk id="50" creationId="{0E0DBF93-2E6A-4CDE-833F-0FD745A2F90C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51" creationId="{43A83090-1FED-424A-9497-6DD797260F0A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52" creationId="{41A3831D-1903-4E7A-A717-8B514EDEE7E3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53" creationId="{D7795E66-6E27-4121-9BAA-72329E05A4B2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54" creationId="{A5342351-449C-46D2-995B-02A93D88F8E6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55" creationId="{D9A39C70-070B-4E23-806E-D123AC1AAF86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56" creationId="{03463C3B-7E2E-4300-80CF-4134B881D181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57" creationId="{0822E88D-2014-4985-8596-83CB126E74D2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58" creationId="{AD438390-08A2-463D-B7D6-98A5D0DB04ED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59" creationId="{C28D195D-7517-4E75-AB97-A8E2872B2359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60" creationId="{C8E92C8A-6C0B-41B6-87C5-E908DD2F09B7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61" creationId="{396EB398-8FEA-4299-9960-72B2BACF03E6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62" creationId="{51C03C42-9C6D-4F10-A871-5C51629E2DDB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63" creationId="{267FD49B-3E41-4365-8277-B6B8297AADC5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64" creationId="{FF8905F0-8F1A-4CD1-80B9-DC240FA65894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65" creationId="{0EC6E512-ABF8-49F7-8D2D-E2BD7DE85A23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66" creationId="{A5A70AA5-4044-4326-8953-8D23F48EBCF4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67" creationId="{B840B954-D889-44FA-A6C0-ABB00E91B32B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68" creationId="{F03BB7E5-AD74-4996-83E1-850ED515B0D5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69" creationId="{81C24725-210B-46E3-8763-3169DE4F53F1}"/>
          </ac:spMkLst>
        </pc:spChg>
        <pc:spChg chg="add mod">
          <ac:chgData name="Samer Mouksassi" userId="c18f5e46-7090-425a-a75d-5998e99a8397" providerId="ADAL" clId="{CB773DE5-67C4-40BA-BAE6-D4998717D43E}" dt="2022-02-14T08:57:49.298" v="1774" actId="692"/>
          <ac:spMkLst>
            <pc:docMk/>
            <pc:sldMk cId="1294973846" sldId="263"/>
            <ac:spMk id="70" creationId="{41D6F220-FB2B-43F1-A19E-8CEC6ABE347B}"/>
          </ac:spMkLst>
        </pc:spChg>
        <pc:spChg chg="add mod">
          <ac:chgData name="Samer Mouksassi" userId="c18f5e46-7090-425a-a75d-5998e99a8397" providerId="ADAL" clId="{CB773DE5-67C4-40BA-BAE6-D4998717D43E}" dt="2022-02-14T08:57:49.298" v="1774" actId="692"/>
          <ac:spMkLst>
            <pc:docMk/>
            <pc:sldMk cId="1294973846" sldId="263"/>
            <ac:spMk id="71" creationId="{C81F7F0C-8960-48B5-822B-74088DA73EA2}"/>
          </ac:spMkLst>
        </pc:spChg>
        <pc:spChg chg="add del mod">
          <ac:chgData name="Samer Mouksassi" userId="c18f5e46-7090-425a-a75d-5998e99a8397" providerId="ADAL" clId="{CB773DE5-67C4-40BA-BAE6-D4998717D43E}" dt="2022-02-14T08:57:20.210" v="1766" actId="478"/>
          <ac:spMkLst>
            <pc:docMk/>
            <pc:sldMk cId="1294973846" sldId="263"/>
            <ac:spMk id="72" creationId="{0F603B8F-50ED-4FCD-86F3-66FC18E1AF56}"/>
          </ac:spMkLst>
        </pc:spChg>
        <pc:spChg chg="add del mod topLvl">
          <ac:chgData name="Samer Mouksassi" userId="c18f5e46-7090-425a-a75d-5998e99a8397" providerId="ADAL" clId="{CB773DE5-67C4-40BA-BAE6-D4998717D43E}" dt="2022-02-14T08:56:58.070" v="1761" actId="478"/>
          <ac:spMkLst>
            <pc:docMk/>
            <pc:sldMk cId="1294973846" sldId="263"/>
            <ac:spMk id="73" creationId="{0C4B924F-DA1C-4C6A-85C3-904462DE3CE8}"/>
          </ac:spMkLst>
        </pc:spChg>
        <pc:spChg chg="add mod topLvl">
          <ac:chgData name="Samer Mouksassi" userId="c18f5e46-7090-425a-a75d-5998e99a8397" providerId="ADAL" clId="{CB773DE5-67C4-40BA-BAE6-D4998717D43E}" dt="2022-02-14T08:57:11.347" v="1764" actId="1076"/>
          <ac:spMkLst>
            <pc:docMk/>
            <pc:sldMk cId="1294973846" sldId="263"/>
            <ac:spMk id="74" creationId="{88A465E6-9913-4395-BE95-60EE49ECAC05}"/>
          </ac:spMkLst>
        </pc:spChg>
        <pc:spChg chg="add del mod topLvl">
          <ac:chgData name="Samer Mouksassi" userId="c18f5e46-7090-425a-a75d-5998e99a8397" providerId="ADAL" clId="{CB773DE5-67C4-40BA-BAE6-D4998717D43E}" dt="2022-02-14T08:56:56.591" v="1760" actId="478"/>
          <ac:spMkLst>
            <pc:docMk/>
            <pc:sldMk cId="1294973846" sldId="263"/>
            <ac:spMk id="75" creationId="{C0C4252F-E626-4CDE-B6E5-E77703103ABE}"/>
          </ac:spMkLst>
        </pc:spChg>
        <pc:spChg chg="add del mod">
          <ac:chgData name="Samer Mouksassi" userId="c18f5e46-7090-425a-a75d-5998e99a8397" providerId="ADAL" clId="{CB773DE5-67C4-40BA-BAE6-D4998717D43E}" dt="2022-02-13T18:15:05.284" v="684" actId="478"/>
          <ac:spMkLst>
            <pc:docMk/>
            <pc:sldMk cId="1294973846" sldId="263"/>
            <ac:spMk id="76" creationId="{4DA1F499-84E2-4971-A06A-2C7F861D5B8E}"/>
          </ac:spMkLst>
        </pc:spChg>
        <pc:spChg chg="add del mod">
          <ac:chgData name="Samer Mouksassi" userId="c18f5e46-7090-425a-a75d-5998e99a8397" providerId="ADAL" clId="{CB773DE5-67C4-40BA-BAE6-D4998717D43E}" dt="2022-02-13T18:15:08.035" v="685" actId="478"/>
          <ac:spMkLst>
            <pc:docMk/>
            <pc:sldMk cId="1294973846" sldId="263"/>
            <ac:spMk id="77" creationId="{19B32951-B9EF-494A-BED0-084CB87AC8BE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78" creationId="{AF5867B3-F44E-426E-AA64-154FA848E2C6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79" creationId="{37A4611F-0295-4CFC-BB30-1E68B4FD4020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80" creationId="{287AA8B5-0855-4203-913B-953C90DA1CAA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81" creationId="{42D78E21-567A-4DEF-B975-1CC4260A649E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82" creationId="{794AF774-60AA-4554-A4E2-CCEB03FB9F6D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83" creationId="{C6DC9A0C-7E7D-480A-981B-C2E040D8B5A2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84" creationId="{11903DD0-3D3F-4922-8179-9ECC891848A0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85" creationId="{2A53BA26-9D20-4DCA-91E8-91C1FC26CC5C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86" creationId="{4D61366D-391C-4F98-9F70-E416EB467816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87" creationId="{D735A8BF-824D-4482-BAF0-9CED616CEF24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88" creationId="{BE150078-4D33-4E7D-AA4B-D4A8E25D43C8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89" creationId="{2F211B11-FF7F-49D3-B1CA-E1B253FE0835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90" creationId="{9B7E783B-B33D-4388-AAB5-05B06A2F066F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91" creationId="{319E73CC-6EBB-4818-B41F-4FF591A59C88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92" creationId="{A371AC79-1A6D-466D-8E2F-887446E2A048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93" creationId="{AE008E9C-E21F-479D-B258-B22E07D3A5B1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94" creationId="{76D37108-D095-476C-AC7D-0E75FDF6C87C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95" creationId="{5FAB62D3-614A-42FC-B770-BA7B9D117D30}"/>
          </ac:spMkLst>
        </pc:spChg>
        <pc:spChg chg="add mod">
          <ac:chgData name="Samer Mouksassi" userId="c18f5e46-7090-425a-a75d-5998e99a8397" providerId="ADAL" clId="{CB773DE5-67C4-40BA-BAE6-D4998717D43E}" dt="2022-02-13T18:16:49.836" v="712" actId="1076"/>
          <ac:spMkLst>
            <pc:docMk/>
            <pc:sldMk cId="1294973846" sldId="263"/>
            <ac:spMk id="96" creationId="{8A9361D7-AF5F-434A-9907-996548C925A0}"/>
          </ac:spMkLst>
        </pc:spChg>
        <pc:spChg chg="add del mod">
          <ac:chgData name="Samer Mouksassi" userId="c18f5e46-7090-425a-a75d-5998e99a8397" providerId="ADAL" clId="{CB773DE5-67C4-40BA-BAE6-D4998717D43E}" dt="2022-02-13T18:15:16.563" v="689" actId="478"/>
          <ac:spMkLst>
            <pc:docMk/>
            <pc:sldMk cId="1294973846" sldId="263"/>
            <ac:spMk id="97" creationId="{1EBF24AD-7FB6-45A2-866B-258B05C0E3AC}"/>
          </ac:spMkLst>
        </pc:spChg>
        <pc:spChg chg="add del mod">
          <ac:chgData name="Samer Mouksassi" userId="c18f5e46-7090-425a-a75d-5998e99a8397" providerId="ADAL" clId="{CB773DE5-67C4-40BA-BAE6-D4998717D43E}" dt="2022-02-13T18:15:18.317" v="690" actId="478"/>
          <ac:spMkLst>
            <pc:docMk/>
            <pc:sldMk cId="1294973846" sldId="263"/>
            <ac:spMk id="98" creationId="{BCD2A4C2-8131-4E8A-8954-EB79F3A928B7}"/>
          </ac:spMkLst>
        </pc:spChg>
        <pc:spChg chg="add del mod">
          <ac:chgData name="Samer Mouksassi" userId="c18f5e46-7090-425a-a75d-5998e99a8397" providerId="ADAL" clId="{CB773DE5-67C4-40BA-BAE6-D4998717D43E}" dt="2022-02-13T18:15:20.207" v="691" actId="478"/>
          <ac:spMkLst>
            <pc:docMk/>
            <pc:sldMk cId="1294973846" sldId="263"/>
            <ac:spMk id="99" creationId="{334A24E7-342D-4F79-8114-E95B4FEFAF63}"/>
          </ac:spMkLst>
        </pc:spChg>
        <pc:spChg chg="add del mod">
          <ac:chgData name="Samer Mouksassi" userId="c18f5e46-7090-425a-a75d-5998e99a8397" providerId="ADAL" clId="{CB773DE5-67C4-40BA-BAE6-D4998717D43E}" dt="2022-02-13T18:15:21.621" v="692" actId="478"/>
          <ac:spMkLst>
            <pc:docMk/>
            <pc:sldMk cId="1294973846" sldId="263"/>
            <ac:spMk id="100" creationId="{78C5D43B-E6E1-4807-A665-688F7FD66F1F}"/>
          </ac:spMkLst>
        </pc:spChg>
        <pc:spChg chg="add del mod">
          <ac:chgData name="Samer Mouksassi" userId="c18f5e46-7090-425a-a75d-5998e99a8397" providerId="ADAL" clId="{CB773DE5-67C4-40BA-BAE6-D4998717D43E}" dt="2022-02-13T18:15:14.757" v="688" actId="478"/>
          <ac:spMkLst>
            <pc:docMk/>
            <pc:sldMk cId="1294973846" sldId="263"/>
            <ac:spMk id="101" creationId="{6057CE89-A265-4477-B841-0DB53B719A34}"/>
          </ac:spMkLst>
        </pc:spChg>
        <pc:spChg chg="add del mod">
          <ac:chgData name="Samer Mouksassi" userId="c18f5e46-7090-425a-a75d-5998e99a8397" providerId="ADAL" clId="{CB773DE5-67C4-40BA-BAE6-D4998717D43E}" dt="2022-02-13T18:15:24.592" v="693" actId="478"/>
          <ac:spMkLst>
            <pc:docMk/>
            <pc:sldMk cId="1294973846" sldId="263"/>
            <ac:spMk id="102" creationId="{D80CF2CC-ECAF-4365-BF09-451D595626FC}"/>
          </ac:spMkLst>
        </pc:spChg>
        <pc:spChg chg="add del mod">
          <ac:chgData name="Samer Mouksassi" userId="c18f5e46-7090-425a-a75d-5998e99a8397" providerId="ADAL" clId="{CB773DE5-67C4-40BA-BAE6-D4998717D43E}" dt="2022-02-14T08:56:32.916" v="1754" actId="478"/>
          <ac:spMkLst>
            <pc:docMk/>
            <pc:sldMk cId="1294973846" sldId="263"/>
            <ac:spMk id="103" creationId="{5B8BC992-23F7-4A18-A03A-EF8483E0227F}"/>
          </ac:spMkLst>
        </pc:spChg>
        <pc:spChg chg="add mod">
          <ac:chgData name="Samer Mouksassi" userId="c18f5e46-7090-425a-a75d-5998e99a8397" providerId="ADAL" clId="{CB773DE5-67C4-40BA-BAE6-D4998717D43E}" dt="2022-02-14T08:56:37.005" v="1755" actId="1076"/>
          <ac:spMkLst>
            <pc:docMk/>
            <pc:sldMk cId="1294973846" sldId="263"/>
            <ac:spMk id="104" creationId="{74D4B6C3-1D0F-496D-A513-26D827F985C8}"/>
          </ac:spMkLst>
        </pc:spChg>
        <pc:spChg chg="add del mod">
          <ac:chgData name="Samer Mouksassi" userId="c18f5e46-7090-425a-a75d-5998e99a8397" providerId="ADAL" clId="{CB773DE5-67C4-40BA-BAE6-D4998717D43E}" dt="2022-02-13T18:16:05.406" v="703"/>
          <ac:spMkLst>
            <pc:docMk/>
            <pc:sldMk cId="1294973846" sldId="263"/>
            <ac:spMk id="105" creationId="{DB6F9D7F-7A5D-47E1-B675-06E5B3BA2AF3}"/>
          </ac:spMkLst>
        </pc:spChg>
        <pc:spChg chg="add del mod">
          <ac:chgData name="Samer Mouksassi" userId="c18f5e46-7090-425a-a75d-5998e99a8397" providerId="ADAL" clId="{CB773DE5-67C4-40BA-BAE6-D4998717D43E}" dt="2022-02-13T18:16:09.823" v="705"/>
          <ac:spMkLst>
            <pc:docMk/>
            <pc:sldMk cId="1294973846" sldId="263"/>
            <ac:spMk id="106" creationId="{48BBBFBD-9E7C-4B71-8AE1-2883FF80C7A3}"/>
          </ac:spMkLst>
        </pc:spChg>
        <pc:spChg chg="mod">
          <ac:chgData name="Samer Mouksassi" userId="c18f5e46-7090-425a-a75d-5998e99a8397" providerId="ADAL" clId="{CB773DE5-67C4-40BA-BAE6-D4998717D43E}" dt="2022-02-13T18:16:17.335" v="708"/>
          <ac:spMkLst>
            <pc:docMk/>
            <pc:sldMk cId="1294973846" sldId="263"/>
            <ac:spMk id="108" creationId="{514CC8BB-9890-4090-B6AC-AC7BF9C2DD89}"/>
          </ac:spMkLst>
        </pc:spChg>
        <pc:spChg chg="mod">
          <ac:chgData name="Samer Mouksassi" userId="c18f5e46-7090-425a-a75d-5998e99a8397" providerId="ADAL" clId="{CB773DE5-67C4-40BA-BAE6-D4998717D43E}" dt="2022-02-13T18:16:17.335" v="708"/>
          <ac:spMkLst>
            <pc:docMk/>
            <pc:sldMk cId="1294973846" sldId="263"/>
            <ac:spMk id="109" creationId="{BB482527-E947-4160-B07F-3529D796869C}"/>
          </ac:spMkLst>
        </pc:spChg>
        <pc:spChg chg="mod">
          <ac:chgData name="Samer Mouksassi" userId="c18f5e46-7090-425a-a75d-5998e99a8397" providerId="ADAL" clId="{CB773DE5-67C4-40BA-BAE6-D4998717D43E}" dt="2022-02-13T18:16:17.335" v="708"/>
          <ac:spMkLst>
            <pc:docMk/>
            <pc:sldMk cId="1294973846" sldId="263"/>
            <ac:spMk id="110" creationId="{0F295790-90EF-4604-9FAC-100A59060C6D}"/>
          </ac:spMkLst>
        </pc:spChg>
        <pc:spChg chg="add mod">
          <ac:chgData name="Samer Mouksassi" userId="c18f5e46-7090-425a-a75d-5998e99a8397" providerId="ADAL" clId="{CB773DE5-67C4-40BA-BAE6-D4998717D43E}" dt="2022-02-13T18:18:34.845" v="730" actId="1076"/>
          <ac:spMkLst>
            <pc:docMk/>
            <pc:sldMk cId="1294973846" sldId="263"/>
            <ac:spMk id="111" creationId="{228A6DE2-F123-409F-9928-679AE02F925F}"/>
          </ac:spMkLst>
        </pc:spChg>
        <pc:spChg chg="mod">
          <ac:chgData name="Samer Mouksassi" userId="c18f5e46-7090-425a-a75d-5998e99a8397" providerId="ADAL" clId="{CB773DE5-67C4-40BA-BAE6-D4998717D43E}" dt="2022-02-13T18:16:28.992" v="710"/>
          <ac:spMkLst>
            <pc:docMk/>
            <pc:sldMk cId="1294973846" sldId="263"/>
            <ac:spMk id="113" creationId="{2F2E90B8-2A8E-4E70-970F-04730D9BC426}"/>
          </ac:spMkLst>
        </pc:spChg>
        <pc:spChg chg="mod">
          <ac:chgData name="Samer Mouksassi" userId="c18f5e46-7090-425a-a75d-5998e99a8397" providerId="ADAL" clId="{CB773DE5-67C4-40BA-BAE6-D4998717D43E}" dt="2022-02-13T18:16:28.992" v="710"/>
          <ac:spMkLst>
            <pc:docMk/>
            <pc:sldMk cId="1294973846" sldId="263"/>
            <ac:spMk id="116" creationId="{71F27ACC-EBF8-4CF6-9962-B1EDD224E158}"/>
          </ac:spMkLst>
        </pc:spChg>
        <pc:spChg chg="mod">
          <ac:chgData name="Samer Mouksassi" userId="c18f5e46-7090-425a-a75d-5998e99a8397" providerId="ADAL" clId="{CB773DE5-67C4-40BA-BAE6-D4998717D43E}" dt="2022-02-13T18:16:28.992" v="710"/>
          <ac:spMkLst>
            <pc:docMk/>
            <pc:sldMk cId="1294973846" sldId="263"/>
            <ac:spMk id="117" creationId="{C51B0BF9-BE92-4B4C-BBE0-04D9802511A6}"/>
          </ac:spMkLst>
        </pc:spChg>
        <pc:spChg chg="mod">
          <ac:chgData name="Samer Mouksassi" userId="c18f5e46-7090-425a-a75d-5998e99a8397" providerId="ADAL" clId="{CB773DE5-67C4-40BA-BAE6-D4998717D43E}" dt="2022-02-13T18:16:28.992" v="710"/>
          <ac:spMkLst>
            <pc:docMk/>
            <pc:sldMk cId="1294973846" sldId="263"/>
            <ac:spMk id="118" creationId="{B453664F-076E-4F5C-BDFD-FBEC10A8D589}"/>
          </ac:spMkLst>
        </pc:spChg>
        <pc:spChg chg="mod">
          <ac:chgData name="Samer Mouksassi" userId="c18f5e46-7090-425a-a75d-5998e99a8397" providerId="ADAL" clId="{CB773DE5-67C4-40BA-BAE6-D4998717D43E}" dt="2022-02-13T18:16:28.992" v="710"/>
          <ac:spMkLst>
            <pc:docMk/>
            <pc:sldMk cId="1294973846" sldId="263"/>
            <ac:spMk id="119" creationId="{4481BA43-AC93-41B0-A98A-08CC57BC535B}"/>
          </ac:spMkLst>
        </pc:spChg>
        <pc:spChg chg="mod">
          <ac:chgData name="Samer Mouksassi" userId="c18f5e46-7090-425a-a75d-5998e99a8397" providerId="ADAL" clId="{CB773DE5-67C4-40BA-BAE6-D4998717D43E}" dt="2022-02-13T18:16:28.992" v="710"/>
          <ac:spMkLst>
            <pc:docMk/>
            <pc:sldMk cId="1294973846" sldId="263"/>
            <ac:spMk id="120" creationId="{EB687363-1F30-4536-9246-C68AF46821F5}"/>
          </ac:spMkLst>
        </pc:spChg>
        <pc:spChg chg="add mod">
          <ac:chgData name="Samer Mouksassi" userId="c18f5e46-7090-425a-a75d-5998e99a8397" providerId="ADAL" clId="{CB773DE5-67C4-40BA-BAE6-D4998717D43E}" dt="2022-02-13T18:18:32.414" v="729" actId="1076"/>
          <ac:spMkLst>
            <pc:docMk/>
            <pc:sldMk cId="1294973846" sldId="263"/>
            <ac:spMk id="121" creationId="{631166A5-5220-4FB0-A4AC-7AB09346FA9F}"/>
          </ac:spMkLst>
        </pc:spChg>
        <pc:spChg chg="add mod">
          <ac:chgData name="Samer Mouksassi" userId="c18f5e46-7090-425a-a75d-5998e99a8397" providerId="ADAL" clId="{CB773DE5-67C4-40BA-BAE6-D4998717D43E}" dt="2022-02-13T18:16:28.992" v="710"/>
          <ac:spMkLst>
            <pc:docMk/>
            <pc:sldMk cId="1294973846" sldId="263"/>
            <ac:spMk id="122" creationId="{61A6C819-C231-4DE0-910B-7F5DB4C7A7D4}"/>
          </ac:spMkLst>
        </pc:spChg>
        <pc:spChg chg="add mod">
          <ac:chgData name="Samer Mouksassi" userId="c18f5e46-7090-425a-a75d-5998e99a8397" providerId="ADAL" clId="{CB773DE5-67C4-40BA-BAE6-D4998717D43E}" dt="2022-02-14T08:57:30.439" v="1771" actId="1076"/>
          <ac:spMkLst>
            <pc:docMk/>
            <pc:sldMk cId="1294973846" sldId="263"/>
            <ac:spMk id="124" creationId="{67434371-361C-40E6-BB05-5C6139D0F515}"/>
          </ac:spMkLst>
        </pc:spChg>
        <pc:spChg chg="add del mod">
          <ac:chgData name="Samer Mouksassi" userId="c18f5e46-7090-425a-a75d-5998e99a8397" providerId="ADAL" clId="{CB773DE5-67C4-40BA-BAE6-D4998717D43E}" dt="2022-02-13T18:19:14.205" v="738"/>
          <ac:spMkLst>
            <pc:docMk/>
            <pc:sldMk cId="1294973846" sldId="263"/>
            <ac:spMk id="125" creationId="{0FD4AAC5-1EAA-4CB4-B938-153CE9AF8E53}"/>
          </ac:spMkLst>
        </pc:spChg>
        <pc:spChg chg="mod">
          <ac:chgData name="Samer Mouksassi" userId="c18f5e46-7090-425a-a75d-5998e99a8397" providerId="ADAL" clId="{CB773DE5-67C4-40BA-BAE6-D4998717D43E}" dt="2022-02-14T08:55:45.691" v="1747"/>
          <ac:spMkLst>
            <pc:docMk/>
            <pc:sldMk cId="1294973846" sldId="263"/>
            <ac:spMk id="126" creationId="{D55E0AF7-A1D5-4187-99A2-023149DFDCA0}"/>
          </ac:spMkLst>
        </pc:spChg>
        <pc:spChg chg="add del mod">
          <ac:chgData name="Samer Mouksassi" userId="c18f5e46-7090-425a-a75d-5998e99a8397" providerId="ADAL" clId="{CB773DE5-67C4-40BA-BAE6-D4998717D43E}" dt="2022-02-13T18:19:14.205" v="738"/>
          <ac:spMkLst>
            <pc:docMk/>
            <pc:sldMk cId="1294973846" sldId="263"/>
            <ac:spMk id="126" creationId="{F6811D90-5EA0-418E-AF2E-9559852A58E8}"/>
          </ac:spMkLst>
        </pc:spChg>
        <pc:spChg chg="mod">
          <ac:chgData name="Samer Mouksassi" userId="c18f5e46-7090-425a-a75d-5998e99a8397" providerId="ADAL" clId="{CB773DE5-67C4-40BA-BAE6-D4998717D43E}" dt="2022-02-14T08:55:45.691" v="1747"/>
          <ac:spMkLst>
            <pc:docMk/>
            <pc:sldMk cId="1294973846" sldId="263"/>
            <ac:spMk id="127" creationId="{90E87491-5AAA-4746-A2FA-C38AB5A2F002}"/>
          </ac:spMkLst>
        </pc:spChg>
        <pc:spChg chg="add del mod">
          <ac:chgData name="Samer Mouksassi" userId="c18f5e46-7090-425a-a75d-5998e99a8397" providerId="ADAL" clId="{CB773DE5-67C4-40BA-BAE6-D4998717D43E}" dt="2022-02-13T18:19:14.205" v="738"/>
          <ac:spMkLst>
            <pc:docMk/>
            <pc:sldMk cId="1294973846" sldId="263"/>
            <ac:spMk id="127" creationId="{9BE063D7-B07B-433D-9B00-E525CC8ED7D3}"/>
          </ac:spMkLst>
        </pc:spChg>
        <pc:spChg chg="mod">
          <ac:chgData name="Samer Mouksassi" userId="c18f5e46-7090-425a-a75d-5998e99a8397" providerId="ADAL" clId="{CB773DE5-67C4-40BA-BAE6-D4998717D43E}" dt="2022-02-14T08:55:45.691" v="1747"/>
          <ac:spMkLst>
            <pc:docMk/>
            <pc:sldMk cId="1294973846" sldId="263"/>
            <ac:spMk id="128" creationId="{4F88919F-CA8F-43D3-BBFC-60BDE261F29E}"/>
          </ac:spMkLst>
        </pc:spChg>
        <pc:spChg chg="add del mod">
          <ac:chgData name="Samer Mouksassi" userId="c18f5e46-7090-425a-a75d-5998e99a8397" providerId="ADAL" clId="{CB773DE5-67C4-40BA-BAE6-D4998717D43E}" dt="2022-02-13T18:19:14.205" v="738"/>
          <ac:spMkLst>
            <pc:docMk/>
            <pc:sldMk cId="1294973846" sldId="263"/>
            <ac:spMk id="128" creationId="{ABE7B428-8C0E-4FCE-AC26-891892772D8F}"/>
          </ac:spMkLst>
        </pc:spChg>
        <pc:spChg chg="add mod">
          <ac:chgData name="Samer Mouksassi" userId="c18f5e46-7090-425a-a75d-5998e99a8397" providerId="ADAL" clId="{CB773DE5-67C4-40BA-BAE6-D4998717D43E}" dt="2022-02-14T08:56:41.556" v="1756" actId="14100"/>
          <ac:spMkLst>
            <pc:docMk/>
            <pc:sldMk cId="1294973846" sldId="263"/>
            <ac:spMk id="129" creationId="{3FD37919-0123-41C9-B6BB-C3533E16E59F}"/>
          </ac:spMkLst>
        </pc:spChg>
        <pc:spChg chg="add del mod">
          <ac:chgData name="Samer Mouksassi" userId="c18f5e46-7090-425a-a75d-5998e99a8397" providerId="ADAL" clId="{CB773DE5-67C4-40BA-BAE6-D4998717D43E}" dt="2022-02-13T18:19:14.205" v="738"/>
          <ac:spMkLst>
            <pc:docMk/>
            <pc:sldMk cId="1294973846" sldId="263"/>
            <ac:spMk id="129" creationId="{7D59FD73-9E6A-4D3D-A787-7BFDBC2BDA51}"/>
          </ac:spMkLst>
        </pc:spChg>
        <pc:spChg chg="add mod">
          <ac:chgData name="Samer Mouksassi" userId="c18f5e46-7090-425a-a75d-5998e99a8397" providerId="ADAL" clId="{CB773DE5-67C4-40BA-BAE6-D4998717D43E}" dt="2022-02-14T08:57:25.714" v="1768" actId="1076"/>
          <ac:spMkLst>
            <pc:docMk/>
            <pc:sldMk cId="1294973846" sldId="263"/>
            <ac:spMk id="130" creationId="{5CE9966D-DCCD-43A2-9E92-50F87B312C1B}"/>
          </ac:spMkLst>
        </pc:spChg>
        <pc:spChg chg="add del mod">
          <ac:chgData name="Samer Mouksassi" userId="c18f5e46-7090-425a-a75d-5998e99a8397" providerId="ADAL" clId="{CB773DE5-67C4-40BA-BAE6-D4998717D43E}" dt="2022-02-13T18:19:14.205" v="738"/>
          <ac:spMkLst>
            <pc:docMk/>
            <pc:sldMk cId="1294973846" sldId="263"/>
            <ac:spMk id="130" creationId="{B32EA541-A4FA-42C4-9536-82F0EB30BDB3}"/>
          </ac:spMkLst>
        </pc:spChg>
        <pc:spChg chg="add del mod">
          <ac:chgData name="Samer Mouksassi" userId="c18f5e46-7090-425a-a75d-5998e99a8397" providerId="ADAL" clId="{CB773DE5-67C4-40BA-BAE6-D4998717D43E}" dt="2022-02-13T18:19:14.205" v="738"/>
          <ac:spMkLst>
            <pc:docMk/>
            <pc:sldMk cId="1294973846" sldId="263"/>
            <ac:spMk id="131" creationId="{F6B28DAD-B6D6-434F-BC7B-3FEE8EFE9C60}"/>
          </ac:spMkLst>
        </pc:spChg>
        <pc:spChg chg="add del mod">
          <ac:chgData name="Samer Mouksassi" userId="c18f5e46-7090-425a-a75d-5998e99a8397" providerId="ADAL" clId="{CB773DE5-67C4-40BA-BAE6-D4998717D43E}" dt="2022-02-13T18:19:14.205" v="738"/>
          <ac:spMkLst>
            <pc:docMk/>
            <pc:sldMk cId="1294973846" sldId="263"/>
            <ac:spMk id="132" creationId="{DB90C3D4-924B-458E-B0D4-5C1AA09474E9}"/>
          </ac:spMkLst>
        </pc:spChg>
        <pc:spChg chg="add del mod">
          <ac:chgData name="Samer Mouksassi" userId="c18f5e46-7090-425a-a75d-5998e99a8397" providerId="ADAL" clId="{CB773DE5-67C4-40BA-BAE6-D4998717D43E}" dt="2022-02-13T18:19:14.205" v="738"/>
          <ac:spMkLst>
            <pc:docMk/>
            <pc:sldMk cId="1294973846" sldId="263"/>
            <ac:spMk id="133" creationId="{AC2D8709-6400-4D39-8E4F-53853815C605}"/>
          </ac:spMkLst>
        </pc:spChg>
        <pc:spChg chg="add mod">
          <ac:chgData name="Samer Mouksassi" userId="c18f5e46-7090-425a-a75d-5998e99a8397" providerId="ADAL" clId="{CB773DE5-67C4-40BA-BAE6-D4998717D43E}" dt="2022-02-13T18:19:31.963" v="741" actId="1076"/>
          <ac:spMkLst>
            <pc:docMk/>
            <pc:sldMk cId="1294973846" sldId="263"/>
            <ac:spMk id="134" creationId="{26F615D3-1004-4BFD-A443-2516CBDA0183}"/>
          </ac:spMkLst>
        </pc:spChg>
        <pc:spChg chg="add mod">
          <ac:chgData name="Samer Mouksassi" userId="c18f5e46-7090-425a-a75d-5998e99a8397" providerId="ADAL" clId="{CB773DE5-67C4-40BA-BAE6-D4998717D43E}" dt="2022-02-13T18:19:31.963" v="741" actId="1076"/>
          <ac:spMkLst>
            <pc:docMk/>
            <pc:sldMk cId="1294973846" sldId="263"/>
            <ac:spMk id="135" creationId="{FBFBF504-3A49-480C-885E-D411A832E4C9}"/>
          </ac:spMkLst>
        </pc:spChg>
        <pc:spChg chg="add mod">
          <ac:chgData name="Samer Mouksassi" userId="c18f5e46-7090-425a-a75d-5998e99a8397" providerId="ADAL" clId="{CB773DE5-67C4-40BA-BAE6-D4998717D43E}" dt="2022-02-13T18:19:31.963" v="741" actId="1076"/>
          <ac:spMkLst>
            <pc:docMk/>
            <pc:sldMk cId="1294973846" sldId="263"/>
            <ac:spMk id="136" creationId="{B614DBDC-6657-4711-A5D3-936A4E4535CC}"/>
          </ac:spMkLst>
        </pc:spChg>
        <pc:spChg chg="add mod">
          <ac:chgData name="Samer Mouksassi" userId="c18f5e46-7090-425a-a75d-5998e99a8397" providerId="ADAL" clId="{CB773DE5-67C4-40BA-BAE6-D4998717D43E}" dt="2022-02-13T18:19:31.963" v="741" actId="1076"/>
          <ac:spMkLst>
            <pc:docMk/>
            <pc:sldMk cId="1294973846" sldId="263"/>
            <ac:spMk id="137" creationId="{33A4BBDE-801A-4C12-9636-4F05534A1F4D}"/>
          </ac:spMkLst>
        </pc:spChg>
        <pc:spChg chg="add mod">
          <ac:chgData name="Samer Mouksassi" userId="c18f5e46-7090-425a-a75d-5998e99a8397" providerId="ADAL" clId="{CB773DE5-67C4-40BA-BAE6-D4998717D43E}" dt="2022-02-13T18:19:39.875" v="743" actId="1076"/>
          <ac:spMkLst>
            <pc:docMk/>
            <pc:sldMk cId="1294973846" sldId="263"/>
            <ac:spMk id="138" creationId="{2EB28BC5-1BCB-47CC-AC1E-B1A6DDE125A7}"/>
          </ac:spMkLst>
        </pc:spChg>
        <pc:spChg chg="add mod">
          <ac:chgData name="Samer Mouksassi" userId="c18f5e46-7090-425a-a75d-5998e99a8397" providerId="ADAL" clId="{CB773DE5-67C4-40BA-BAE6-D4998717D43E}" dt="2022-02-13T18:19:46.464" v="746" actId="1076"/>
          <ac:spMkLst>
            <pc:docMk/>
            <pc:sldMk cId="1294973846" sldId="263"/>
            <ac:spMk id="139" creationId="{69F5ED3F-F044-4EDA-B2D9-28B5852777B3}"/>
          </ac:spMkLst>
        </pc:spChg>
        <pc:spChg chg="add mod">
          <ac:chgData name="Samer Mouksassi" userId="c18f5e46-7090-425a-a75d-5998e99a8397" providerId="ADAL" clId="{CB773DE5-67C4-40BA-BAE6-D4998717D43E}" dt="2022-02-14T08:58:09.264" v="1775" actId="113"/>
          <ac:spMkLst>
            <pc:docMk/>
            <pc:sldMk cId="1294973846" sldId="263"/>
            <ac:spMk id="140" creationId="{5E95CEF0-B9F5-4A3F-8D5F-CFDD5144ED51}"/>
          </ac:spMkLst>
        </pc:spChg>
        <pc:spChg chg="add mod">
          <ac:chgData name="Samer Mouksassi" userId="c18f5e46-7090-425a-a75d-5998e99a8397" providerId="ADAL" clId="{CB773DE5-67C4-40BA-BAE6-D4998717D43E}" dt="2022-02-13T18:58:02.887" v="1375" actId="403"/>
          <ac:spMkLst>
            <pc:docMk/>
            <pc:sldMk cId="1294973846" sldId="263"/>
            <ac:spMk id="141" creationId="{8C7C46DC-1311-4281-92E5-63C9F34FB5BB}"/>
          </ac:spMkLst>
        </pc:spChg>
        <pc:spChg chg="add mod">
          <ac:chgData name="Samer Mouksassi" userId="c18f5e46-7090-425a-a75d-5998e99a8397" providerId="ADAL" clId="{CB773DE5-67C4-40BA-BAE6-D4998717D43E}" dt="2022-02-13T18:20:00.042" v="747" actId="1076"/>
          <ac:spMkLst>
            <pc:docMk/>
            <pc:sldMk cId="1294973846" sldId="263"/>
            <ac:spMk id="142" creationId="{9A9CBB4B-96A8-4DB8-8D92-A23654BEF486}"/>
          </ac:spMkLst>
        </pc:spChg>
        <pc:spChg chg="add mod">
          <ac:chgData name="Samer Mouksassi" userId="c18f5e46-7090-425a-a75d-5998e99a8397" providerId="ADAL" clId="{CB773DE5-67C4-40BA-BAE6-D4998717D43E}" dt="2022-02-13T18:20:24.675" v="749" actId="1076"/>
          <ac:spMkLst>
            <pc:docMk/>
            <pc:sldMk cId="1294973846" sldId="263"/>
            <ac:spMk id="143" creationId="{9EDB3014-E8A1-4366-A7EF-BBB27DE25476}"/>
          </ac:spMkLst>
        </pc:spChg>
        <pc:spChg chg="add mod">
          <ac:chgData name="Samer Mouksassi" userId="c18f5e46-7090-425a-a75d-5998e99a8397" providerId="ADAL" clId="{CB773DE5-67C4-40BA-BAE6-D4998717D43E}" dt="2022-02-13T18:58:07.244" v="1376" actId="403"/>
          <ac:spMkLst>
            <pc:docMk/>
            <pc:sldMk cId="1294973846" sldId="263"/>
            <ac:spMk id="144" creationId="{9EC69CA3-ED8A-46B0-A8A8-1A6720B4AB4C}"/>
          </ac:spMkLst>
        </pc:spChg>
        <pc:spChg chg="add mod">
          <ac:chgData name="Samer Mouksassi" userId="c18f5e46-7090-425a-a75d-5998e99a8397" providerId="ADAL" clId="{CB773DE5-67C4-40BA-BAE6-D4998717D43E}" dt="2022-02-13T18:20:32.340" v="751" actId="1076"/>
          <ac:spMkLst>
            <pc:docMk/>
            <pc:sldMk cId="1294973846" sldId="263"/>
            <ac:spMk id="145" creationId="{D2936D32-D26E-4E41-BF1D-303CD0B0E29C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47" creationId="{588BA265-2297-46BD-8EE9-4D67A0F20FBD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48" creationId="{FDAB8814-F2E7-4252-82E9-8E949CE07983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49" creationId="{59D56B79-1AF6-4D13-84CC-B6C062CE4956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50" creationId="{D929EC32-3D4C-4D08-A7D5-286C6B04835F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51" creationId="{97C7C6A2-3141-4476-9600-64C22B140F13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52" creationId="{86E6D3DB-268A-436A-B647-EB426181EB7B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53" creationId="{9E728D1B-2F1D-40B0-9E1C-106137DF4EF2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54" creationId="{35EAAE44-F434-4FAB-A14C-42FAA27E908F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55" creationId="{A0099AC7-C678-4DBE-98CA-F956152C5410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56" creationId="{4ED1EBBE-C34A-480C-BEDD-98A678E293C8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57" creationId="{18F127E6-91D0-4F18-8531-A96494C9D3A0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58" creationId="{46A37360-8B66-4781-A519-AC3B375C3919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59" creationId="{B46A0E8C-25EE-444F-BAFC-0F1D87E365E6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60" creationId="{CF18B81A-BBE7-4422-9675-3B6CF1912704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61" creationId="{ED4DC5BD-416D-4258-80C1-7CB44F613746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62" creationId="{F1A83A33-B068-45B6-B876-D94F8873093D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63" creationId="{9927A09D-9297-4FA4-AE31-0ACC9BDD7E2D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64" creationId="{B32B9D88-5502-4424-A479-E83C0A112CCE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65" creationId="{776E6F7C-B848-432F-9E13-5F8149BCA4AF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66" creationId="{98FC0875-D48E-4279-AEAC-80CB0FE58EC5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67" creationId="{BF59DFEA-ED1A-477D-A45C-32F316EE6A74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68" creationId="{7A52750D-FA2C-4B39-8F0A-7A4B8E19D85D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69" creationId="{32C9C326-708B-4A95-B810-CE77FD08EE02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70" creationId="{E472191C-65D2-425F-86BC-A34C70EB6C73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71" creationId="{EC754D22-6544-48C2-BF48-701242982DDA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72" creationId="{67EEA2EF-270E-4C17-8860-B2FD09AD2E5E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73" creationId="{2E7A123C-177E-4BF8-938D-451BBBCD4441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74" creationId="{F6DA4D1D-BFBB-45C4-8C6C-2A4A5D1A8D52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75" creationId="{22320DB8-0C4F-421A-A79C-6805F10D5DED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76" creationId="{93B1FCB9-42FF-42E9-B1B4-7050F3FF769E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77" creationId="{36560C98-A703-4317-8BCF-DCA3F12EDF16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78" creationId="{75D0C721-E7F1-4099-AB80-B352FF531B20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79" creationId="{C5A14FC2-C5AE-40C7-92C1-EB8F6794B5FF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80" creationId="{4490E821-B7B7-4CB7-A6E7-FE34978D3DFA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81" creationId="{C5E1C17A-AFE8-4ED7-B0C7-95A689717F84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82" creationId="{876F55C7-8A1B-4E98-8B9A-15639535FED9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83" creationId="{D3D4EBA9-3EA6-4A69-98E1-875CF35FAACD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84" creationId="{EF02D8D8-8487-4568-A452-D47E7884FA31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85" creationId="{F01D8388-B35F-4478-9611-C72E2CFE0346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86" creationId="{B5966145-84B3-4C64-B7F7-62B65F8DE98D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87" creationId="{A5D9343B-5F35-4928-8F67-AF1882A8AA1F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88" creationId="{E5942842-1583-4EE2-8426-515DFC16FE8B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89" creationId="{176658A4-4974-40A2-AC1D-E09B08A381E0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90" creationId="{B9A1E2E7-F468-4C70-896D-06698D4C0075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91" creationId="{7D9AF062-80EE-4F6C-8CD4-EA1AA7611131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92" creationId="{5E027E53-78D7-472A-B9A7-5CA43BFB1AF4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93" creationId="{F49F9259-2E79-47A4-98E9-7B132188499B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94" creationId="{170EF8B1-84DE-4561-B8B6-0589B20369FF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95" creationId="{D181A858-271B-4EA3-B2CE-D2AFAC75296B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96" creationId="{170AE86D-E4E2-42DC-B443-1DFC3B093593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97" creationId="{9AADCBB4-5C15-42BA-8EB3-B537C8524DF9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98" creationId="{CEBBA8B2-059F-4281-803C-9661F7BB9E9F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199" creationId="{41C3DDC9-8612-4594-AA59-E2160B109CEF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00" creationId="{CCA66DB5-97BA-49F2-9AE1-FE531E147DB4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01" creationId="{F9E0E8F0-9204-450F-8B8A-448DD9FACE46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02" creationId="{B88EC8E9-78FD-4B25-9461-AE1D0D87A60B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03" creationId="{640702F2-6481-45FE-A44A-013F19EAE7D8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04" creationId="{E48A68E7-DFA4-400A-9F11-35CAECBB2174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05" creationId="{148B1CCF-CA77-41B9-9097-E4F2478EC1C0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06" creationId="{BFFC78AB-8B23-48C3-96B3-B74824F90363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07" creationId="{B9B8DF73-E253-4CE6-A2FD-74B8D07E059F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08" creationId="{DA739262-8261-4549-9C41-07246722F3C3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09" creationId="{A1FB0BE4-C385-441F-977F-089B64ADE85F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10" creationId="{E09902BE-22FC-429A-B9E6-0F14D724D52E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11" creationId="{B7CBAFC1-55A1-457D-BAD9-EB438B13F25C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12" creationId="{9D68E41D-55C4-4924-B1D6-5451775BB6BE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13" creationId="{38A46B81-31F9-40BD-8F77-4F74CC2965BD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14" creationId="{14D2EAE9-1EC9-40FB-8B71-7CF2A867F9EB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15" creationId="{FC33A6E9-66A5-4956-9779-9C78125DEAAB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16" creationId="{0DB873BD-D85D-4BD6-ADC3-865B6564959A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17" creationId="{055D4213-6E42-49D2-8A2A-73BA52207450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18" creationId="{D1012318-F573-4871-A29F-034447F62F07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19" creationId="{A0A15652-847B-4E61-BAF9-2A09296C927F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20" creationId="{80E4A73C-2D88-4863-B502-0A573B3334E9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21" creationId="{9663EA50-5606-4C3E-A2FC-D7D50EF359D0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22" creationId="{285FD651-FDF0-464C-A6F4-AC70DF0FD3BD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23" creationId="{6CAF1F6B-2D22-4D39-BA83-FDF2B4B0FEA8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24" creationId="{DE0F6B99-7D14-43E8-BD5E-F51E4A6A1F9E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25" creationId="{1BF94B6E-461D-4765-B72D-65EE0F3BC72A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26" creationId="{89CA6273-B919-457B-ABB8-F50B7AC71E77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27" creationId="{97FD52C2-4653-4884-816E-F1C70CDDBC4D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28" creationId="{EC2ACEE5-D8A0-4E7E-959F-F32797B51C9F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29" creationId="{89DEE2C3-B88F-4FAF-9FFD-87FCC9468D29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30" creationId="{6E334694-22C3-481B-979B-E42CD8B987E9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31" creationId="{F01C94D7-FFFA-4532-AAB1-ABEA850318BC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32" creationId="{F2B0E193-034B-44CD-BA01-C93BEE3C6C76}"/>
          </ac:spMkLst>
        </pc:spChg>
        <pc:spChg chg="mod">
          <ac:chgData name="Samer Mouksassi" userId="c18f5e46-7090-425a-a75d-5998e99a8397" providerId="ADAL" clId="{CB773DE5-67C4-40BA-BAE6-D4998717D43E}" dt="2022-02-13T18:22:41.860" v="778"/>
          <ac:spMkLst>
            <pc:docMk/>
            <pc:sldMk cId="1294973846" sldId="263"/>
            <ac:spMk id="233" creationId="{52071BEB-15E4-4401-BB0C-B0D305BAAD33}"/>
          </ac:spMkLst>
        </pc:spChg>
        <pc:spChg chg="mod">
          <ac:chgData name="Samer Mouksassi" userId="c18f5e46-7090-425a-a75d-5998e99a8397" providerId="ADAL" clId="{CB773DE5-67C4-40BA-BAE6-D4998717D43E}" dt="2022-02-13T18:26:14.559" v="828"/>
          <ac:spMkLst>
            <pc:docMk/>
            <pc:sldMk cId="1294973846" sldId="263"/>
            <ac:spMk id="235" creationId="{62BBCFD5-037B-4A2B-9F1A-FCFAAC81A6A7}"/>
          </ac:spMkLst>
        </pc:spChg>
        <pc:spChg chg="mod">
          <ac:chgData name="Samer Mouksassi" userId="c18f5e46-7090-425a-a75d-5998e99a8397" providerId="ADAL" clId="{CB773DE5-67C4-40BA-BAE6-D4998717D43E}" dt="2022-02-13T18:26:14.559" v="828"/>
          <ac:spMkLst>
            <pc:docMk/>
            <pc:sldMk cId="1294973846" sldId="263"/>
            <ac:spMk id="238" creationId="{74EDFF01-22EB-4270-941E-0408C94492D3}"/>
          </ac:spMkLst>
        </pc:spChg>
        <pc:spChg chg="mod">
          <ac:chgData name="Samer Mouksassi" userId="c18f5e46-7090-425a-a75d-5998e99a8397" providerId="ADAL" clId="{CB773DE5-67C4-40BA-BAE6-D4998717D43E}" dt="2022-02-13T18:26:14.559" v="828"/>
          <ac:spMkLst>
            <pc:docMk/>
            <pc:sldMk cId="1294973846" sldId="263"/>
            <ac:spMk id="239" creationId="{338687F5-3343-4EA0-A882-BAC659D4AD40}"/>
          </ac:spMkLst>
        </pc:spChg>
        <pc:spChg chg="mod">
          <ac:chgData name="Samer Mouksassi" userId="c18f5e46-7090-425a-a75d-5998e99a8397" providerId="ADAL" clId="{CB773DE5-67C4-40BA-BAE6-D4998717D43E}" dt="2022-02-13T18:26:14.559" v="828"/>
          <ac:spMkLst>
            <pc:docMk/>
            <pc:sldMk cId="1294973846" sldId="263"/>
            <ac:spMk id="240" creationId="{B3E568F3-80D2-48F0-BA32-2CE189A7E8F6}"/>
          </ac:spMkLst>
        </pc:spChg>
        <pc:spChg chg="mod">
          <ac:chgData name="Samer Mouksassi" userId="c18f5e46-7090-425a-a75d-5998e99a8397" providerId="ADAL" clId="{CB773DE5-67C4-40BA-BAE6-D4998717D43E}" dt="2022-02-13T18:26:14.559" v="828"/>
          <ac:spMkLst>
            <pc:docMk/>
            <pc:sldMk cId="1294973846" sldId="263"/>
            <ac:spMk id="241" creationId="{47B951C3-0393-44E0-9F4C-BAA471F555EF}"/>
          </ac:spMkLst>
        </pc:spChg>
        <pc:spChg chg="mod">
          <ac:chgData name="Samer Mouksassi" userId="c18f5e46-7090-425a-a75d-5998e99a8397" providerId="ADAL" clId="{CB773DE5-67C4-40BA-BAE6-D4998717D43E}" dt="2022-02-13T18:26:14.559" v="828"/>
          <ac:spMkLst>
            <pc:docMk/>
            <pc:sldMk cId="1294973846" sldId="263"/>
            <ac:spMk id="242" creationId="{54E5EB30-EF68-4B0E-9C46-2C8E3B53E8C8}"/>
          </ac:spMkLst>
        </pc:spChg>
        <pc:grpChg chg="add mod">
          <ac:chgData name="Samer Mouksassi" userId="c18f5e46-7090-425a-a75d-5998e99a8397" providerId="ADAL" clId="{CB773DE5-67C4-40BA-BAE6-D4998717D43E}" dt="2022-02-13T18:18:20.222" v="726" actId="1076"/>
          <ac:grpSpMkLst>
            <pc:docMk/>
            <pc:sldMk cId="1294973846" sldId="263"/>
            <ac:grpSpMk id="107" creationId="{4EC9B535-4FC2-48C9-8DA6-BC6CCDC495C6}"/>
          </ac:grpSpMkLst>
        </pc:grpChg>
        <pc:grpChg chg="add mod">
          <ac:chgData name="Samer Mouksassi" userId="c18f5e46-7090-425a-a75d-5998e99a8397" providerId="ADAL" clId="{CB773DE5-67C4-40BA-BAE6-D4998717D43E}" dt="2022-02-13T18:16:58.137" v="713" actId="1076"/>
          <ac:grpSpMkLst>
            <pc:docMk/>
            <pc:sldMk cId="1294973846" sldId="263"/>
            <ac:grpSpMk id="112" creationId="{C0EA0180-383D-415E-928E-A8D6D6B8809C}"/>
          </ac:grpSpMkLst>
        </pc:grpChg>
        <pc:grpChg chg="mod">
          <ac:chgData name="Samer Mouksassi" userId="c18f5e46-7090-425a-a75d-5998e99a8397" providerId="ADAL" clId="{CB773DE5-67C4-40BA-BAE6-D4998717D43E}" dt="2022-02-13T18:16:28.992" v="710"/>
          <ac:grpSpMkLst>
            <pc:docMk/>
            <pc:sldMk cId="1294973846" sldId="263"/>
            <ac:grpSpMk id="114" creationId="{69A2A78A-CFC7-48A9-ACAB-678249A92B73}"/>
          </ac:grpSpMkLst>
        </pc:grpChg>
        <pc:grpChg chg="mod">
          <ac:chgData name="Samer Mouksassi" userId="c18f5e46-7090-425a-a75d-5998e99a8397" providerId="ADAL" clId="{CB773DE5-67C4-40BA-BAE6-D4998717D43E}" dt="2022-02-13T18:16:28.992" v="710"/>
          <ac:grpSpMkLst>
            <pc:docMk/>
            <pc:sldMk cId="1294973846" sldId="263"/>
            <ac:grpSpMk id="115" creationId="{C7793B13-7E28-4CFF-B517-84D78CF6C29D}"/>
          </ac:grpSpMkLst>
        </pc:grpChg>
        <pc:grpChg chg="add del mod">
          <ac:chgData name="Samer Mouksassi" userId="c18f5e46-7090-425a-a75d-5998e99a8397" providerId="ADAL" clId="{CB773DE5-67C4-40BA-BAE6-D4998717D43E}" dt="2022-02-14T08:56:53.677" v="1759" actId="165"/>
          <ac:grpSpMkLst>
            <pc:docMk/>
            <pc:sldMk cId="1294973846" sldId="263"/>
            <ac:grpSpMk id="123" creationId="{94B1317F-1515-4F51-9D4A-9DCEA7615626}"/>
          </ac:grpSpMkLst>
        </pc:grpChg>
        <pc:grpChg chg="add del mod">
          <ac:chgData name="Samer Mouksassi" userId="c18f5e46-7090-425a-a75d-5998e99a8397" providerId="ADAL" clId="{CB773DE5-67C4-40BA-BAE6-D4998717D43E}" dt="2022-02-14T08:57:16.385" v="1765" actId="478"/>
          <ac:grpSpMkLst>
            <pc:docMk/>
            <pc:sldMk cId="1294973846" sldId="263"/>
            <ac:grpSpMk id="125" creationId="{F0121F12-40D2-4E27-B5BB-D23AC86A6112}"/>
          </ac:grpSpMkLst>
        </pc:grpChg>
        <pc:grpChg chg="add del mod">
          <ac:chgData name="Samer Mouksassi" userId="c18f5e46-7090-425a-a75d-5998e99a8397" providerId="ADAL" clId="{CB773DE5-67C4-40BA-BAE6-D4998717D43E}" dt="2022-02-13T18:22:57.144" v="786" actId="21"/>
          <ac:grpSpMkLst>
            <pc:docMk/>
            <pc:sldMk cId="1294973846" sldId="263"/>
            <ac:grpSpMk id="146" creationId="{06A1D7CC-3A36-49BE-ADA4-F2B41BDD7942}"/>
          </ac:grpSpMkLst>
        </pc:grpChg>
        <pc:grpChg chg="add del mod">
          <ac:chgData name="Samer Mouksassi" userId="c18f5e46-7090-425a-a75d-5998e99a8397" providerId="ADAL" clId="{CB773DE5-67C4-40BA-BAE6-D4998717D43E}" dt="2022-02-13T18:26:18.849" v="830" actId="21"/>
          <ac:grpSpMkLst>
            <pc:docMk/>
            <pc:sldMk cId="1294973846" sldId="263"/>
            <ac:grpSpMk id="234" creationId="{373F82EA-F141-4034-B801-DB79194410CC}"/>
          </ac:grpSpMkLst>
        </pc:grpChg>
        <pc:grpChg chg="mod">
          <ac:chgData name="Samer Mouksassi" userId="c18f5e46-7090-425a-a75d-5998e99a8397" providerId="ADAL" clId="{CB773DE5-67C4-40BA-BAE6-D4998717D43E}" dt="2022-02-13T18:26:14.559" v="828"/>
          <ac:grpSpMkLst>
            <pc:docMk/>
            <pc:sldMk cId="1294973846" sldId="263"/>
            <ac:grpSpMk id="236" creationId="{2F0BF83E-82F6-49BC-9CAB-8C72A22F5D14}"/>
          </ac:grpSpMkLst>
        </pc:grpChg>
        <pc:grpChg chg="mod">
          <ac:chgData name="Samer Mouksassi" userId="c18f5e46-7090-425a-a75d-5998e99a8397" providerId="ADAL" clId="{CB773DE5-67C4-40BA-BAE6-D4998717D43E}" dt="2022-02-13T18:26:14.559" v="828"/>
          <ac:grpSpMkLst>
            <pc:docMk/>
            <pc:sldMk cId="1294973846" sldId="263"/>
            <ac:grpSpMk id="237" creationId="{06CABD1B-7786-4E8B-AE81-F76457048108}"/>
          </ac:grpSpMkLst>
        </pc:grpChg>
      </pc:sldChg>
      <pc:sldChg chg="addSp delSp modSp new mod">
        <pc:chgData name="Samer Mouksassi" userId="c18f5e46-7090-425a-a75d-5998e99a8397" providerId="ADAL" clId="{CB773DE5-67C4-40BA-BAE6-D4998717D43E}" dt="2022-02-14T09:02:12.451" v="1849" actId="207"/>
        <pc:sldMkLst>
          <pc:docMk/>
          <pc:sldMk cId="3918190293" sldId="264"/>
        </pc:sldMkLst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2" creationId="{E38C5360-FEBB-4712-A721-7D570CF3CE16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3" creationId="{A4A3AE1A-C6A6-419E-8476-AC6E3A63763C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4" creationId="{ABDE4CDD-CAAF-4C81-9B51-D031CEE936C2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5" creationId="{A1FCEA72-289F-41FA-9329-98B294AAEB67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6" creationId="{C71ACBEC-19CF-4284-81A0-239453194AAD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7" creationId="{C65FEF64-C2AE-4377-A8E5-17DE2839EDBF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8" creationId="{1E335BB9-1853-4D70-9BCE-FF88735CDFA3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9" creationId="{85D4513F-C4A4-48DD-BCFC-9A6A812F78AE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10" creationId="{B39ADC44-D463-4432-AE9B-5DD2E0944F89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11" creationId="{BB6D20B1-AEB1-4DCE-AD24-C949289F0E75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12" creationId="{F43D1731-F246-41AB-803A-E66149D7FCC8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13" creationId="{41419457-2C0F-4237-8F44-4FBEF6D4BB37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14" creationId="{3743162A-4CE1-498D-9B28-A9003D340DE4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15" creationId="{0A408FE7-4007-4964-B561-A9974C0E9318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16" creationId="{169705A7-AB19-48B6-A36F-C0A7B8CA6966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17" creationId="{45734074-0502-47D8-BA6A-257685B89D22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18" creationId="{F4E5EEAA-3DB9-41AF-B5CB-77907AF07CC8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19" creationId="{42AD0C9D-4BA4-4A65-8EFF-67BA9FD2A4A8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20" creationId="{413BFE69-592C-48D4-855F-A54DAE9C9733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21" creationId="{48C6C8B4-6493-4A09-851E-DDA6FC95F767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22" creationId="{9AC9F7C3-6576-4C98-AF9E-C2CB5C3602D0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23" creationId="{C521F559-6A52-407E-84B9-D7029A2B7E09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24" creationId="{4EEED4E2-3486-4F00-8648-7E5F8076E481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25" creationId="{94ABE69F-BBBF-44FB-981C-914477440DCE}"/>
          </ac:spMkLst>
        </pc:spChg>
        <pc:spChg chg="add del mod">
          <ac:chgData name="Samer Mouksassi" userId="c18f5e46-7090-425a-a75d-5998e99a8397" providerId="ADAL" clId="{CB773DE5-67C4-40BA-BAE6-D4998717D43E}" dt="2022-02-13T18:22:15.128" v="768" actId="478"/>
          <ac:spMkLst>
            <pc:docMk/>
            <pc:sldMk cId="3918190293" sldId="264"/>
            <ac:spMk id="26" creationId="{FF04F04B-90F0-42FF-9CF7-80BC0C4EC45E}"/>
          </ac:spMkLst>
        </pc:spChg>
        <pc:spChg chg="add del mod">
          <ac:chgData name="Samer Mouksassi" userId="c18f5e46-7090-425a-a75d-5998e99a8397" providerId="ADAL" clId="{CB773DE5-67C4-40BA-BAE6-D4998717D43E}" dt="2022-02-13T18:22:17.986" v="769" actId="478"/>
          <ac:spMkLst>
            <pc:docMk/>
            <pc:sldMk cId="3918190293" sldId="264"/>
            <ac:spMk id="27" creationId="{61D5713B-CE5F-4203-9CC0-06C97EF71402}"/>
          </ac:spMkLst>
        </pc:spChg>
        <pc:spChg chg="add del mod">
          <ac:chgData name="Samer Mouksassi" userId="c18f5e46-7090-425a-a75d-5998e99a8397" providerId="ADAL" clId="{CB773DE5-67C4-40BA-BAE6-D4998717D43E}" dt="2022-02-13T18:22:29.235" v="775" actId="478"/>
          <ac:spMkLst>
            <pc:docMk/>
            <pc:sldMk cId="3918190293" sldId="264"/>
            <ac:spMk id="28" creationId="{817DE851-63C4-4931-9F1A-FAFD6DDB2455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29" creationId="{3CC46A96-F8B4-42AE-B679-F2E6227425F4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30" creationId="{8EF9FBF3-A638-45FF-9AC4-E98EC9AB53EA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31" creationId="{33E21FBA-1B94-457B-B40B-9E0CC0010B86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32" creationId="{DC97D88D-8AC2-458E-9A9F-D1FB2DC4EA15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33" creationId="{03759C46-6693-4A8A-AF5E-930A65704496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34" creationId="{2B28DA6F-90B5-4AEA-AD84-D06B48E77FC4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35" creationId="{CCD13D77-FD86-4628-AD94-A8DCCC93A1B5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36" creationId="{32D9099C-2520-4D9A-8CC4-50450E8CF892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37" creationId="{6DF9AF80-C918-4D06-8529-9B49E9FD14F3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38" creationId="{F4CAB6E6-0E76-483C-8800-2672673379CC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39" creationId="{DAFFC745-318F-41B1-85F9-856C29FD21EF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40" creationId="{A1BA8CA3-FCA0-4831-9C2D-8B72277F19E0}"/>
          </ac:spMkLst>
        </pc:spChg>
        <pc:spChg chg="add del mod">
          <ac:chgData name="Samer Mouksassi" userId="c18f5e46-7090-425a-a75d-5998e99a8397" providerId="ADAL" clId="{CB773DE5-67C4-40BA-BAE6-D4998717D43E}" dt="2022-02-13T18:21:37.757" v="757" actId="478"/>
          <ac:spMkLst>
            <pc:docMk/>
            <pc:sldMk cId="3918190293" sldId="264"/>
            <ac:spMk id="41" creationId="{691446BE-48A8-49F0-B35A-EE439685CE7E}"/>
          </ac:spMkLst>
        </pc:spChg>
        <pc:spChg chg="add del mod">
          <ac:chgData name="Samer Mouksassi" userId="c18f5e46-7090-425a-a75d-5998e99a8397" providerId="ADAL" clId="{CB773DE5-67C4-40BA-BAE6-D4998717D43E}" dt="2022-02-13T18:21:37.757" v="757" actId="478"/>
          <ac:spMkLst>
            <pc:docMk/>
            <pc:sldMk cId="3918190293" sldId="264"/>
            <ac:spMk id="42" creationId="{C8EF84BC-D676-49C2-96EE-B7319713557C}"/>
          </ac:spMkLst>
        </pc:spChg>
        <pc:spChg chg="add del mod">
          <ac:chgData name="Samer Mouksassi" userId="c18f5e46-7090-425a-a75d-5998e99a8397" providerId="ADAL" clId="{CB773DE5-67C4-40BA-BAE6-D4998717D43E}" dt="2022-02-13T18:21:37.757" v="757" actId="478"/>
          <ac:spMkLst>
            <pc:docMk/>
            <pc:sldMk cId="3918190293" sldId="264"/>
            <ac:spMk id="43" creationId="{67541544-756C-439A-91CC-0DCC442C61D8}"/>
          </ac:spMkLst>
        </pc:spChg>
        <pc:spChg chg="add del mod">
          <ac:chgData name="Samer Mouksassi" userId="c18f5e46-7090-425a-a75d-5998e99a8397" providerId="ADAL" clId="{CB773DE5-67C4-40BA-BAE6-D4998717D43E}" dt="2022-02-13T18:21:37.757" v="757" actId="478"/>
          <ac:spMkLst>
            <pc:docMk/>
            <pc:sldMk cId="3918190293" sldId="264"/>
            <ac:spMk id="44" creationId="{D575FB1A-94ED-4EDC-AD8C-597A6885E3CF}"/>
          </ac:spMkLst>
        </pc:spChg>
        <pc:spChg chg="add del mod">
          <ac:chgData name="Samer Mouksassi" userId="c18f5e46-7090-425a-a75d-5998e99a8397" providerId="ADAL" clId="{CB773DE5-67C4-40BA-BAE6-D4998717D43E}" dt="2022-02-13T18:21:37.757" v="757" actId="478"/>
          <ac:spMkLst>
            <pc:docMk/>
            <pc:sldMk cId="3918190293" sldId="264"/>
            <ac:spMk id="45" creationId="{0E46E1BB-0C68-4281-9CA7-4A4E5CE271E5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46" creationId="{611EFDE5-29ED-4769-9614-E925D695BC39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47" creationId="{B7F9C05C-3EA2-488E-9276-0A79357A9D7A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48" creationId="{9CF87E1B-ADB5-4567-8BB9-900566A957FE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49" creationId="{63C5835C-BEB0-4DD4-A039-97BB25E77A64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50" creationId="{6931C6AA-E88D-4A22-B4C1-B3D0C110902A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51" creationId="{9C3886F9-F588-4E71-A024-CEA3B03572DA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52" creationId="{D71ED79B-04B9-4F70-B077-15D50939D6B8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53" creationId="{618D950A-5B27-4394-8872-1FBFDB3E4896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54" creationId="{7E4ACE8C-23BA-4975-9016-8C92C7C96594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55" creationId="{CB0B36E6-2FCA-4EDC-9062-67F6D78EE8E6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56" creationId="{5F7C2C0D-30A3-45DD-8A7D-95490D68C7FE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57" creationId="{0DB431BC-5090-4017-B8D5-8C4E02865F96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58" creationId="{AF1094EF-822D-40BF-B937-7F9B59728D57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59" creationId="{09BD503C-AEBB-4C67-9A17-CFB41266F831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60" creationId="{73236994-E19B-484D-8E28-0F5DE91F0AB4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61" creationId="{F7745B63-B4BB-4095-AEBA-C1E914D71D45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62" creationId="{97E18808-1851-4DDC-976F-1B8FD4083471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63" creationId="{A01A4615-03A0-42C9-8C54-35B7ADF6786B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64" creationId="{B711EC08-B2E2-4BA2-9096-4B24371E3C3E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65" creationId="{E64D0278-4334-4D1B-A7FF-6DEB42812DCF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66" creationId="{DA83BAB1-67AD-453B-BB23-26A35C903A03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67" creationId="{A4625661-6683-430C-98BD-EF69102FA410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68" creationId="{C6CEE16D-8367-40A6-AA7C-163DE887F549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69" creationId="{D01E1E07-4E1E-4EE5-A7A8-85A36E78457E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70" creationId="{FB8D1B8F-1AC0-4017-A646-A3BD9EE23325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71" creationId="{B248C16F-0C3C-4D5F-8A79-85AD9273BE39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72" creationId="{82E4D0D5-1FD7-4977-90CA-08B3081F941F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73" creationId="{C4AAFD71-801A-4577-90D7-553D5A9488E0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74" creationId="{F8F9ACEB-F011-4249-AE6C-771915B61AC4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75" creationId="{92414B63-9F9B-4566-B7C3-50FA0ABD5310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76" creationId="{61079F90-98A2-41D4-9ADE-C0E4F1077B10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77" creationId="{D9D56B39-D698-4E5B-80E6-3363C74D25FE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78" creationId="{799F3646-7B90-4DB1-8628-EE9CF4F5848A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79" creationId="{09D3B5F7-EEC2-49A0-89EF-7C0645A56924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80" creationId="{27ABF92D-1260-4CC0-85CA-8734D11978EC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81" creationId="{BD7EFD80-C33E-4293-B8F2-B77963624C19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82" creationId="{BD4E7377-B484-4D6C-9A9C-FBB8C36F201B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83" creationId="{BE95E773-04EC-42B3-827D-E650A4729614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84" creationId="{6D5D3220-BCEC-469F-895B-B32C186B0025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85" creationId="{50562E7D-95D3-41BC-B2AF-A39228D3B7E9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86" creationId="{E03F8470-5159-4E9F-8E97-2780FEE4A1CE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87" creationId="{21A42177-CFBB-48FA-A149-EE87591EE528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88" creationId="{523B833D-48FB-4B93-AB9A-D678C00A8B2E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89" creationId="{F721D41D-CFFD-4D84-8826-0A4DA293C7CF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90" creationId="{4783AB69-9AA0-4FC7-8B97-A697B03BC284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91" creationId="{D41E92D0-96B1-4E1A-A137-9AAA8E9E1C7F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92" creationId="{DDFE9C60-3953-44C9-825C-71B134735483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93" creationId="{7219B25F-0654-4312-ADB2-8A76F64AABFF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94" creationId="{2130BC23-50C3-4EC4-B311-8890566CF82A}"/>
          </ac:spMkLst>
        </pc:spChg>
        <pc:spChg chg="add del mod">
          <ac:chgData name="Samer Mouksassi" userId="c18f5e46-7090-425a-a75d-5998e99a8397" providerId="ADAL" clId="{CB773DE5-67C4-40BA-BAE6-D4998717D43E}" dt="2022-02-13T18:21:53.706" v="761" actId="478"/>
          <ac:spMkLst>
            <pc:docMk/>
            <pc:sldMk cId="3918190293" sldId="264"/>
            <ac:spMk id="95" creationId="{30B6C509-01BD-4B15-9D5A-0A50AED4FEC8}"/>
          </ac:spMkLst>
        </pc:spChg>
        <pc:spChg chg="add del mod">
          <ac:chgData name="Samer Mouksassi" userId="c18f5e46-7090-425a-a75d-5998e99a8397" providerId="ADAL" clId="{CB773DE5-67C4-40BA-BAE6-D4998717D43E}" dt="2022-02-13T18:21:53.147" v="760" actId="478"/>
          <ac:spMkLst>
            <pc:docMk/>
            <pc:sldMk cId="3918190293" sldId="264"/>
            <ac:spMk id="96" creationId="{D8D829AA-95AA-42A0-8631-ABC73942E563}"/>
          </ac:spMkLst>
        </pc:spChg>
        <pc:spChg chg="add del mod">
          <ac:chgData name="Samer Mouksassi" userId="c18f5e46-7090-425a-a75d-5998e99a8397" providerId="ADAL" clId="{CB773DE5-67C4-40BA-BAE6-D4998717D43E}" dt="2022-02-13T18:21:52.422" v="759" actId="478"/>
          <ac:spMkLst>
            <pc:docMk/>
            <pc:sldMk cId="3918190293" sldId="264"/>
            <ac:spMk id="97" creationId="{DF369D32-3EE3-4A75-AD6F-708003143FD4}"/>
          </ac:spMkLst>
        </pc:spChg>
        <pc:spChg chg="add del mod">
          <ac:chgData name="Samer Mouksassi" userId="c18f5e46-7090-425a-a75d-5998e99a8397" providerId="ADAL" clId="{CB773DE5-67C4-40BA-BAE6-D4998717D43E}" dt="2022-02-13T18:21:59.015" v="766" actId="478"/>
          <ac:spMkLst>
            <pc:docMk/>
            <pc:sldMk cId="3918190293" sldId="264"/>
            <ac:spMk id="98" creationId="{9883DBB2-2A35-4268-A859-2DDF45723E2B}"/>
          </ac:spMkLst>
        </pc:spChg>
        <pc:spChg chg="add del mod">
          <ac:chgData name="Samer Mouksassi" userId="c18f5e46-7090-425a-a75d-5998e99a8397" providerId="ADAL" clId="{CB773DE5-67C4-40BA-BAE6-D4998717D43E}" dt="2022-02-13T18:21:58.429" v="765" actId="478"/>
          <ac:spMkLst>
            <pc:docMk/>
            <pc:sldMk cId="3918190293" sldId="264"/>
            <ac:spMk id="99" creationId="{8A295116-A871-4022-A7D4-74825D020E8E}"/>
          </ac:spMkLst>
        </pc:spChg>
        <pc:spChg chg="add del mod">
          <ac:chgData name="Samer Mouksassi" userId="c18f5e46-7090-425a-a75d-5998e99a8397" providerId="ADAL" clId="{CB773DE5-67C4-40BA-BAE6-D4998717D43E}" dt="2022-02-13T18:21:57.846" v="764" actId="478"/>
          <ac:spMkLst>
            <pc:docMk/>
            <pc:sldMk cId="3918190293" sldId="264"/>
            <ac:spMk id="100" creationId="{E80C7015-EA3F-44DF-821F-CEC499BEB08B}"/>
          </ac:spMkLst>
        </pc:spChg>
        <pc:spChg chg="add del mod">
          <ac:chgData name="Samer Mouksassi" userId="c18f5e46-7090-425a-a75d-5998e99a8397" providerId="ADAL" clId="{CB773DE5-67C4-40BA-BAE6-D4998717D43E}" dt="2022-02-13T18:21:54.989" v="762" actId="478"/>
          <ac:spMkLst>
            <pc:docMk/>
            <pc:sldMk cId="3918190293" sldId="264"/>
            <ac:spMk id="101" creationId="{2BCC4C41-F9A5-44CF-AE06-1D1E3F29D1FE}"/>
          </ac:spMkLst>
        </pc:spChg>
        <pc:spChg chg="add del mod">
          <ac:chgData name="Samer Mouksassi" userId="c18f5e46-7090-425a-a75d-5998e99a8397" providerId="ADAL" clId="{CB773DE5-67C4-40BA-BAE6-D4998717D43E}" dt="2022-02-13T18:22:02.239" v="767" actId="478"/>
          <ac:spMkLst>
            <pc:docMk/>
            <pc:sldMk cId="3918190293" sldId="264"/>
            <ac:spMk id="102" creationId="{5237A745-8A9F-4022-B658-5AA5F618D87B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103" creationId="{07EBE74D-B284-45EA-A3DD-067F7FCF5508}"/>
          </ac:spMkLst>
        </pc:spChg>
        <pc:spChg chg="add mod">
          <ac:chgData name="Samer Mouksassi" userId="c18f5e46-7090-425a-a75d-5998e99a8397" providerId="ADAL" clId="{CB773DE5-67C4-40BA-BAE6-D4998717D43E}" dt="2022-02-13T18:22:38.686" v="776" actId="164"/>
          <ac:spMkLst>
            <pc:docMk/>
            <pc:sldMk cId="3918190293" sldId="264"/>
            <ac:spMk id="104" creationId="{3E5F1FA6-AF87-470C-A2B1-7883DFC5E407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07" creationId="{9F09380F-FCF3-4364-8803-8FF07114AB82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08" creationId="{D2F4A10D-F188-45A3-A500-96ABE27C4CE6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09" creationId="{CC74B0E1-E26F-496D-AE1E-9097391B36CF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10" creationId="{5AFE0224-622D-4C6F-B791-7B94E3E7C910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11" creationId="{2F05A2B8-35DB-4823-9B16-C239234E2D3A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12" creationId="{F23970D8-C491-4E20-B9F3-8D9035529674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13" creationId="{ED0815D4-13A4-4C0A-BB1C-79BE67F695AB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14" creationId="{FB2BCD28-2D46-4006-A450-DDCFE8750E53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15" creationId="{99B857D7-660E-4FB1-9AFE-4E2BB633FE30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16" creationId="{2F328426-40CC-4E06-850A-2E20E6FCB11C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17" creationId="{35A16626-1CCE-40CC-9B1E-5C24012D2983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18" creationId="{3E1ACBAD-8768-4237-A49B-4C686D978500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19" creationId="{C2D8F6C7-F17B-4430-B93D-93639B4B5B49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20" creationId="{57FC3C11-E9BF-46C4-B6F2-AA2F45A7A54E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21" creationId="{81545D20-93F3-4DB0-8D44-C071FC5226A1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22" creationId="{86A9768D-92B6-4E6F-9002-56D5E2C88FC9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23" creationId="{8156C3F7-4A22-4E03-8150-4036FC3EFC2F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24" creationId="{1595BCFC-24A9-4DC4-9D3E-9F5478582DF7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25" creationId="{3DCE191D-5FB1-4DE8-B5E3-59CDB151775F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26" creationId="{2C9B26A9-828E-4CFD-B479-FF1FEFF175F9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27" creationId="{04BA4C84-9035-4235-A1F7-7478DF9A17E6}"/>
          </ac:spMkLst>
        </pc:spChg>
        <pc:spChg chg="mod">
          <ac:chgData name="Samer Mouksassi" userId="c18f5e46-7090-425a-a75d-5998e99a8397" providerId="ADAL" clId="{CB773DE5-67C4-40BA-BAE6-D4998717D43E}" dt="2022-02-14T08:59:46.621" v="1787" actId="692"/>
          <ac:spMkLst>
            <pc:docMk/>
            <pc:sldMk cId="3918190293" sldId="264"/>
            <ac:spMk id="128" creationId="{07F0CDD0-D07F-4649-85E1-9C13B5A5A915}"/>
          </ac:spMkLst>
        </pc:spChg>
        <pc:spChg chg="mod">
          <ac:chgData name="Samer Mouksassi" userId="c18f5e46-7090-425a-a75d-5998e99a8397" providerId="ADAL" clId="{CB773DE5-67C4-40BA-BAE6-D4998717D43E}" dt="2022-02-14T09:00:25.363" v="1793" actId="692"/>
          <ac:spMkLst>
            <pc:docMk/>
            <pc:sldMk cId="3918190293" sldId="264"/>
            <ac:spMk id="129" creationId="{0BF1D2B2-E4B6-4B53-BD55-A90CD5D75739}"/>
          </ac:spMkLst>
        </pc:spChg>
        <pc:spChg chg="mod">
          <ac:chgData name="Samer Mouksassi" userId="c18f5e46-7090-425a-a75d-5998e99a8397" providerId="ADAL" clId="{CB773DE5-67C4-40BA-BAE6-D4998717D43E}" dt="2022-02-14T09:00:21.184" v="1792" actId="692"/>
          <ac:spMkLst>
            <pc:docMk/>
            <pc:sldMk cId="3918190293" sldId="264"/>
            <ac:spMk id="130" creationId="{327A6534-ACFB-4FD3-8199-B7B7283D041A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31" creationId="{E9C14C1C-58AC-4FAC-84CC-33A8B36DB845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32" creationId="{55101C62-A065-4607-9BAF-23C49E40F042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33" creationId="{E595F655-B4CA-4C99-9D0C-24304A010EE3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34" creationId="{05D4A5D5-BC1A-47C9-BBA1-31872C4D51BA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35" creationId="{F15F3F0D-8979-4210-82D9-718F2665FC98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36" creationId="{0EE0A3CF-725C-4226-84DD-C2AE8D9CE47F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37" creationId="{4B9630CF-AA5A-4670-B20A-D9294E57299A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38" creationId="{E22CE27A-7507-4D0E-937E-D2FD44FF917C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39" creationId="{0325FA8C-93B3-4AD0-B127-4E5F3E4C5031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40" creationId="{3DC8DAC0-E126-4B9D-AB7E-5894D2822994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41" creationId="{C5F45029-D23C-4CF1-9CF8-255AF288ABA4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42" creationId="{8305F2EF-CA51-4339-A11A-AA6C3871645D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43" creationId="{642A9B78-B9CA-44EF-B63D-808091ACA0E0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44" creationId="{EC456B18-7A12-4170-B8CD-E9D9522A9862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45" creationId="{2D2559CB-9813-4C5F-970A-55AE6432888E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46" creationId="{6B8ECEE7-F069-402D-A189-6FB3A8258555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47" creationId="{CEA03A5B-0BBF-4418-9A6D-B087F968B052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48" creationId="{FAEBC8B4-D914-4007-917E-C039A1EC7017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49" creationId="{F75A4973-C607-4AF6-80E1-A051DDD70B44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50" creationId="{BBA5030C-C70F-44C4-8732-97BFD24BDC26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51" creationId="{9C0DF531-A141-4F7C-AE7C-975A47DF93FB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52" creationId="{144DA988-7C12-4E8A-A43B-7116487ED508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53" creationId="{EBC92961-CE71-46E5-B68D-82B744E5D253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54" creationId="{25D43151-83D9-4F41-A51B-253337C48494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55" creationId="{FD844DF9-0A13-4D0A-AC6F-B687F1E628DA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56" creationId="{C138D1A0-30A3-4CEA-A79D-57DFFEEF4836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57" creationId="{DF4277A0-F78B-46EB-BAA3-32C9409C0B50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58" creationId="{16A4CE02-1BB5-4658-BDB4-EF9F5241EE8E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59" creationId="{FD6E26A8-D59B-475C-ACD9-4903688C3094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60" creationId="{1A07B30C-17C1-4100-969C-74268D88E52C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61" creationId="{4B487C4E-3DC0-43F5-B60E-1BE260B3E1C2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62" creationId="{3CD58E57-398F-4891-B5FD-93E2EF0737F3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63" creationId="{B72B996D-43AF-45E0-B938-687E9F5DF126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64" creationId="{FE321305-5BB1-42C9-8639-E586374222E8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65" creationId="{77635392-E7D8-487A-8B1A-9939EB368767}"/>
          </ac:spMkLst>
        </pc:spChg>
        <pc:spChg chg="mod">
          <ac:chgData name="Samer Mouksassi" userId="c18f5e46-7090-425a-a75d-5998e99a8397" providerId="ADAL" clId="{CB773DE5-67C4-40BA-BAE6-D4998717D43E}" dt="2022-02-14T09:00:17.808" v="1791" actId="692"/>
          <ac:spMkLst>
            <pc:docMk/>
            <pc:sldMk cId="3918190293" sldId="264"/>
            <ac:spMk id="166" creationId="{C7331EB8-7AAC-4548-AD87-68E34164D936}"/>
          </ac:spMkLst>
        </pc:spChg>
        <pc:spChg chg="mod">
          <ac:chgData name="Samer Mouksassi" userId="c18f5e46-7090-425a-a75d-5998e99a8397" providerId="ADAL" clId="{CB773DE5-67C4-40BA-BAE6-D4998717D43E}" dt="2022-02-13T18:39:30.002" v="1009" actId="403"/>
          <ac:spMkLst>
            <pc:docMk/>
            <pc:sldMk cId="3918190293" sldId="264"/>
            <ac:spMk id="167" creationId="{FB74F7B0-289A-428F-9D24-2E1452974F83}"/>
          </ac:spMkLst>
        </pc:spChg>
        <pc:spChg chg="del mod">
          <ac:chgData name="Samer Mouksassi" userId="c18f5e46-7090-425a-a75d-5998e99a8397" providerId="ADAL" clId="{CB773DE5-67C4-40BA-BAE6-D4998717D43E}" dt="2022-02-13T18:24:08.660" v="797" actId="478"/>
          <ac:spMkLst>
            <pc:docMk/>
            <pc:sldMk cId="3918190293" sldId="264"/>
            <ac:spMk id="168" creationId="{09C2B575-37FF-49A4-8C51-3DC41142B3B5}"/>
          </ac:spMkLst>
        </pc:spChg>
        <pc:spChg chg="add mod">
          <ac:chgData name="Samer Mouksassi" userId="c18f5e46-7090-425a-a75d-5998e99a8397" providerId="ADAL" clId="{CB773DE5-67C4-40BA-BAE6-D4998717D43E}" dt="2022-02-14T09:01:36.075" v="1846" actId="1076"/>
          <ac:spMkLst>
            <pc:docMk/>
            <pc:sldMk cId="3918190293" sldId="264"/>
            <ac:spMk id="168" creationId="{C8A0E841-A531-41AA-9647-785CB016FD87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69" creationId="{E5646A12-DE93-42BE-B0B8-C574E3A2766F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70" creationId="{EC54FC7F-2A0C-41D0-AA0D-2C3403A98641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71" creationId="{D1F1EEA8-E53E-40D9-B7CA-3D6054F7E2F3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72" creationId="{517E6DE3-917B-475A-8541-7A3F8190DF94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73" creationId="{EC3772CC-F3A8-4B11-B6F6-A484D382D428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74" creationId="{2F8FD8A4-F1FF-426A-92BB-E2B1C1593740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75" creationId="{F1BF473C-2ED6-4C5D-913F-09DA8A56A264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76" creationId="{63ABA83C-9E84-431D-81B4-B7D65E29CB89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77" creationId="{EE9D172E-FEF8-4587-8FB2-BE78381A1A1E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78" creationId="{13B8F7E1-F773-49F5-8C4C-99FB68E32173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79" creationId="{6817DFAD-7144-4306-990C-4A4CAFFD7717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80" creationId="{518C616B-2D18-4DC2-AF59-2C26A5B16CEE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81" creationId="{E92BA7C8-79EE-4BF2-94B7-AFD4143FB7CF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82" creationId="{5B4525BC-B5DF-488E-9F6A-DA53B3FF379D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83" creationId="{A2CDE23D-6749-46F6-8461-0AA59F3AE75E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84" creationId="{A0D9B867-2213-4192-A400-0D25311A286F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85" creationId="{CE57A48F-A4E4-4828-8AD4-B05597D7EA20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86" creationId="{D2CDF2B6-4295-400F-ACA2-0CC0A7A489E9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87" creationId="{5977ED92-6F1A-4470-94DB-C2384DDC3FB0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88" creationId="{CFD98C64-2D2B-4737-9799-270B02C6B500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89" creationId="{4E7BAE75-255F-4310-A993-738C2D2B44B8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90" creationId="{C151CB9B-1C87-4554-B5B2-68CA2579E59E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91" creationId="{6D7B10BD-E7B1-4CB3-B221-26A3E3B4A665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92" creationId="{B67115EF-A77E-4820-A49B-9A3A05A19C3A}"/>
          </ac:spMkLst>
        </pc:spChg>
        <pc:spChg chg="mod">
          <ac:chgData name="Samer Mouksassi" userId="c18f5e46-7090-425a-a75d-5998e99a8397" providerId="ADAL" clId="{CB773DE5-67C4-40BA-BAE6-D4998717D43E}" dt="2022-02-13T18:22:59.303" v="787"/>
          <ac:spMkLst>
            <pc:docMk/>
            <pc:sldMk cId="3918190293" sldId="264"/>
            <ac:spMk id="193" creationId="{C1C9162F-9378-4D48-BD6E-A5F8B4CCE527}"/>
          </ac:spMkLst>
        </pc:spChg>
        <pc:spChg chg="add mod">
          <ac:chgData name="Samer Mouksassi" userId="c18f5e46-7090-425a-a75d-5998e99a8397" providerId="ADAL" clId="{CB773DE5-67C4-40BA-BAE6-D4998717D43E}" dt="2022-02-13T18:23:19.740" v="789" actId="1076"/>
          <ac:spMkLst>
            <pc:docMk/>
            <pc:sldMk cId="3918190293" sldId="264"/>
            <ac:spMk id="194" creationId="{CE1C3A76-286C-4C88-B493-43B2D7AE218F}"/>
          </ac:spMkLst>
        </pc:spChg>
        <pc:spChg chg="add mod">
          <ac:chgData name="Samer Mouksassi" userId="c18f5e46-7090-425a-a75d-5998e99a8397" providerId="ADAL" clId="{CB773DE5-67C4-40BA-BAE6-D4998717D43E}" dt="2022-02-13T18:23:19.740" v="789" actId="1076"/>
          <ac:spMkLst>
            <pc:docMk/>
            <pc:sldMk cId="3918190293" sldId="264"/>
            <ac:spMk id="195" creationId="{366A8635-F129-4AE9-9461-95E14F0B02A2}"/>
          </ac:spMkLst>
        </pc:spChg>
        <pc:spChg chg="add mod">
          <ac:chgData name="Samer Mouksassi" userId="c18f5e46-7090-425a-a75d-5998e99a8397" providerId="ADAL" clId="{CB773DE5-67C4-40BA-BAE6-D4998717D43E}" dt="2022-02-13T18:23:27.883" v="791" actId="1076"/>
          <ac:spMkLst>
            <pc:docMk/>
            <pc:sldMk cId="3918190293" sldId="264"/>
            <ac:spMk id="196" creationId="{721B6AA7-940C-41B0-9DA4-45689E8611BB}"/>
          </ac:spMkLst>
        </pc:spChg>
        <pc:spChg chg="add del">
          <ac:chgData name="Samer Mouksassi" userId="c18f5e46-7090-425a-a75d-5998e99a8397" providerId="ADAL" clId="{CB773DE5-67C4-40BA-BAE6-D4998717D43E}" dt="2022-02-13T18:23:36.080" v="793" actId="22"/>
          <ac:spMkLst>
            <pc:docMk/>
            <pc:sldMk cId="3918190293" sldId="264"/>
            <ac:spMk id="198" creationId="{2C973C31-8135-4353-9B51-286CB280B381}"/>
          </ac:spMkLst>
        </pc:spChg>
        <pc:spChg chg="mod">
          <ac:chgData name="Samer Mouksassi" userId="c18f5e46-7090-425a-a75d-5998e99a8397" providerId="ADAL" clId="{CB773DE5-67C4-40BA-BAE6-D4998717D43E}" dt="2022-02-13T18:23:39.392" v="794"/>
          <ac:spMkLst>
            <pc:docMk/>
            <pc:sldMk cId="3918190293" sldId="264"/>
            <ac:spMk id="200" creationId="{3E2755AE-0607-475E-B74D-FA0D32CD0A7A}"/>
          </ac:spMkLst>
        </pc:spChg>
        <pc:spChg chg="mod">
          <ac:chgData name="Samer Mouksassi" userId="c18f5e46-7090-425a-a75d-5998e99a8397" providerId="ADAL" clId="{CB773DE5-67C4-40BA-BAE6-D4998717D43E}" dt="2022-02-13T18:23:39.392" v="794"/>
          <ac:spMkLst>
            <pc:docMk/>
            <pc:sldMk cId="3918190293" sldId="264"/>
            <ac:spMk id="201" creationId="{9F2DE77C-970F-43DB-8B98-71D063C003C0}"/>
          </ac:spMkLst>
        </pc:spChg>
        <pc:spChg chg="mod">
          <ac:chgData name="Samer Mouksassi" userId="c18f5e46-7090-425a-a75d-5998e99a8397" providerId="ADAL" clId="{CB773DE5-67C4-40BA-BAE6-D4998717D43E}" dt="2022-02-13T18:23:39.392" v="794"/>
          <ac:spMkLst>
            <pc:docMk/>
            <pc:sldMk cId="3918190293" sldId="264"/>
            <ac:spMk id="202" creationId="{B164845A-BF5D-4C29-A026-013EC9AAACD0}"/>
          </ac:spMkLst>
        </pc:spChg>
        <pc:spChg chg="add mod">
          <ac:chgData name="Samer Mouksassi" userId="c18f5e46-7090-425a-a75d-5998e99a8397" providerId="ADAL" clId="{CB773DE5-67C4-40BA-BAE6-D4998717D43E}" dt="2022-02-13T18:24:13.902" v="799" actId="1076"/>
          <ac:spMkLst>
            <pc:docMk/>
            <pc:sldMk cId="3918190293" sldId="264"/>
            <ac:spMk id="203" creationId="{FD789699-3079-423D-BA89-4DAFB658BE5D}"/>
          </ac:spMkLst>
        </pc:spChg>
        <pc:spChg chg="add mod">
          <ac:chgData name="Samer Mouksassi" userId="c18f5e46-7090-425a-a75d-5998e99a8397" providerId="ADAL" clId="{CB773DE5-67C4-40BA-BAE6-D4998717D43E}" dt="2022-02-13T18:39:34.726" v="1010" actId="403"/>
          <ac:spMkLst>
            <pc:docMk/>
            <pc:sldMk cId="3918190293" sldId="264"/>
            <ac:spMk id="204" creationId="{03FB44D3-0806-42B6-AF84-E89C51E1E710}"/>
          </ac:spMkLst>
        </pc:spChg>
        <pc:spChg chg="add mod">
          <ac:chgData name="Samer Mouksassi" userId="c18f5e46-7090-425a-a75d-5998e99a8397" providerId="ADAL" clId="{CB773DE5-67C4-40BA-BAE6-D4998717D43E}" dt="2022-02-14T09:02:12.451" v="1849" actId="207"/>
          <ac:spMkLst>
            <pc:docMk/>
            <pc:sldMk cId="3918190293" sldId="264"/>
            <ac:spMk id="205" creationId="{20099692-59E9-466D-A7F1-7BBE0D2E5E43}"/>
          </ac:spMkLst>
        </pc:spChg>
        <pc:spChg chg="add mod">
          <ac:chgData name="Samer Mouksassi" userId="c18f5e46-7090-425a-a75d-5998e99a8397" providerId="ADAL" clId="{CB773DE5-67C4-40BA-BAE6-D4998717D43E}" dt="2022-02-13T18:24:02.166" v="796" actId="1076"/>
          <ac:spMkLst>
            <pc:docMk/>
            <pc:sldMk cId="3918190293" sldId="264"/>
            <ac:spMk id="206" creationId="{3F081AD6-8D61-49F4-AE34-548F8AB64115}"/>
          </ac:spMkLst>
        </pc:spChg>
        <pc:spChg chg="add mod">
          <ac:chgData name="Samer Mouksassi" userId="c18f5e46-7090-425a-a75d-5998e99a8397" providerId="ADAL" clId="{CB773DE5-67C4-40BA-BAE6-D4998717D43E}" dt="2022-02-13T18:24:30.357" v="802" actId="1076"/>
          <ac:spMkLst>
            <pc:docMk/>
            <pc:sldMk cId="3918190293" sldId="264"/>
            <ac:spMk id="207" creationId="{4490E560-9250-446A-A0C0-8B805F16F79F}"/>
          </ac:spMkLst>
        </pc:spChg>
        <pc:spChg chg="add mod">
          <ac:chgData name="Samer Mouksassi" userId="c18f5e46-7090-425a-a75d-5998e99a8397" providerId="ADAL" clId="{CB773DE5-67C4-40BA-BAE6-D4998717D43E}" dt="2022-02-13T18:24:35.720" v="805" actId="1076"/>
          <ac:spMkLst>
            <pc:docMk/>
            <pc:sldMk cId="3918190293" sldId="264"/>
            <ac:spMk id="208" creationId="{B4BBE950-523B-4903-97EE-02FF640F7A63}"/>
          </ac:spMkLst>
        </pc:spChg>
        <pc:spChg chg="add mod">
          <ac:chgData name="Samer Mouksassi" userId="c18f5e46-7090-425a-a75d-5998e99a8397" providerId="ADAL" clId="{CB773DE5-67C4-40BA-BAE6-D4998717D43E}" dt="2022-02-13T18:24:52.459" v="814" actId="14100"/>
          <ac:spMkLst>
            <pc:docMk/>
            <pc:sldMk cId="3918190293" sldId="264"/>
            <ac:spMk id="209" creationId="{8F3F7631-01D1-4806-BD32-423BC126D310}"/>
          </ac:spMkLst>
        </pc:spChg>
        <pc:spChg chg="add mod">
          <ac:chgData name="Samer Mouksassi" userId="c18f5e46-7090-425a-a75d-5998e99a8397" providerId="ADAL" clId="{CB773DE5-67C4-40BA-BAE6-D4998717D43E}" dt="2022-02-13T18:25:10.565" v="815" actId="113"/>
          <ac:spMkLst>
            <pc:docMk/>
            <pc:sldMk cId="3918190293" sldId="264"/>
            <ac:spMk id="210" creationId="{0228A0F3-F22B-4DCA-913C-3B3734928ABE}"/>
          </ac:spMkLst>
        </pc:spChg>
        <pc:spChg chg="add del mod">
          <ac:chgData name="Samer Mouksassi" userId="c18f5e46-7090-425a-a75d-5998e99a8397" providerId="ADAL" clId="{CB773DE5-67C4-40BA-BAE6-D4998717D43E}" dt="2022-02-13T18:25:22.326" v="817"/>
          <ac:spMkLst>
            <pc:docMk/>
            <pc:sldMk cId="3918190293" sldId="264"/>
            <ac:spMk id="211" creationId="{F4F890B1-B7D5-4F60-A62B-9B6DDD55ED74}"/>
          </ac:spMkLst>
        </pc:spChg>
        <pc:spChg chg="add del mod">
          <ac:chgData name="Samer Mouksassi" userId="c18f5e46-7090-425a-a75d-5998e99a8397" providerId="ADAL" clId="{CB773DE5-67C4-40BA-BAE6-D4998717D43E}" dt="2022-02-13T18:25:22.326" v="817"/>
          <ac:spMkLst>
            <pc:docMk/>
            <pc:sldMk cId="3918190293" sldId="264"/>
            <ac:spMk id="212" creationId="{7C368C6C-4B46-4B7A-96A8-2C20C9E7AD9E}"/>
          </ac:spMkLst>
        </pc:spChg>
        <pc:spChg chg="add del mod">
          <ac:chgData name="Samer Mouksassi" userId="c18f5e46-7090-425a-a75d-5998e99a8397" providerId="ADAL" clId="{CB773DE5-67C4-40BA-BAE6-D4998717D43E}" dt="2022-02-13T18:25:22.326" v="817"/>
          <ac:spMkLst>
            <pc:docMk/>
            <pc:sldMk cId="3918190293" sldId="264"/>
            <ac:spMk id="213" creationId="{3EB28A31-43AB-475E-B85D-F001193BD020}"/>
          </ac:spMkLst>
        </pc:spChg>
        <pc:spChg chg="add del mod">
          <ac:chgData name="Samer Mouksassi" userId="c18f5e46-7090-425a-a75d-5998e99a8397" providerId="ADAL" clId="{CB773DE5-67C4-40BA-BAE6-D4998717D43E}" dt="2022-02-13T18:25:22.326" v="817"/>
          <ac:spMkLst>
            <pc:docMk/>
            <pc:sldMk cId="3918190293" sldId="264"/>
            <ac:spMk id="214" creationId="{3F7FAFB3-F4B9-44F6-BA09-761D235E889F}"/>
          </ac:spMkLst>
        </pc:spChg>
        <pc:spChg chg="add del mod">
          <ac:chgData name="Samer Mouksassi" userId="c18f5e46-7090-425a-a75d-5998e99a8397" providerId="ADAL" clId="{CB773DE5-67C4-40BA-BAE6-D4998717D43E}" dt="2022-02-13T18:25:22.326" v="817"/>
          <ac:spMkLst>
            <pc:docMk/>
            <pc:sldMk cId="3918190293" sldId="264"/>
            <ac:spMk id="215" creationId="{C8C01EB4-0D5D-4D24-80A7-AC31E5205D87}"/>
          </ac:spMkLst>
        </pc:spChg>
        <pc:spChg chg="add del mod">
          <ac:chgData name="Samer Mouksassi" userId="c18f5e46-7090-425a-a75d-5998e99a8397" providerId="ADAL" clId="{CB773DE5-67C4-40BA-BAE6-D4998717D43E}" dt="2022-02-13T18:25:22.326" v="817"/>
          <ac:spMkLst>
            <pc:docMk/>
            <pc:sldMk cId="3918190293" sldId="264"/>
            <ac:spMk id="216" creationId="{CE04C60D-889F-4E16-83F1-0CDA0102A5BD}"/>
          </ac:spMkLst>
        </pc:spChg>
        <pc:spChg chg="add del mod">
          <ac:chgData name="Samer Mouksassi" userId="c18f5e46-7090-425a-a75d-5998e99a8397" providerId="ADAL" clId="{CB773DE5-67C4-40BA-BAE6-D4998717D43E}" dt="2022-02-13T18:25:22.326" v="817"/>
          <ac:spMkLst>
            <pc:docMk/>
            <pc:sldMk cId="3918190293" sldId="264"/>
            <ac:spMk id="217" creationId="{78E71501-0B07-4B15-901A-1B093A094FDC}"/>
          </ac:spMkLst>
        </pc:spChg>
        <pc:spChg chg="add del mod">
          <ac:chgData name="Samer Mouksassi" userId="c18f5e46-7090-425a-a75d-5998e99a8397" providerId="ADAL" clId="{CB773DE5-67C4-40BA-BAE6-D4998717D43E}" dt="2022-02-13T18:25:22.326" v="817"/>
          <ac:spMkLst>
            <pc:docMk/>
            <pc:sldMk cId="3918190293" sldId="264"/>
            <ac:spMk id="218" creationId="{C363D533-4B5D-4F86-BA29-AECE8B72FF07}"/>
          </ac:spMkLst>
        </pc:spChg>
        <pc:spChg chg="add mod">
          <ac:chgData name="Samer Mouksassi" userId="c18f5e46-7090-425a-a75d-5998e99a8397" providerId="ADAL" clId="{CB773DE5-67C4-40BA-BAE6-D4998717D43E}" dt="2022-02-13T18:25:30.574" v="819" actId="1076"/>
          <ac:spMkLst>
            <pc:docMk/>
            <pc:sldMk cId="3918190293" sldId="264"/>
            <ac:spMk id="219" creationId="{77B9AD0F-5978-471D-93BB-CED07509D7FB}"/>
          </ac:spMkLst>
        </pc:spChg>
        <pc:spChg chg="add del mod">
          <ac:chgData name="Samer Mouksassi" userId="c18f5e46-7090-425a-a75d-5998e99a8397" providerId="ADAL" clId="{CB773DE5-67C4-40BA-BAE6-D4998717D43E}" dt="2022-02-13T18:25:57.717" v="824"/>
          <ac:spMkLst>
            <pc:docMk/>
            <pc:sldMk cId="3918190293" sldId="264"/>
            <ac:spMk id="220" creationId="{429B2AF4-7694-47DD-9C3E-73842101150B}"/>
          </ac:spMkLst>
        </pc:spChg>
        <pc:spChg chg="mod">
          <ac:chgData name="Samer Mouksassi" userId="c18f5e46-7090-425a-a75d-5998e99a8397" providerId="ADAL" clId="{CB773DE5-67C4-40BA-BAE6-D4998717D43E}" dt="2022-02-13T18:26:03.099" v="825"/>
          <ac:spMkLst>
            <pc:docMk/>
            <pc:sldMk cId="3918190293" sldId="264"/>
            <ac:spMk id="222" creationId="{8FD61471-A600-4E45-9BCD-1B0F3C074791}"/>
          </ac:spMkLst>
        </pc:spChg>
        <pc:spChg chg="mod">
          <ac:chgData name="Samer Mouksassi" userId="c18f5e46-7090-425a-a75d-5998e99a8397" providerId="ADAL" clId="{CB773DE5-67C4-40BA-BAE6-D4998717D43E}" dt="2022-02-13T18:26:03.099" v="825"/>
          <ac:spMkLst>
            <pc:docMk/>
            <pc:sldMk cId="3918190293" sldId="264"/>
            <ac:spMk id="225" creationId="{87E4381F-A839-46EE-BF04-139263F7B0B7}"/>
          </ac:spMkLst>
        </pc:spChg>
        <pc:spChg chg="mod">
          <ac:chgData name="Samer Mouksassi" userId="c18f5e46-7090-425a-a75d-5998e99a8397" providerId="ADAL" clId="{CB773DE5-67C4-40BA-BAE6-D4998717D43E}" dt="2022-02-13T18:26:03.099" v="825"/>
          <ac:spMkLst>
            <pc:docMk/>
            <pc:sldMk cId="3918190293" sldId="264"/>
            <ac:spMk id="226" creationId="{2100B564-51EE-415E-9C58-9534846E5FC2}"/>
          </ac:spMkLst>
        </pc:spChg>
        <pc:spChg chg="mod">
          <ac:chgData name="Samer Mouksassi" userId="c18f5e46-7090-425a-a75d-5998e99a8397" providerId="ADAL" clId="{CB773DE5-67C4-40BA-BAE6-D4998717D43E}" dt="2022-02-13T18:26:03.099" v="825"/>
          <ac:spMkLst>
            <pc:docMk/>
            <pc:sldMk cId="3918190293" sldId="264"/>
            <ac:spMk id="227" creationId="{5C256121-82BD-43FB-8361-F3BDC0B77AB1}"/>
          </ac:spMkLst>
        </pc:spChg>
        <pc:spChg chg="mod">
          <ac:chgData name="Samer Mouksassi" userId="c18f5e46-7090-425a-a75d-5998e99a8397" providerId="ADAL" clId="{CB773DE5-67C4-40BA-BAE6-D4998717D43E}" dt="2022-02-13T18:26:03.099" v="825"/>
          <ac:spMkLst>
            <pc:docMk/>
            <pc:sldMk cId="3918190293" sldId="264"/>
            <ac:spMk id="228" creationId="{ECEC99BC-DE96-4C48-9ED6-6653F5DFE587}"/>
          </ac:spMkLst>
        </pc:spChg>
        <pc:spChg chg="mod">
          <ac:chgData name="Samer Mouksassi" userId="c18f5e46-7090-425a-a75d-5998e99a8397" providerId="ADAL" clId="{CB773DE5-67C4-40BA-BAE6-D4998717D43E}" dt="2022-02-13T18:26:03.099" v="825"/>
          <ac:spMkLst>
            <pc:docMk/>
            <pc:sldMk cId="3918190293" sldId="264"/>
            <ac:spMk id="229" creationId="{5D55B07F-651D-4507-8E0F-7778809C9D50}"/>
          </ac:spMkLst>
        </pc:spChg>
        <pc:spChg chg="mod">
          <ac:chgData name="Samer Mouksassi" userId="c18f5e46-7090-425a-a75d-5998e99a8397" providerId="ADAL" clId="{CB773DE5-67C4-40BA-BAE6-D4998717D43E}" dt="2022-02-13T18:26:21.216" v="832"/>
          <ac:spMkLst>
            <pc:docMk/>
            <pc:sldMk cId="3918190293" sldId="264"/>
            <ac:spMk id="231" creationId="{DD64F1B0-FADD-4650-BA40-3DA6CCADCE10}"/>
          </ac:spMkLst>
        </pc:spChg>
        <pc:spChg chg="mod">
          <ac:chgData name="Samer Mouksassi" userId="c18f5e46-7090-425a-a75d-5998e99a8397" providerId="ADAL" clId="{CB773DE5-67C4-40BA-BAE6-D4998717D43E}" dt="2022-02-13T18:26:21.216" v="832"/>
          <ac:spMkLst>
            <pc:docMk/>
            <pc:sldMk cId="3918190293" sldId="264"/>
            <ac:spMk id="234" creationId="{8DCE8515-55FF-4A81-B849-CCE5DACA530D}"/>
          </ac:spMkLst>
        </pc:spChg>
        <pc:spChg chg="mod">
          <ac:chgData name="Samer Mouksassi" userId="c18f5e46-7090-425a-a75d-5998e99a8397" providerId="ADAL" clId="{CB773DE5-67C4-40BA-BAE6-D4998717D43E}" dt="2022-02-13T18:26:21.216" v="832"/>
          <ac:spMkLst>
            <pc:docMk/>
            <pc:sldMk cId="3918190293" sldId="264"/>
            <ac:spMk id="235" creationId="{B092FE27-15A9-40B0-8AB4-5251F136D788}"/>
          </ac:spMkLst>
        </pc:spChg>
        <pc:spChg chg="mod">
          <ac:chgData name="Samer Mouksassi" userId="c18f5e46-7090-425a-a75d-5998e99a8397" providerId="ADAL" clId="{CB773DE5-67C4-40BA-BAE6-D4998717D43E}" dt="2022-02-13T18:26:21.216" v="832"/>
          <ac:spMkLst>
            <pc:docMk/>
            <pc:sldMk cId="3918190293" sldId="264"/>
            <ac:spMk id="236" creationId="{66539F05-C50A-4E96-9398-22BC7BFE8CDF}"/>
          </ac:spMkLst>
        </pc:spChg>
        <pc:spChg chg="mod">
          <ac:chgData name="Samer Mouksassi" userId="c18f5e46-7090-425a-a75d-5998e99a8397" providerId="ADAL" clId="{CB773DE5-67C4-40BA-BAE6-D4998717D43E}" dt="2022-02-13T18:26:21.216" v="832"/>
          <ac:spMkLst>
            <pc:docMk/>
            <pc:sldMk cId="3918190293" sldId="264"/>
            <ac:spMk id="237" creationId="{A67C1015-5036-43ED-B869-3263201F298A}"/>
          </ac:spMkLst>
        </pc:spChg>
        <pc:spChg chg="mod">
          <ac:chgData name="Samer Mouksassi" userId="c18f5e46-7090-425a-a75d-5998e99a8397" providerId="ADAL" clId="{CB773DE5-67C4-40BA-BAE6-D4998717D43E}" dt="2022-02-13T18:26:21.216" v="832"/>
          <ac:spMkLst>
            <pc:docMk/>
            <pc:sldMk cId="3918190293" sldId="264"/>
            <ac:spMk id="238" creationId="{B6B55D0C-E02E-43CC-8D81-2451CB8FCC53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40" creationId="{EF635C6B-C02E-4C52-8287-26E0ED46611D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41" creationId="{A9289126-6FB4-46D7-8D33-8397F265571C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42" creationId="{42461FB4-2530-40D3-BB89-F65E545B6BD3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43" creationId="{91CE3C09-98A4-4159-819B-0038B9722BB3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44" creationId="{23DD8080-5A83-4D8E-B4AA-42A4EE960156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45" creationId="{43EEA4F2-C79D-46B1-8F5D-AF5F51FCCB6A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46" creationId="{C9172E09-FFD9-4B3D-B4FE-1EC56D7A53A6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47" creationId="{5B36F991-4DA6-4F33-BA50-92321ACFEF4D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48" creationId="{0289C1B8-BA1C-48D4-B85C-130B5A36661D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49" creationId="{5A050D1A-5837-4472-9C7C-1EE213BF3EA2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50" creationId="{0BD0A6B6-690C-49F0-B56A-DC44710E4BC2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51" creationId="{E20F80AD-DA00-4391-8ED0-D9B9856A5936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52" creationId="{252AA90D-ABE7-4AD6-92AC-596900E08B7B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53" creationId="{0D89E218-8BF8-4B76-9573-E324949B8E45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54" creationId="{8D31DBEC-A33A-4CAA-90ED-37D9798E569B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55" creationId="{C2613865-2F22-4D86-A2E8-86EC24D18EE1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56" creationId="{94B6A13B-83E1-4059-BA57-3993CFEE1B24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57" creationId="{84FF1000-56AC-4E3B-A250-23458D1E4E81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58" creationId="{D9CD2FF5-394F-47C0-9704-52FE7DAD874E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59" creationId="{15367157-F15A-46E4-A2F6-520C2ACE1466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60" creationId="{1AD5F02C-9832-4179-B160-DE1F2EDB1418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61" creationId="{A54DE14C-5A8F-4664-B59E-A99618656BAF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62" creationId="{6F8F0FAF-8B44-43BF-80BF-6A6F0BFC1891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63" creationId="{C65B473B-E618-44CD-B968-C177BF1A3AEE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64" creationId="{3CC4B60E-7266-40D6-84A2-A223255F512E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65" creationId="{17EE1CFB-BB28-473D-98D5-E761EA9042DF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66" creationId="{8DF66765-05C6-4107-8DB4-60FABECCF07F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67" creationId="{27E2E853-76FB-433A-B815-50BAB9608780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68" creationId="{35087D07-EF06-472A-BC2B-920C2260EFA5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69" creationId="{BB4835E1-960C-4239-AFDC-9F1D4137B9CB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70" creationId="{3C8B78E9-DDB9-4869-BF93-654B0605DDE5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71" creationId="{721445C8-AE54-4FCB-B7CC-D9A71DDC3651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72" creationId="{37712076-C0D6-4639-B3FD-16EB01BBC16B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73" creationId="{EA22E693-8140-4907-BC5C-FDD2B29DF1D5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74" creationId="{8387E7EF-10C2-4E3A-9CDD-B7ADFC9D355A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75" creationId="{7100A9E9-A256-41CC-90A4-34C2C8BC3FA3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76" creationId="{63094297-E669-4950-977C-8AC7F44253FF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77" creationId="{EFF1D7A4-0C74-4F8D-ABE0-5494FA0C26AB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78" creationId="{D97F5AA1-3E5C-44DF-AB47-CCCD9089A13F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79" creationId="{5FD9AB67-05ED-4C22-BE71-D12A4FB92B7F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80" creationId="{B4332032-DC8F-4699-9C14-E8BD7E83281F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81" creationId="{48154578-8AE5-41F8-989D-BCA49B6493AC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82" creationId="{75744AEE-4F72-46B7-AFE2-45BF7222D820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83" creationId="{7EFB8439-DC86-414E-A52A-622925995F9A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84" creationId="{CD7929F3-2337-4A36-A6E5-3192CD41EF30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85" creationId="{BC01BB48-B40E-42A8-B217-C252A667BFA7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86" creationId="{FB0B3FA6-E191-434F-A0F1-5751368B3D78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87" creationId="{FDFA0534-9BD5-4C53-B4AC-D4E5536CF708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88" creationId="{73AF4532-8575-4287-8BFC-EE4A3695AA84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89" creationId="{D2121181-836F-486F-A954-0713D22CC5CC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90" creationId="{DC16262A-3021-4A1A-8A78-194AA71EBC59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91" creationId="{30DF2D59-420C-4B23-B5EA-B77067A651A2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92" creationId="{72F94A28-6567-4682-A4C7-36C704D782E9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93" creationId="{AB787E0E-4EDA-4BC8-B07E-A81C99203D73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94" creationId="{175DB3A7-427C-4BF6-9F00-952B4EE68BAF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95" creationId="{6A5D66C5-844E-45F0-A4AE-58A079CC1DB8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96" creationId="{C9F76673-AAC5-4F73-9AE5-B4A6D73221F0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97" creationId="{E360DFAD-7A8C-4E34-8F49-32F8E3364683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98" creationId="{62057CC6-2341-4D0C-9794-1E7C74B44D73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299" creationId="{734EFAB5-F7B2-48F3-BF47-B0ACF17DFC54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00" creationId="{9AC76776-17C3-4309-B254-3BE4FF06332C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01" creationId="{EC115B84-978D-4D0E-B5CE-EEA23A30E4CE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02" creationId="{4BEF99F4-D61E-434F-A4BE-2DD175BFBC22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03" creationId="{3859ED6C-B3A9-43BE-8A5F-485B35EB63DD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04" creationId="{6526BE5E-85A3-467E-AED8-91D7D9964FA2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05" creationId="{272AC943-2723-4FD3-A55A-2FEAD74CF4B4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06" creationId="{10637279-6A65-420B-A8D3-84F1821089CE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07" creationId="{09087D11-1194-4764-BF89-59F8710C9221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08" creationId="{FC1BA642-BD76-428C-AF46-C0DB3346FE69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09" creationId="{CD9D9093-2A01-4544-84B8-8576E2ECD696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10" creationId="{B7D24F74-354C-4AB2-B7FA-59564F1733CF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11" creationId="{2CFACD9D-F42D-40AC-B472-F8E9074E9013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12" creationId="{AC6B2F7F-B32F-4DEF-A546-BE94E4B95D84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13" creationId="{353F87A3-FF0B-4DE9-944E-83336DB2DAC3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14" creationId="{BC8B46C4-5D8E-47D7-9417-4C3A473F7516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15" creationId="{2E57B285-1A04-41FD-895D-3612BFDC4867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16" creationId="{0B12A732-4A00-41EA-A7A4-0D56FE8F2C12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17" creationId="{1E187799-9CA9-4815-903E-9169660718C5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18" creationId="{A244FE41-3DC1-4BB6-BFD8-D2FCC9525A60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19" creationId="{ECE14CD2-E507-42D4-8FEE-1739FEBC7EB8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20" creationId="{B13D0708-CB63-4660-B31B-8511C0D414CE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21" creationId="{3362A805-A663-486B-829C-E0472884C2B0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22" creationId="{86A4BDDB-89D9-43C4-B240-6913DDCD250B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23" creationId="{A1A77789-6DF0-4758-8FBA-E5F18B4722D4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24" creationId="{67F10E5F-A800-44E0-ACC3-513A1357DAD9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25" creationId="{131AD3E0-3518-4884-AA75-BD465204BA14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26" creationId="{2FF4633E-A352-4593-9351-96E8487A4449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27" creationId="{8E6BF3D8-44BB-4AD5-949F-BF1E2A7701F4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28" creationId="{2C5D25EE-ED03-410F-8DD5-03E4B2251D01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29" creationId="{F5F961A1-CB8C-477C-AAF9-DF55BCB26197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30" creationId="{A6DD9BA8-4A53-47B3-B697-BFEBC17B3000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31" creationId="{B97E97A3-B069-43D7-B913-BFB3752A0B45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32" creationId="{8557991B-DD31-44C0-AB4D-2353130EE199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33" creationId="{CF7D60AD-C9C5-4E3B-88AF-76B8F81C4A47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34" creationId="{25346D68-F500-46D1-B7CB-DF6BAD30C47B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35" creationId="{C53137BA-49E6-4C79-8694-F6D17CE31DF4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36" creationId="{3E92BCC0-D7C0-4142-AFC1-BB6D60939E86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37" creationId="{D074ABC5-115C-4962-AAB5-B0AD11F62BC1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38" creationId="{E2462D2F-AB28-4A7F-B311-B14B6F23320F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39" creationId="{7098495E-26D5-4D0A-81E7-D4BD71A39F45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40" creationId="{6584F47A-A7FD-4FBB-ABA9-792EB25D57E4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41" creationId="{ABF9C89D-194F-43BB-B6AC-C20DFEEADB7A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42" creationId="{32759A1E-D4F1-4EBA-90B8-9C511B2A43F4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43" creationId="{CC483A44-00B4-41DE-AA01-C392A743F7DF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44" creationId="{98D23407-B008-4671-80C9-1F9D71193089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45" creationId="{54A58C3C-DCD0-4D6D-BB1C-8ECEB5502333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46" creationId="{236C685C-6814-491D-A09A-03631A43B520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47" creationId="{330F4E4F-8271-42B5-954A-BA4083C7BC5B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48" creationId="{550E2DAB-A3D0-4046-B770-412855E20B81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49" creationId="{B8A84062-6BFF-4033-8438-28E0E57883D4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50" creationId="{9A165029-177C-464E-859C-43118F5E9B80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51" creationId="{67ED0E73-530F-4A28-9064-8C39F56CB886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52" creationId="{0F44241D-4EF4-4B83-B33D-D129E1D2F91F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53" creationId="{F732CF27-7FCF-4589-A4D7-532A72B3005A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54" creationId="{7669A477-4789-4956-939A-0BB94BBB57BD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55" creationId="{DFE398CE-EAD8-4283-BCCC-7483318699C5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56" creationId="{9F6B511B-1D33-4130-86F0-0C0B18ED99CA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57" creationId="{0C2F287A-2344-4207-97A8-0CC0F31B3934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58" creationId="{CDA1F66C-1E92-42F0-B5B1-18D9FE9D9DFB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59" creationId="{9EF5D29E-D136-4DE1-9E80-DEFEF061F99D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60" creationId="{63705FD8-425A-44C3-8C06-138F722FD424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61" creationId="{7C3991C7-5DC6-4FDD-AC60-22D6723E7F40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62" creationId="{93BCB070-56EB-4C76-9EAD-98D559674CFC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63" creationId="{AF0B9E3B-3026-4F85-BA28-CC50450EFEBC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64" creationId="{1BAF3B85-2962-46C0-BB1F-9179C02A511B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65" creationId="{94F13AC0-C098-4818-8098-3753584E4967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66" creationId="{A2FC8EAD-8B47-4B40-BA57-A63F12F49110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67" creationId="{BCD55C1E-7301-4611-999F-C7C7DF0474BB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68" creationId="{2A11D7D3-55B3-4772-BCF8-D19A07503CF0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69" creationId="{2CC5840B-29AB-4245-A576-1DC31851902A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70" creationId="{AC919C9E-17CF-403D-9FAB-AD6371F9B22C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71" creationId="{6067FDAA-1A77-41D2-B17D-84BD906B2302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72" creationId="{1826AAF6-A1FE-4038-A9FB-3C62A86984F7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73" creationId="{86DEDF43-0B15-419E-9B99-4E59333D454D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74" creationId="{04E96EB7-0F2A-4B31-B4D3-2C9D9F2105FE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75" creationId="{ED0FD0EE-141C-4418-ABDB-E095F80653BC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76" creationId="{1289C09D-5523-4E38-96B6-EE7335251921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77" creationId="{DC55AC91-2775-4F8E-8BEB-08F0BCCAFE37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78" creationId="{C53A36CF-E443-4EC2-BDCA-FA33EE3E3853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79" creationId="{E76129A0-4628-43A0-9467-CCE3B7B40D79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80" creationId="{0CBB4812-98A8-4DAA-BA4E-CB6AC6B33F98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81" creationId="{307CD5E0-C6E5-4465-A895-74D40DE595CB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82" creationId="{73AF442F-90EE-41E4-AF8B-C660B5357596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83" creationId="{247303BA-0EC2-4DDF-B4EA-C71EED5A4F0D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84" creationId="{24DE441B-0328-49EF-85CC-765D0E2DE1BE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85" creationId="{B83CB636-4561-467E-81F1-85869E54E0B5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86" creationId="{0C234830-1322-4ABC-B271-98B2B766B745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87" creationId="{BAC7FACA-9ABF-444A-B49A-E6715AA4EA56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88" creationId="{3F364057-1EF6-4EBE-9907-04353DEA1AAB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89" creationId="{F9685EC5-F281-457C-B3A8-F4460EAE09F7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90" creationId="{26C5438E-57D3-4653-8D7D-8A55D97E1151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91" creationId="{A95AC873-6F81-471D-BCF1-56E9F0445155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92" creationId="{5F0D3CEC-4A68-4BA6-8464-D57E0ABA83FF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93" creationId="{F6124CE7-DF76-4FB3-BC44-92ED20A40F56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94" creationId="{00A3DB80-B19F-43BF-A362-BB145C1680D3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95" creationId="{CD40426E-D3F0-4919-9CA9-8F8DEBDE0D49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96" creationId="{00586F08-473C-41F0-B3E2-5927CE1D8280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97" creationId="{B6275DC1-CEBC-4488-8FA9-FFA17AB04302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98" creationId="{490048E9-831D-4F14-82D1-F33E09DB6639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399" creationId="{DFE7C417-31F1-4123-937B-E398D54C3DE0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00" creationId="{A2F7E7B4-9C2F-40E2-9D52-137C10D1F518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01" creationId="{98827B68-DE0A-44BC-BE8E-3D6FAEDF8D73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02" creationId="{1D4639D0-54F7-4B84-9097-FEF4C9CA7A80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03" creationId="{06AE3A98-00EC-4DB1-BBF1-1DDF14ED2F05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04" creationId="{9EA5FE06-FC19-4696-BFB9-E86B5323F1C3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05" creationId="{3A5ABB2E-FAD2-4399-B62E-7D3EF6BE4A0D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06" creationId="{A19BCE2E-0A3F-4720-B8F5-54A027D380A5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07" creationId="{DF60934B-E6A4-4355-8FB3-037613578B61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08" creationId="{083E7C93-AD55-426F-8510-1FC4AE8B0E5B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09" creationId="{3DD69717-A71A-40BF-A0C6-577ABEC53C41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10" creationId="{511BFA08-2506-4522-A363-4F7E0564049A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11" creationId="{0CFD6BAE-536F-4743-AD3C-A9B2CDC4004C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12" creationId="{229E4E52-39A7-4F24-8E1A-E9F968A79243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13" creationId="{3D22B3AE-8894-4F36-9D44-949987E842E0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14" creationId="{5627FAB5-4417-4A84-9438-5A1CCFC34C5A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15" creationId="{088A9122-C4A7-427D-BD49-F77AF437DF27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16" creationId="{C4FF00B4-5C99-46C1-8519-EA635D5EDE27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17" creationId="{1860EB1E-A1DA-422C-A82E-706A1F618846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18" creationId="{2446492B-63A5-4297-9543-5E19873403CE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19" creationId="{9FB38E1C-6720-4960-AAF3-AA331F369AD2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20" creationId="{BB412B7B-A595-4F92-9309-3D9751A1BAD6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21" creationId="{718CA649-BDEF-45A4-BDA9-DA31598B3E55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22" creationId="{DEC6F9E8-6202-4CC2-94FF-B635D9EB49AB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23" creationId="{463AB873-D3E3-4D77-AC6C-96FBEA3A40AE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24" creationId="{CFE05FB2-3380-4A04-A79E-0975289A8DE2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25" creationId="{CF3A808A-8AE1-4617-8DFF-C8F41ABE7DBA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26" creationId="{5326F6D6-2604-4085-8375-470CE69F5AC2}"/>
          </ac:spMkLst>
        </pc:spChg>
        <pc:spChg chg="mod">
          <ac:chgData name="Samer Mouksassi" userId="c18f5e46-7090-425a-a75d-5998e99a8397" providerId="ADAL" clId="{CB773DE5-67C4-40BA-BAE6-D4998717D43E}" dt="2022-02-13T18:27:09.881" v="839"/>
          <ac:spMkLst>
            <pc:docMk/>
            <pc:sldMk cId="3918190293" sldId="264"/>
            <ac:spMk id="427" creationId="{78B73172-BE8A-435B-8CFF-07AABEAE74DB}"/>
          </ac:spMkLst>
        </pc:spChg>
        <pc:grpChg chg="add del mod">
          <ac:chgData name="Samer Mouksassi" userId="c18f5e46-7090-425a-a75d-5998e99a8397" providerId="ADAL" clId="{CB773DE5-67C4-40BA-BAE6-D4998717D43E}" dt="2022-02-13T18:22:39.519" v="777" actId="21"/>
          <ac:grpSpMkLst>
            <pc:docMk/>
            <pc:sldMk cId="3918190293" sldId="264"/>
            <ac:grpSpMk id="105" creationId="{DEB80BE3-FD2E-40AA-905D-1B391F4A8B84}"/>
          </ac:grpSpMkLst>
        </pc:grpChg>
        <pc:grpChg chg="add mod">
          <ac:chgData name="Samer Mouksassi" userId="c18f5e46-7090-425a-a75d-5998e99a8397" providerId="ADAL" clId="{CB773DE5-67C4-40BA-BAE6-D4998717D43E}" dt="2022-02-13T18:24:45.115" v="811" actId="1076"/>
          <ac:grpSpMkLst>
            <pc:docMk/>
            <pc:sldMk cId="3918190293" sldId="264"/>
            <ac:grpSpMk id="106" creationId="{366810C1-FDC3-4887-813E-E0E896F157ED}"/>
          </ac:grpSpMkLst>
        </pc:grpChg>
        <pc:grpChg chg="add mod">
          <ac:chgData name="Samer Mouksassi" userId="c18f5e46-7090-425a-a75d-5998e99a8397" providerId="ADAL" clId="{CB773DE5-67C4-40BA-BAE6-D4998717D43E}" dt="2022-02-13T18:23:39.392" v="794"/>
          <ac:grpSpMkLst>
            <pc:docMk/>
            <pc:sldMk cId="3918190293" sldId="264"/>
            <ac:grpSpMk id="199" creationId="{9605A86A-18C2-4640-B074-E2631FD4929D}"/>
          </ac:grpSpMkLst>
        </pc:grpChg>
        <pc:grpChg chg="add del mod">
          <ac:chgData name="Samer Mouksassi" userId="c18f5e46-7090-425a-a75d-5998e99a8397" providerId="ADAL" clId="{CB773DE5-67C4-40BA-BAE6-D4998717D43E}" dt="2022-02-13T18:26:20.845" v="831" actId="478"/>
          <ac:grpSpMkLst>
            <pc:docMk/>
            <pc:sldMk cId="3918190293" sldId="264"/>
            <ac:grpSpMk id="221" creationId="{D4B7173F-9B65-4FB2-9819-FA28F789F6F7}"/>
          </ac:grpSpMkLst>
        </pc:grpChg>
        <pc:grpChg chg="mod">
          <ac:chgData name="Samer Mouksassi" userId="c18f5e46-7090-425a-a75d-5998e99a8397" providerId="ADAL" clId="{CB773DE5-67C4-40BA-BAE6-D4998717D43E}" dt="2022-02-13T18:26:03.099" v="825"/>
          <ac:grpSpMkLst>
            <pc:docMk/>
            <pc:sldMk cId="3918190293" sldId="264"/>
            <ac:grpSpMk id="223" creationId="{E935594F-050C-4786-A806-1404E7D3591D}"/>
          </ac:grpSpMkLst>
        </pc:grpChg>
        <pc:grpChg chg="mod">
          <ac:chgData name="Samer Mouksassi" userId="c18f5e46-7090-425a-a75d-5998e99a8397" providerId="ADAL" clId="{CB773DE5-67C4-40BA-BAE6-D4998717D43E}" dt="2022-02-13T18:26:03.099" v="825"/>
          <ac:grpSpMkLst>
            <pc:docMk/>
            <pc:sldMk cId="3918190293" sldId="264"/>
            <ac:grpSpMk id="224" creationId="{634A0B5E-D07C-493E-81AD-C3323F805EBC}"/>
          </ac:grpSpMkLst>
        </pc:grpChg>
        <pc:grpChg chg="add mod">
          <ac:chgData name="Samer Mouksassi" userId="c18f5e46-7090-425a-a75d-5998e99a8397" providerId="ADAL" clId="{CB773DE5-67C4-40BA-BAE6-D4998717D43E}" dt="2022-02-13T18:26:21.216" v="832"/>
          <ac:grpSpMkLst>
            <pc:docMk/>
            <pc:sldMk cId="3918190293" sldId="264"/>
            <ac:grpSpMk id="230" creationId="{DDB90FAB-88CB-4F30-A053-E8B12CD1C390}"/>
          </ac:grpSpMkLst>
        </pc:grpChg>
        <pc:grpChg chg="mod">
          <ac:chgData name="Samer Mouksassi" userId="c18f5e46-7090-425a-a75d-5998e99a8397" providerId="ADAL" clId="{CB773DE5-67C4-40BA-BAE6-D4998717D43E}" dt="2022-02-13T18:26:21.216" v="832"/>
          <ac:grpSpMkLst>
            <pc:docMk/>
            <pc:sldMk cId="3918190293" sldId="264"/>
            <ac:grpSpMk id="232" creationId="{73BF09E6-97BA-4CEB-B198-55DB85B92CAB}"/>
          </ac:grpSpMkLst>
        </pc:grpChg>
        <pc:grpChg chg="mod">
          <ac:chgData name="Samer Mouksassi" userId="c18f5e46-7090-425a-a75d-5998e99a8397" providerId="ADAL" clId="{CB773DE5-67C4-40BA-BAE6-D4998717D43E}" dt="2022-02-13T18:26:21.216" v="832"/>
          <ac:grpSpMkLst>
            <pc:docMk/>
            <pc:sldMk cId="3918190293" sldId="264"/>
            <ac:grpSpMk id="233" creationId="{FE840910-65C0-4C86-ABA2-A4BD16F29AA4}"/>
          </ac:grpSpMkLst>
        </pc:grpChg>
        <pc:grpChg chg="add del mod">
          <ac:chgData name="Samer Mouksassi" userId="c18f5e46-7090-425a-a75d-5998e99a8397" providerId="ADAL" clId="{CB773DE5-67C4-40BA-BAE6-D4998717D43E}" dt="2022-02-13T18:27:15.820" v="841" actId="21"/>
          <ac:grpSpMkLst>
            <pc:docMk/>
            <pc:sldMk cId="3918190293" sldId="264"/>
            <ac:grpSpMk id="239" creationId="{E16E139B-AB8F-40BE-BCF7-420DFF46A75B}"/>
          </ac:grpSpMkLst>
        </pc:grpChg>
      </pc:sldChg>
      <pc:sldChg chg="addSp delSp modSp new mod">
        <pc:chgData name="Samer Mouksassi" userId="c18f5e46-7090-425a-a75d-5998e99a8397" providerId="ADAL" clId="{CB773DE5-67C4-40BA-BAE6-D4998717D43E}" dt="2022-02-14T09:00:07.228" v="1790" actId="692"/>
        <pc:sldMkLst>
          <pc:docMk/>
          <pc:sldMk cId="2597689228" sldId="265"/>
        </pc:sldMkLst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2" creationId="{954673D3-B0B3-442C-919E-A97D99CEA725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3" creationId="{75A1CC9A-5AAB-4F22-81E8-A5182597BC14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4" creationId="{F83A650F-0F06-4B82-83D5-5C23E47034FA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5" creationId="{B02214EF-C14D-4855-A24F-1FDCC4FE2511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6" creationId="{BEF784CA-4966-4E7C-BAF7-124C8BAD9507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7" creationId="{C784F8FB-51F7-46E3-AAB3-392A6B827F71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8" creationId="{AA626F59-7A64-4E76-8726-08A443C442E8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9" creationId="{1E563186-48EB-47AF-990B-404B90601E4A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0" creationId="{E3CECE07-11EF-4BE6-A8DE-5D401734901A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1" creationId="{05B72D91-A388-48EB-8D8C-AB24FCA17F00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2" creationId="{3518F245-1D74-47B7-80CD-95CDF3A8843E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3" creationId="{4DD8A7A9-0EAF-4F3C-98E0-FA50D9AADF42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4" creationId="{C6572160-8637-4316-8979-ABE96C69BAF3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5" creationId="{6906A132-CDAD-4F6F-AF37-AECAE5DD9A1A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6" creationId="{6725886C-B350-4BDC-ABC5-5071CB461C36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7" creationId="{7493A66D-C0A0-421E-919A-F9A1989FE853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8" creationId="{FFF687B9-BB90-4091-AA76-CFCCBC17004B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9" creationId="{238EFE4D-ED4E-4022-8B9E-535310CDD3D6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20" creationId="{69DE69C4-A3F4-40AC-AEA2-960CB9B406BA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21" creationId="{198C753B-326C-48B3-91D6-312DA1270665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22" creationId="{DDE94C5F-E784-4444-BFD4-CEC88961D99A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23" creationId="{C7594A35-BF1F-441B-B6CD-B1CBBB6DFD75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24" creationId="{B646F4D1-50AF-4E2F-B7B6-F2E35414830F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25" creationId="{E74F752E-E294-4C35-8464-FE1E601DBEB7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26" creationId="{93ACA272-97A2-4831-9A21-991ED496FC97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27" creationId="{7F0FB995-F964-4BC5-B35F-50060EE4F0BE}"/>
          </ac:spMkLst>
        </pc:spChg>
        <pc:spChg chg="add del mod">
          <ac:chgData name="Samer Mouksassi" userId="c18f5e46-7090-425a-a75d-5998e99a8397" providerId="ADAL" clId="{CB773DE5-67C4-40BA-BAE6-D4998717D43E}" dt="2022-02-13T18:27:02.671" v="836" actId="478"/>
          <ac:spMkLst>
            <pc:docMk/>
            <pc:sldMk cId="2597689228" sldId="265"/>
            <ac:spMk id="28" creationId="{6B5E2E41-CB50-44B1-BD88-9958492E807D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29" creationId="{CE7F6106-7889-44D3-BD39-5B9799EFA2EF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30" creationId="{F81DA893-46D9-46D5-99CD-68294EDEFC70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31" creationId="{D7211799-A7C1-463D-8013-7421CAC1D52E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32" creationId="{31C9F43B-DECA-4217-BB4E-3AC8E3566859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33" creationId="{666AA278-0611-4DEB-8DEC-FA9008206653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34" creationId="{B6DAA1EC-1C1E-4311-AC42-0883953CFCED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35" creationId="{87DD1479-E549-400F-A903-C37CAE14F430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36" creationId="{5F910043-BFD6-4614-8FDC-0F45C875589F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37" creationId="{068A1FC3-3F4F-4CB3-AAB2-8F8C94533C5C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38" creationId="{AB1B109F-9769-4D4D-80CA-D4D271BBAF7C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39" creationId="{B65DBE91-B740-4F0E-9CE0-121351C2B916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40" creationId="{A5E43E27-F461-443E-AC6F-7AE8B3DBEBFC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41" creationId="{64281D90-15E7-4324-9B94-622616F8A31C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42" creationId="{A2F4535E-65FE-4F42-88FA-BDEDA93BDD4F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43" creationId="{9B4850A9-1431-4571-9BA7-26601F2379B0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44" creationId="{C6E48429-F436-461B-B091-5AB567D5BAD2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45" creationId="{4B375068-A049-4250-8712-9AC775E086DF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46" creationId="{8254AAD3-A9A5-4734-9C3C-C6A45767910F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47" creationId="{396AFF87-E4CC-4B4D-9EB2-6DE4D6E150AA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48" creationId="{FF103290-AB18-403A-AAA4-DD46CEC8FB98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49" creationId="{83011771-A76B-4E13-BDDB-C1C7EB285FA4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50" creationId="{4AEB51F4-B2EC-4F82-9D47-588FEF1B7277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51" creationId="{73B8494F-B9CE-44DD-A9B1-FB3E7ED87BD8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52" creationId="{5DC69903-BC48-4D3C-84FA-3D9B60AFF503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53" creationId="{A23D961C-3B2E-4CD2-8F94-2881AB7513DA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54" creationId="{458C974F-2405-447E-AA01-E3BA781669DC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55" creationId="{35303068-A0DB-4FD6-9A59-579CD68F5315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56" creationId="{5BD460B0-8E1C-4320-8868-79D96764C5D9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57" creationId="{46D4CFBE-2F4A-4752-AE3E-BA355C5398EA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58" creationId="{988F50C7-DA8D-4252-A6B3-C25E0B50B25D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59" creationId="{4A4FD9A6-3488-4CEA-A328-1B218C003179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60" creationId="{66150080-5A03-49AB-82E5-62D1E184D65D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61" creationId="{6C466A4B-72BE-4724-AF59-5CC2AE0B949D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62" creationId="{38B4480C-8D5F-44FB-AF81-143124E76732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63" creationId="{4B44DFE7-614D-444F-B290-12E04AB5E6AD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64" creationId="{C3E4E7FF-FAE2-47A2-9109-A8AF99E05963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65" creationId="{AFFBB24A-C495-4231-AC3F-54CF188FD00A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66" creationId="{F1373737-61A3-4D3E-A8C3-D099BFCE07C1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67" creationId="{6A92BF67-2033-44C1-9D69-F356FEE4D23C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68" creationId="{EAEDEAC5-5BAB-4199-8393-9136C5DE681C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69" creationId="{967EAF08-87FB-4237-B1F8-A1D866060A64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70" creationId="{95E8DA22-E8A4-4D66-9C1C-E4B84C83FC0F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71" creationId="{AE4BB075-F626-4324-BAB1-3AFF0C444B56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72" creationId="{C1F0881B-1B49-4BC2-880A-A36D45A04A88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73" creationId="{76441EB1-4C82-4B5A-BE7B-64E4CC040ECB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74" creationId="{40F42707-8552-4D25-8BD0-A6419C1068D1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75" creationId="{3F74709B-3268-45C9-BF44-3316C4A6EA36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76" creationId="{5979CB28-58DD-41A8-931F-121CDB007721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77" creationId="{AE55BEB4-DCB1-4F7C-883C-7DBE908DEE5B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78" creationId="{C7976E73-5040-4AD2-AE43-8A6EB0FEB6F4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79" creationId="{2F141989-88C3-4303-B61E-2CE7207C1A6A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80" creationId="{C68D23C7-3248-483C-BFEC-FBB8526F1BC0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81" creationId="{1E2D7E59-B2BD-4B05-814A-81081ADF42AF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82" creationId="{B3C5EFFC-7C8C-4BF6-A836-986F07A031F0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83" creationId="{CEF48F09-828D-4A55-9280-C27A1AB9DB6E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84" creationId="{538E69CA-BAE0-4D02-8C42-BBA78D172E4C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85" creationId="{622E652D-A67A-4428-94ED-D2C2B6E9D032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86" creationId="{FBBE9721-66B5-4DAF-80BD-C65EEB1899A9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87" creationId="{A0DAEBBD-B141-47E9-92F9-2B1FB5D8E41B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88" creationId="{315C0A43-670F-4C8C-B882-5049C2BB4081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89" creationId="{AC3D1A7C-C805-40CE-BE24-758010AE6237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90" creationId="{2FEC4594-DF88-42EB-8488-019B465F97CA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91" creationId="{18E6F982-B607-4DFC-9C55-9C7A63150729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92" creationId="{9F19FFD5-EAEB-453E-AE97-3C513F7095D7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93" creationId="{E8B681C0-B7FF-4154-AA47-9CC35D63D91C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94" creationId="{0144B096-7AEF-4925-AB35-F852AB56A092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95" creationId="{3856F5C7-B495-4044-BB3B-ECC4BEE3FA64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96" creationId="{DE853637-71E6-4EFA-BFAD-94FA8FC385CB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97" creationId="{3B449F6C-01F8-4654-A25B-C799505E3F54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98" creationId="{B0F8782C-A4E3-442C-98C4-F253C75DE3A2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99" creationId="{CD412BDE-9C3C-42C8-A715-0B88F81D08D2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00" creationId="{966D7426-459E-4C0A-8FAA-4E2AC882299D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01" creationId="{B6CD53B4-676B-4E33-AA60-B3A70663F790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02" creationId="{A4D95800-C011-487F-B3F9-316C4C797680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03" creationId="{1B7BC700-0346-4B40-B18D-849568A3529C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04" creationId="{7E13A91B-A882-4EB5-8805-0CFD8B923353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05" creationId="{A30EEEE3-B0E8-436F-BBB0-561467149A95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06" creationId="{FAC6967C-D001-468A-89E9-A421E0527492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07" creationId="{9C87C7B3-2A97-4F0E-B1DA-699CCDA28F59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08" creationId="{92FC5F4A-0850-40F3-A42F-BF432910F2B1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09" creationId="{49EF738A-4BEA-4A0D-9C59-B8F2409FB199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10" creationId="{5DD31EEC-57DF-48F7-8D52-0C2746A5A24F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11" creationId="{BC2D9C1A-5CA8-4133-82FB-B4C3BB1EBDF3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12" creationId="{15AB75BD-1702-4837-953D-FE0D3AC2685B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13" creationId="{04F4AADA-3DFF-4D70-9594-6A9321C131D9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14" creationId="{C42FC48A-3361-41FA-8E01-4D0D71618760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15" creationId="{BBEF18C2-7B30-478B-AE0E-A1F8F7F01534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16" creationId="{5379C42F-C282-4233-9E1D-6C449B8C3EC1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17" creationId="{B91F0449-908E-4687-AEB8-486049ABE10D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18" creationId="{B02C07AE-D96A-48FF-9F88-54D746FB237F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19" creationId="{1A53F491-CF53-43BB-9A42-9B9B744B9E34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20" creationId="{B086D06A-A560-480B-B82D-228FF6EF3488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21" creationId="{D86FE156-0289-44BD-B013-8C53D87D114A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22" creationId="{A463FCC0-4DD6-4372-BE52-265EDB97FABD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23" creationId="{ADCFCFA0-BEFA-4694-9112-82FA4E013943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24" creationId="{CB9DAF0B-0D7F-4308-BAC9-D9418DA1C560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25" creationId="{18023EF7-3544-4E2B-BA7B-7A0D02AE7409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26" creationId="{CB43842B-6777-4016-9B48-CAF6E837BEE5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27" creationId="{C2114417-4B88-4B5C-922D-6775C01420B3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28" creationId="{050DF7BC-7BE0-46FA-92AF-78502E9BBEA2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29" creationId="{1B5285E1-2582-48C8-A126-EC34F494547D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30" creationId="{E0E9E3F0-31AA-41B7-BF66-0786B5E39016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31" creationId="{971F3F9C-CCE4-4C12-9683-48F4665D5CE0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32" creationId="{74926B0C-56A6-4945-9F13-A801F9309B32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33" creationId="{DC3B7E87-E174-42E9-BD1E-039DCD737BC4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34" creationId="{7E5A3BAE-D2B0-4568-9A07-BD33CB92D067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35" creationId="{C27C0038-92D9-4606-8E91-493273BEF042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36" creationId="{55C531CB-0577-41EB-85F7-E7039C6230C4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37" creationId="{03BFB605-9A82-403B-A1D5-BEFA14F3605D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38" creationId="{66112AA5-7393-49D1-B013-04E1BE1A81F4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39" creationId="{E1F9CAD3-CA85-4415-9C95-619159B45B66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40" creationId="{32800EB6-D441-4B32-9118-442B48312327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41" creationId="{8117171B-E202-4515-BAA0-236D7E819568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42" creationId="{010BE6D5-0A8C-44FA-9029-56FC87C6BA88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43" creationId="{A9E95A0E-4449-404A-888F-26F7F651A876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44" creationId="{5CA733CA-E168-4239-9098-73EBBC4ADDA0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45" creationId="{C3892309-73FB-4187-BFEE-7FC179218109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46" creationId="{01CB65B0-5C43-4821-80C0-5F42331CDE25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47" creationId="{3E36DB3C-F8F4-43C1-9687-2337E50D6F0C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48" creationId="{3B03AF66-A97F-4AE8-AAF4-EF3AA61B1BE6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49" creationId="{CD0AD332-5B32-41CC-87E6-19DD25A8BBB1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50" creationId="{5246A578-5FBE-4E6A-8A75-C793AEC31E4B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51" creationId="{19FDF948-85DB-4A6F-AA67-4D577D498C45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52" creationId="{3E6E192E-D6FA-4CA8-A2C2-BB870C4375BE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53" creationId="{DCD258F3-B225-4E9D-8A84-B13415A27F3D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54" creationId="{6DE4814B-4A1B-424B-B555-0C8786F4FF86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55" creationId="{908D0BBA-4896-4317-B971-D7C657526FD7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56" creationId="{A6727A4B-A103-4259-BAF0-5AE1F505922D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57" creationId="{A740AF03-14A1-4B30-A3DC-1CF8A1D49127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58" creationId="{0EC4F0C9-68CD-4516-8660-CE1F539F71F9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59" creationId="{48527E72-8578-42DB-9098-AEE4D3F406AB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60" creationId="{88F66B6C-4724-43A8-BE45-A57ED72446A0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61" creationId="{3A2F077B-438E-4B5E-8287-34851F7034B0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62" creationId="{AC287919-0EFC-4C83-B4FC-0F3AFACA2172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63" creationId="{85655BA6-3C86-4032-BDD1-60FC43C12494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64" creationId="{6C31A7DE-E60D-432F-BC33-B5C83D34C5EE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65" creationId="{045F459B-D3A3-4669-8E88-DB4F80009D85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66" creationId="{3D893EFA-BACD-415D-AE3E-E7D5D658A1EC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67" creationId="{05E63F2F-D258-4991-B740-52F951319CEA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68" creationId="{1360297B-83E2-4E4D-A25B-A28ADBBB04FD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69" creationId="{B30BB900-8E44-4E56-8A7E-E157069CC9CF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70" creationId="{B1A5EFBB-85B5-4A9A-9592-A494CCC000C5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71" creationId="{AE8564AF-A598-40F3-9348-6444CE974CA7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72" creationId="{C4CFCBF7-3BA1-48D4-A701-BECE812E10FE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73" creationId="{E3F2E5C7-767B-4711-8FAA-FAA17B07D683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74" creationId="{D88BE404-0084-4F98-B514-E3BE745C9EBC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75" creationId="{88A3F1EC-05A1-4891-943E-96498FC3EF44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76" creationId="{0F324942-E390-4CCE-B7E6-1D052B7311EA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77" creationId="{4F613A04-4526-451F-8458-81C39C5B7665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78" creationId="{6878C07A-A6E8-4519-8EE7-058AEC409829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79" creationId="{D0EACD57-A93B-421A-8D3F-452C29165972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80" creationId="{D7EA90D0-C7E9-4C37-BDEA-92A315EBE0D7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81" creationId="{98A63239-D405-4309-9FDD-B07F82B41CB4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82" creationId="{F5D9480C-DD24-4542-9DC0-8654B5DF7A3B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83" creationId="{962875E4-698E-4781-8946-775340BC824A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84" creationId="{AF86E6A3-113E-48DA-A06C-BEE039A47AF7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85" creationId="{5F69B23A-D66A-4CF4-93E7-80F94B053822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86" creationId="{B0B53E58-6A71-4E54-AFA0-BC6AEC8A49DC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87" creationId="{4D4F3C8C-8BE9-49F0-B9D2-71EF1BC7FE7D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88" creationId="{4377FFC5-3BA7-4DEC-B0A6-1701E7C36465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89" creationId="{5D13BF49-0E04-4AC7-80DA-7703D974A0EB}"/>
          </ac:spMkLst>
        </pc:spChg>
        <pc:spChg chg="add mod">
          <ac:chgData name="Samer Mouksassi" userId="c18f5e46-7090-425a-a75d-5998e99a8397" providerId="ADAL" clId="{CB773DE5-67C4-40BA-BAE6-D4998717D43E}" dt="2022-02-13T18:27:07.440" v="837" actId="164"/>
          <ac:spMkLst>
            <pc:docMk/>
            <pc:sldMk cId="2597689228" sldId="265"/>
            <ac:spMk id="190" creationId="{3406DDD2-97FA-4928-B302-49A8DD40C57F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193" creationId="{4E7C5928-E911-4971-BA8A-72F5FF74A35F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194" creationId="{412040C7-8765-4895-AA03-0FBF24B6628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195" creationId="{A7A8A99B-B700-40C4-8A59-3A06620C8236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196" creationId="{538A5863-9012-4C30-AD76-30641A9B2769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197" creationId="{178C0750-87A1-4DD1-8D93-8B272FA218A0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198" creationId="{65F791FE-FCBC-41AE-8FF0-F420BF194FDE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199" creationId="{2814B44D-DC01-41E9-A13F-B0D5D5DAB377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00" creationId="{82226A0B-349C-41F1-B375-14E7C662417C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01" creationId="{B38FA4B3-AB13-44CF-8818-A651ED5239C9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02" creationId="{BFE2C666-DA5D-426B-98A5-E28E6DDED502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03" creationId="{F65484E4-28CC-4F82-BDE0-D58F5A936157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04" creationId="{5234AE1B-58E4-4819-938A-534756DC335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05" creationId="{01F4E4D2-C3A8-493E-918A-570C7D686BA5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06" creationId="{12E98BDC-E6BD-4FB5-8953-E43111689E5B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07" creationId="{CD6572E2-9709-4BB5-A9D0-90C35408B5C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08" creationId="{BA22F15B-D92F-4CCF-9E49-C75F92E7B7CF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09" creationId="{42CAC065-009C-4D8B-84B9-D132C934DB76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10" creationId="{10DA6EFB-3DBF-4128-BFB0-D58AD07F3EB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11" creationId="{3C59F222-0CFD-40D5-8DF3-C568B36809BB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12" creationId="{C9C0E89D-92B9-4435-947E-23C739B9F228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13" creationId="{056F9133-CF00-4ADF-9ED2-2FC661C1ED70}"/>
          </ac:spMkLst>
        </pc:spChg>
        <pc:spChg chg="mod">
          <ac:chgData name="Samer Mouksassi" userId="c18f5e46-7090-425a-a75d-5998e99a8397" providerId="ADAL" clId="{CB773DE5-67C4-40BA-BAE6-D4998717D43E}" dt="2022-02-14T08:59:51.525" v="1788" actId="692"/>
          <ac:spMkLst>
            <pc:docMk/>
            <pc:sldMk cId="2597689228" sldId="265"/>
            <ac:spMk id="214" creationId="{2F8A3496-60AD-4536-93AB-3CA1BDA027DE}"/>
          </ac:spMkLst>
        </pc:spChg>
        <pc:spChg chg="mod">
          <ac:chgData name="Samer Mouksassi" userId="c18f5e46-7090-425a-a75d-5998e99a8397" providerId="ADAL" clId="{CB773DE5-67C4-40BA-BAE6-D4998717D43E}" dt="2022-02-14T09:00:07.228" v="1790" actId="692"/>
          <ac:spMkLst>
            <pc:docMk/>
            <pc:sldMk cId="2597689228" sldId="265"/>
            <ac:spMk id="215" creationId="{8A3A3D52-908C-4936-9ABE-A614FA0D2A96}"/>
          </ac:spMkLst>
        </pc:spChg>
        <pc:spChg chg="mod">
          <ac:chgData name="Samer Mouksassi" userId="c18f5e46-7090-425a-a75d-5998e99a8397" providerId="ADAL" clId="{CB773DE5-67C4-40BA-BAE6-D4998717D43E}" dt="2022-02-14T08:59:59.969" v="1789" actId="692"/>
          <ac:spMkLst>
            <pc:docMk/>
            <pc:sldMk cId="2597689228" sldId="265"/>
            <ac:spMk id="216" creationId="{87BA8153-91F2-4902-B97B-BD33605205C6}"/>
          </ac:spMkLst>
        </pc:spChg>
        <pc:spChg chg="del mod">
          <ac:chgData name="Samer Mouksassi" userId="c18f5e46-7090-425a-a75d-5998e99a8397" providerId="ADAL" clId="{CB773DE5-67C4-40BA-BAE6-D4998717D43E}" dt="2022-02-13T18:27:45.291" v="846" actId="478"/>
          <ac:spMkLst>
            <pc:docMk/>
            <pc:sldMk cId="2597689228" sldId="265"/>
            <ac:spMk id="217" creationId="{2E226AC0-C54F-48E4-8955-16B924E6E1C5}"/>
          </ac:spMkLst>
        </pc:spChg>
        <pc:spChg chg="del mod">
          <ac:chgData name="Samer Mouksassi" userId="c18f5e46-7090-425a-a75d-5998e99a8397" providerId="ADAL" clId="{CB773DE5-67C4-40BA-BAE6-D4998717D43E}" dt="2022-02-13T18:27:48.505" v="847" actId="478"/>
          <ac:spMkLst>
            <pc:docMk/>
            <pc:sldMk cId="2597689228" sldId="265"/>
            <ac:spMk id="218" creationId="{74AAF870-DCA7-4B68-84E2-D842B34E94CA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19" creationId="{7017A7F1-1CBF-43BA-BFAC-54DA26B607EE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20" creationId="{AE34CE2D-AA74-4C24-84F2-EA42A29C3340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21" creationId="{C72528DC-FA33-474D-ACAA-7491BD36A764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22" creationId="{8D66B644-2C01-4B1B-9EEA-8C896A8645D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23" creationId="{8BDC5CBA-FCEC-41A8-8D73-B9C0E0285830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24" creationId="{20402FCF-C233-40BA-98F6-1FF64B5C3477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25" creationId="{1F2D3B70-DF86-4F2B-9810-B06A7288D30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26" creationId="{A3E003BB-BA6B-43DF-8A3D-CABC6BD910EA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27" creationId="{1D7B8391-1F27-43A5-A868-5C25CA4F2D96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28" creationId="{E495F11D-944F-4639-A929-250C6A6BAD6D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29" creationId="{508AA216-B8F4-4A9D-BFA9-2C2143639116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30" creationId="{6ABA28A9-4F38-40D6-B82A-9608DEAACE97}"/>
          </ac:spMkLst>
        </pc:spChg>
        <pc:spChg chg="del mod">
          <ac:chgData name="Samer Mouksassi" userId="c18f5e46-7090-425a-a75d-5998e99a8397" providerId="ADAL" clId="{CB773DE5-67C4-40BA-BAE6-D4998717D43E}" dt="2022-02-13T18:28:10.623" v="852" actId="478"/>
          <ac:spMkLst>
            <pc:docMk/>
            <pc:sldMk cId="2597689228" sldId="265"/>
            <ac:spMk id="231" creationId="{A97B63D8-9BD0-4E78-A86D-825588779CA6}"/>
          </ac:spMkLst>
        </pc:spChg>
        <pc:spChg chg="del mod">
          <ac:chgData name="Samer Mouksassi" userId="c18f5e46-7090-425a-a75d-5998e99a8397" providerId="ADAL" clId="{CB773DE5-67C4-40BA-BAE6-D4998717D43E}" dt="2022-02-13T18:28:12.106" v="853" actId="478"/>
          <ac:spMkLst>
            <pc:docMk/>
            <pc:sldMk cId="2597689228" sldId="265"/>
            <ac:spMk id="232" creationId="{CD8AC006-4713-4E8A-82F4-FD569B7B4CEF}"/>
          </ac:spMkLst>
        </pc:spChg>
        <pc:spChg chg="del mod">
          <ac:chgData name="Samer Mouksassi" userId="c18f5e46-7090-425a-a75d-5998e99a8397" providerId="ADAL" clId="{CB773DE5-67C4-40BA-BAE6-D4998717D43E}" dt="2022-02-13T18:28:13.771" v="854" actId="478"/>
          <ac:spMkLst>
            <pc:docMk/>
            <pc:sldMk cId="2597689228" sldId="265"/>
            <ac:spMk id="233" creationId="{D9689840-00D8-477C-A5A2-541C73717C2E}"/>
          </ac:spMkLst>
        </pc:spChg>
        <pc:spChg chg="del mod">
          <ac:chgData name="Samer Mouksassi" userId="c18f5e46-7090-425a-a75d-5998e99a8397" providerId="ADAL" clId="{CB773DE5-67C4-40BA-BAE6-D4998717D43E}" dt="2022-02-13T18:28:15.077" v="855" actId="478"/>
          <ac:spMkLst>
            <pc:docMk/>
            <pc:sldMk cId="2597689228" sldId="265"/>
            <ac:spMk id="234" creationId="{8BA47D03-1F34-4908-AC6B-5EB938626F6E}"/>
          </ac:spMkLst>
        </pc:spChg>
        <pc:spChg chg="del mod">
          <ac:chgData name="Samer Mouksassi" userId="c18f5e46-7090-425a-a75d-5998e99a8397" providerId="ADAL" clId="{CB773DE5-67C4-40BA-BAE6-D4998717D43E}" dt="2022-02-13T18:28:16.477" v="856" actId="478"/>
          <ac:spMkLst>
            <pc:docMk/>
            <pc:sldMk cId="2597689228" sldId="265"/>
            <ac:spMk id="235" creationId="{2A450CD9-656D-4BF5-9CA2-1C97A9307984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36" creationId="{C1460E80-A698-43A6-B709-EA7405D54704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37" creationId="{81B6B7D3-4DEE-4EEB-9075-EDF83808F4E9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38" creationId="{88864F04-86D9-4277-8B0E-08B5F2C5E48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39" creationId="{BEA97FEA-B723-427C-874F-4F18E35198D2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40" creationId="{96749222-7495-4591-98AC-BB3170AAF176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41" creationId="{E2F7F1B9-4BB8-4CF3-A94B-9F52B2865BCB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42" creationId="{8AEBA80F-285A-4FA0-8E32-56CD1724C38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43" creationId="{EB3BAB5E-5C65-4378-989C-92AE31A3244F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44" creationId="{E9E7F257-958B-43FB-8A57-D398A4F1475C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45" creationId="{7288A221-9D51-4551-9CF6-9CE05F07FF67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46" creationId="{756DF4A7-63B0-4E65-A5B1-166A6252206D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47" creationId="{E14827DD-ED13-4D0B-AC26-0CD5DBF89416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48" creationId="{98BFA961-F3AC-4183-A5B7-5101767DD56A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49" creationId="{D0ACA353-8BBC-4C13-BE3E-99645305D1F2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50" creationId="{A1F9B118-94EA-439D-852D-E13FCBF41B50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51" creationId="{989EB896-10AB-4368-B87B-D61E92A5C3EF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52" creationId="{1CDA3A99-F022-4905-A861-AE3BAA3B5DDF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53" creationId="{1B5168F5-DA8D-4D6D-B704-8AF91D5C2929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54" creationId="{A8C0D6FE-2068-4148-A5D9-62127F4E1B37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55" creationId="{DA596F25-5292-44A0-AAF2-503908BF6FF6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56" creationId="{5EE23AEF-6D74-440E-B7BA-EA56D730E14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57" creationId="{CD79D019-6BA5-4320-8938-85D37162DF3C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58" creationId="{78C9E722-AC5E-4D9F-8306-17AFE8033A3D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59" creationId="{56B3E80C-DD94-4456-804A-2C9E64BE238D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60" creationId="{0176B8B6-DD7F-44D3-AF1D-F027035FF6F9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61" creationId="{04C59AAC-19A0-45F3-96BA-85CF8DDB0749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62" creationId="{1FA0E0AD-4051-4FFE-9B3F-091A17DB4986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63" creationId="{E487762A-9CEA-4FA9-A7C9-F328DBF433F3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64" creationId="{563710E1-E74F-4198-938A-CCFF2A31A672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65" creationId="{F96D0238-9423-4539-8AAE-F1CD240A229B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66" creationId="{DF96CBBD-F5BC-4DD5-B091-F8675C3962C7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67" creationId="{0569745E-A42E-4D15-B795-2B9B91E23337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68" creationId="{2B8FDAF1-D88A-4A18-BDB9-B51C4C93A4C4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69" creationId="{412C2BBB-F4C5-43CB-B58E-2CB1CF6D731F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70" creationId="{9F0BD262-442F-47DB-999A-2F6367E24989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71" creationId="{EC602D57-A023-4539-907F-CC37A68E4692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72" creationId="{50D6CD99-E1CA-431F-99D5-30995F4D54D5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73" creationId="{3A0098AD-6E6E-422D-B3A7-22D42A8CCFA5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74" creationId="{ECBA7E77-F16C-43E0-A8F9-7CFEFEB2B8B2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75" creationId="{1BCE7A9F-DFCC-40B9-91BA-1F75A04AE119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76" creationId="{98EC0929-DD3A-49D0-9D38-10AD742B5FFE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77" creationId="{BA3EAB69-77EA-4A29-823E-8BCEB8DCE883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78" creationId="{05FCE506-4440-4899-8EA1-99AE7A592AD3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79" creationId="{585E9DD8-8C86-40E2-AEF2-A89629A0EEDE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80" creationId="{6B31B941-8079-4F26-965E-4423652E7336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81" creationId="{605F3E02-869D-4A76-B197-16FF02767B02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82" creationId="{0383DC8D-6BDD-40CC-B216-00E0A034BCB8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83" creationId="{219F6D71-43BA-4EE9-B347-44F937F5FCB5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84" creationId="{10950995-16C2-4AF3-9027-FE749C58F3B7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85" creationId="{8270D3FE-266B-41EA-BBA8-D8CA4396CF50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86" creationId="{8652E13E-DAC0-4E03-BDF4-2A1A76A3960D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87" creationId="{27A51D4A-3377-414F-8E27-ABDBB3348475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88" creationId="{539FA4DB-46DA-4A0B-B0D5-AF471751270B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89" creationId="{09B090ED-E1FF-445D-9A95-DB0CCA1B487E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90" creationId="{BE579311-8C05-4045-A850-0FC2FCF725A5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91" creationId="{0820344D-AEB3-4328-8621-6A8665FD6F46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92" creationId="{99E15D99-68AA-4158-B6CF-28C839FC36E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93" creationId="{9D758B68-4A3B-40D8-BB1F-BCE220ED2AD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94" creationId="{5ADD5BDD-AFDF-4CB7-B67B-FD0BC3D7B8B5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95" creationId="{28C5F882-FAAC-4E81-9720-4B2DDAD94AC3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96" creationId="{5214BEAB-485A-4F3C-BA9C-B09972FE9B13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97" creationId="{F2D5B04D-DE0C-4EC3-956A-C021CE84E587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98" creationId="{9B7D46E0-BE49-4BB1-AF4A-24662B430CE9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299" creationId="{54866F7C-0060-4909-9CA2-55FD137688EC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00" creationId="{FB1026BA-55B9-47F7-A66A-3D5BDEE049E7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01" creationId="{C1F06952-F7C8-4E66-8183-115B74FE6D8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02" creationId="{EB1D926C-DE28-4F6E-BBD9-4A87E3739480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03" creationId="{0A72F2DB-877E-4A2B-94C8-906179F6CEE5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04" creationId="{9C5BB59C-1440-4463-94F9-8135CB4F5CE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05" creationId="{5ED685E0-DED0-427C-9BE7-F9358A0045E5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06" creationId="{0028ABF7-776F-419B-9FDB-B426BC0A557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07" creationId="{0668519C-ADC0-4ED2-9AC7-00FE8770044E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08" creationId="{1ADECF24-E010-438B-9E10-EA3CD8E3897B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09" creationId="{F81359B3-E932-4A45-8BB7-EF8A84A3001C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10" creationId="{15CEA034-528B-4434-B0CB-BFD340601B28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11" creationId="{E4D9FFAB-FE99-44BF-BD3E-531C41ED7443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12" creationId="{88B57CC4-9C3B-4615-9DD6-179CE528E7FF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13" creationId="{B988E581-238C-4312-B736-B793B60DA99F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14" creationId="{D0D8953F-3200-489A-9552-491419CE1548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15" creationId="{FB4580D6-264A-40ED-91D8-BE753E14439B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16" creationId="{49299008-810D-4A1E-B351-358284093C93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17" creationId="{3D818077-7AB9-48C0-BB1F-393A3A65129C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18" creationId="{D8284A38-2E45-4AE0-893C-B255B0FA9D0A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19" creationId="{7735BEAD-88E6-4C7A-8695-47A6FA651928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20" creationId="{E3EEF942-62BA-4B79-88E8-EB5BB97EFAEE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21" creationId="{61367F1C-306E-4E50-8FED-77A5B353ECBA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22" creationId="{40AADFCA-A9E3-43B8-A7EA-AAF2D782796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23" creationId="{7AB18107-4B60-46CE-9B62-C32E2762B6A9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24" creationId="{EF3DBEA9-E755-4313-8F7E-94E6E83AACDF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25" creationId="{1D8AFEF6-1953-4D29-826B-86DD288AAEEE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26" creationId="{D9846BB7-82FE-4EE0-B764-347BFCE4AA3F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27" creationId="{BB84A781-D939-4731-B18F-804A263D56EE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28" creationId="{9B9EA029-F774-42D6-833C-103266093E5F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29" creationId="{493F0E8E-A78C-4487-815C-A068AEFFBF38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30" creationId="{0991C731-76C7-4A7B-9AC6-E2796A4F773B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31" creationId="{3DE60E29-EFAA-46E9-9247-DA679749E74C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32" creationId="{B32319E9-83FE-4A48-AC70-D855382EE9DA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33" creationId="{73D20553-B724-45AA-9D32-DC3692A2FC56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34" creationId="{1A036416-01E6-4045-B5B4-4C7F1C2AEA1D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35" creationId="{2A3DA5A4-425A-4A86-A93F-B1D23D140755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36" creationId="{00ADEF7D-EFD0-4D8A-AA56-A19D5667A135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37" creationId="{2A9587B8-F4B6-4934-AA49-656A5A8E884A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38" creationId="{2B8038B2-AD40-414B-8633-17825A3FC1F9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39" creationId="{684FF5C2-730B-4D64-8667-5AAB0A37360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40" creationId="{4A0A8419-C9E2-4A2E-B1F8-B1C4672845D7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41" creationId="{57E7CC06-842F-4E96-A158-D203C09F210E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42" creationId="{8475F6FA-23FA-4548-B26E-1EABCEACF522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43" creationId="{70BDF474-573D-405A-9737-6695AAA21C8A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44" creationId="{0CCBD952-E359-478F-83E5-685C2463D322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45" creationId="{991E7325-1444-42D1-88E2-DA14E54D3A96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46" creationId="{5605EB8A-9490-4542-82D4-045DFD477B71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47" creationId="{24DBDC1B-C4F4-4A51-B328-3543083BE06A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48" creationId="{02F0ED2A-7E5B-43E0-A9BC-8B63A3A70FE8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49" creationId="{A1B42FB8-3B8C-4045-B40E-B66DAEB3E124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50" creationId="{86CA9B0A-F6A9-4D79-9516-73E32D010139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51" creationId="{5BE39AD5-37F9-4BCD-B2AE-DF7B04DFCB9D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52" creationId="{539AA2CD-5151-4E9F-A380-018E6AFEE4F8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53" creationId="{FF81789D-9157-4D69-B526-72AFAC09089F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54" creationId="{5C9E5DB5-2EB2-4A41-98F9-4ACD3F7D6CD6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55" creationId="{EF10FAA2-FBE4-4E45-B4FE-21B2694EA967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56" creationId="{9F17660B-09C5-4734-B97B-D0F7210CA2B5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57" creationId="{0491E1BD-7F96-4441-B308-1E37A5A8F0C4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58" creationId="{0265BF1A-32E9-4456-8575-A2B3722E4650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59" creationId="{C32EE398-DA3A-4ACA-84BA-BE62B0280CEF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60" creationId="{CD9256BB-CB76-4FF6-BFEC-DB03C787D680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61" creationId="{432C39D4-5125-4F48-8E5C-734BF7E20872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62" creationId="{0FA008A3-FCBF-4A09-8770-FA080FA392AE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63" creationId="{5CB20324-8FB6-416C-B2FE-B9F30C331460}"/>
          </ac:spMkLst>
        </pc:spChg>
        <pc:spChg chg="mod">
          <ac:chgData name="Samer Mouksassi" userId="c18f5e46-7090-425a-a75d-5998e99a8397" providerId="ADAL" clId="{CB773DE5-67C4-40BA-BAE6-D4998717D43E}" dt="2022-02-14T08:59:59.969" v="1789" actId="692"/>
          <ac:spMkLst>
            <pc:docMk/>
            <pc:sldMk cId="2597689228" sldId="265"/>
            <ac:spMk id="364" creationId="{DC03C93F-861A-49D0-A6B8-F191E346ADF3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65" creationId="{15AD9CBC-D033-4648-B9A1-6D08A7EA1E86}"/>
          </ac:spMkLst>
        </pc:spChg>
        <pc:spChg chg="del mod">
          <ac:chgData name="Samer Mouksassi" userId="c18f5e46-7090-425a-a75d-5998e99a8397" providerId="ADAL" clId="{CB773DE5-67C4-40BA-BAE6-D4998717D43E}" dt="2022-02-13T18:30:13.068" v="877" actId="478"/>
          <ac:spMkLst>
            <pc:docMk/>
            <pc:sldMk cId="2597689228" sldId="265"/>
            <ac:spMk id="366" creationId="{AB1E0503-1ECF-4080-B1A1-327A201227D0}"/>
          </ac:spMkLst>
        </pc:spChg>
        <pc:spChg chg="del mod">
          <ac:chgData name="Samer Mouksassi" userId="c18f5e46-7090-425a-a75d-5998e99a8397" providerId="ADAL" clId="{CB773DE5-67C4-40BA-BAE6-D4998717D43E}" dt="2022-02-13T18:30:24.541" v="880" actId="478"/>
          <ac:spMkLst>
            <pc:docMk/>
            <pc:sldMk cId="2597689228" sldId="265"/>
            <ac:spMk id="367" creationId="{D376B71D-010F-460B-962A-0FDD2BAA22DB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68" creationId="{705E38A3-DB6D-47FF-9DC8-9070D01CB4F2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69" creationId="{4417A140-8D53-4204-861F-EE077ADFDFB5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70" creationId="{35326E70-6A4F-43B8-A1D7-10ED03135E1B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71" creationId="{91B19ED7-6408-4983-9560-984C1931998D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72" creationId="{E27F8A30-F05A-4F4B-A0C3-3CAF0C9B3E84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73" creationId="{2E69A95D-D304-463F-B49B-E7297C29782C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74" creationId="{D5E705B3-778E-4746-A24C-D1375E2824C8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75" creationId="{D6B07D1C-FC05-48CE-906E-C062470B44A5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76" creationId="{C04CE255-D0EF-4871-8571-90E089FC1369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77" creationId="{BD807DAB-9261-4814-B0A6-17709445FD82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78" creationId="{DF57E30B-70DF-4219-9BE9-5EF4FA84DE86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79" creationId="{39752AC1-5204-4708-9F04-76FDAB74C95A}"/>
          </ac:spMkLst>
        </pc:spChg>
        <pc:spChg chg="mod">
          <ac:chgData name="Samer Mouksassi" userId="c18f5e46-7090-425a-a75d-5998e99a8397" providerId="ADAL" clId="{CB773DE5-67C4-40BA-BAE6-D4998717D43E}" dt="2022-02-13T18:27:17.200" v="842"/>
          <ac:spMkLst>
            <pc:docMk/>
            <pc:sldMk cId="2597689228" sldId="265"/>
            <ac:spMk id="380" creationId="{75FEC89C-B543-4B72-A307-5CF4568A249D}"/>
          </ac:spMkLst>
        </pc:spChg>
        <pc:spChg chg="add mod">
          <ac:chgData name="Samer Mouksassi" userId="c18f5e46-7090-425a-a75d-5998e99a8397" providerId="ADAL" clId="{CB773DE5-67C4-40BA-BAE6-D4998717D43E}" dt="2022-02-13T18:27:29.816" v="843"/>
          <ac:spMkLst>
            <pc:docMk/>
            <pc:sldMk cId="2597689228" sldId="265"/>
            <ac:spMk id="381" creationId="{50DAFA33-0FF3-4805-99E9-7FD7997C9BE2}"/>
          </ac:spMkLst>
        </pc:spChg>
        <pc:spChg chg="add mod">
          <ac:chgData name="Samer Mouksassi" userId="c18f5e46-7090-425a-a75d-5998e99a8397" providerId="ADAL" clId="{CB773DE5-67C4-40BA-BAE6-D4998717D43E}" dt="2022-02-13T18:27:29.816" v="843"/>
          <ac:spMkLst>
            <pc:docMk/>
            <pc:sldMk cId="2597689228" sldId="265"/>
            <ac:spMk id="382" creationId="{D65AF814-47BB-4936-A22B-6800B44C0F11}"/>
          </ac:spMkLst>
        </pc:spChg>
        <pc:spChg chg="mod">
          <ac:chgData name="Samer Mouksassi" userId="c18f5e46-7090-425a-a75d-5998e99a8397" providerId="ADAL" clId="{CB773DE5-67C4-40BA-BAE6-D4998717D43E}" dt="2022-02-13T18:27:29.816" v="843"/>
          <ac:spMkLst>
            <pc:docMk/>
            <pc:sldMk cId="2597689228" sldId="265"/>
            <ac:spMk id="384" creationId="{FAD35E72-BEE9-4B63-8BE4-92D8D4B8742C}"/>
          </ac:spMkLst>
        </pc:spChg>
        <pc:spChg chg="mod">
          <ac:chgData name="Samer Mouksassi" userId="c18f5e46-7090-425a-a75d-5998e99a8397" providerId="ADAL" clId="{CB773DE5-67C4-40BA-BAE6-D4998717D43E}" dt="2022-02-13T18:27:29.816" v="843"/>
          <ac:spMkLst>
            <pc:docMk/>
            <pc:sldMk cId="2597689228" sldId="265"/>
            <ac:spMk id="385" creationId="{A539AC78-DE56-4DAA-95D8-1E06F6998847}"/>
          </ac:spMkLst>
        </pc:spChg>
        <pc:spChg chg="mod">
          <ac:chgData name="Samer Mouksassi" userId="c18f5e46-7090-425a-a75d-5998e99a8397" providerId="ADAL" clId="{CB773DE5-67C4-40BA-BAE6-D4998717D43E}" dt="2022-02-13T18:27:29.816" v="843"/>
          <ac:spMkLst>
            <pc:docMk/>
            <pc:sldMk cId="2597689228" sldId="265"/>
            <ac:spMk id="386" creationId="{B28D3157-29BA-40BF-9B59-3A8C9BF3F332}"/>
          </ac:spMkLst>
        </pc:spChg>
        <pc:spChg chg="add del mod">
          <ac:chgData name="Samer Mouksassi" userId="c18f5e46-7090-425a-a75d-5998e99a8397" providerId="ADAL" clId="{CB773DE5-67C4-40BA-BAE6-D4998717D43E}" dt="2022-02-13T18:40:24.081" v="1020" actId="21"/>
          <ac:spMkLst>
            <pc:docMk/>
            <pc:sldMk cId="2597689228" sldId="265"/>
            <ac:spMk id="387" creationId="{A4F9F133-1A85-4695-8E05-8F4F39EBBF69}"/>
          </ac:spMkLst>
        </pc:spChg>
        <pc:spChg chg="add mod">
          <ac:chgData name="Samer Mouksassi" userId="c18f5e46-7090-425a-a75d-5998e99a8397" providerId="ADAL" clId="{CB773DE5-67C4-40BA-BAE6-D4998717D43E}" dt="2022-02-13T18:28:27.738" v="857" actId="1076"/>
          <ac:spMkLst>
            <pc:docMk/>
            <pc:sldMk cId="2597689228" sldId="265"/>
            <ac:spMk id="388" creationId="{E4D2B93B-881B-4F8F-86E0-081C60975088}"/>
          </ac:spMkLst>
        </pc:spChg>
        <pc:spChg chg="add mod">
          <ac:chgData name="Samer Mouksassi" userId="c18f5e46-7090-425a-a75d-5998e99a8397" providerId="ADAL" clId="{CB773DE5-67C4-40BA-BAE6-D4998717D43E}" dt="2022-02-13T18:28:36.504" v="858" actId="1076"/>
          <ac:spMkLst>
            <pc:docMk/>
            <pc:sldMk cId="2597689228" sldId="265"/>
            <ac:spMk id="389" creationId="{72239B55-1741-41BE-B499-01A0857DBDA2}"/>
          </ac:spMkLst>
        </pc:spChg>
        <pc:spChg chg="mod">
          <ac:chgData name="Samer Mouksassi" userId="c18f5e46-7090-425a-a75d-5998e99a8397" providerId="ADAL" clId="{CB773DE5-67C4-40BA-BAE6-D4998717D43E}" dt="2022-02-13T18:27:29.816" v="843"/>
          <ac:spMkLst>
            <pc:docMk/>
            <pc:sldMk cId="2597689228" sldId="265"/>
            <ac:spMk id="391" creationId="{FC8DB686-31D2-4353-9896-507B46CB51AC}"/>
          </ac:spMkLst>
        </pc:spChg>
        <pc:spChg chg="mod">
          <ac:chgData name="Samer Mouksassi" userId="c18f5e46-7090-425a-a75d-5998e99a8397" providerId="ADAL" clId="{CB773DE5-67C4-40BA-BAE6-D4998717D43E}" dt="2022-02-13T18:27:29.816" v="843"/>
          <ac:spMkLst>
            <pc:docMk/>
            <pc:sldMk cId="2597689228" sldId="265"/>
            <ac:spMk id="394" creationId="{D2FE8A3C-A3B0-4AF2-B0EE-82F917627FBE}"/>
          </ac:spMkLst>
        </pc:spChg>
        <pc:spChg chg="mod">
          <ac:chgData name="Samer Mouksassi" userId="c18f5e46-7090-425a-a75d-5998e99a8397" providerId="ADAL" clId="{CB773DE5-67C4-40BA-BAE6-D4998717D43E}" dt="2022-02-13T18:27:29.816" v="843"/>
          <ac:spMkLst>
            <pc:docMk/>
            <pc:sldMk cId="2597689228" sldId="265"/>
            <ac:spMk id="395" creationId="{19F76D1F-C88E-42BC-944F-9A93256B4FE2}"/>
          </ac:spMkLst>
        </pc:spChg>
        <pc:spChg chg="mod">
          <ac:chgData name="Samer Mouksassi" userId="c18f5e46-7090-425a-a75d-5998e99a8397" providerId="ADAL" clId="{CB773DE5-67C4-40BA-BAE6-D4998717D43E}" dt="2022-02-13T18:27:29.816" v="843"/>
          <ac:spMkLst>
            <pc:docMk/>
            <pc:sldMk cId="2597689228" sldId="265"/>
            <ac:spMk id="396" creationId="{4E4D401E-C458-4964-9448-11CEB63EF3A9}"/>
          </ac:spMkLst>
        </pc:spChg>
        <pc:spChg chg="mod">
          <ac:chgData name="Samer Mouksassi" userId="c18f5e46-7090-425a-a75d-5998e99a8397" providerId="ADAL" clId="{CB773DE5-67C4-40BA-BAE6-D4998717D43E}" dt="2022-02-13T18:27:29.816" v="843"/>
          <ac:spMkLst>
            <pc:docMk/>
            <pc:sldMk cId="2597689228" sldId="265"/>
            <ac:spMk id="397" creationId="{D6B57F1F-E437-4628-A557-4D033775F289}"/>
          </ac:spMkLst>
        </pc:spChg>
        <pc:spChg chg="mod">
          <ac:chgData name="Samer Mouksassi" userId="c18f5e46-7090-425a-a75d-5998e99a8397" providerId="ADAL" clId="{CB773DE5-67C4-40BA-BAE6-D4998717D43E}" dt="2022-02-13T18:27:29.816" v="843"/>
          <ac:spMkLst>
            <pc:docMk/>
            <pc:sldMk cId="2597689228" sldId="265"/>
            <ac:spMk id="398" creationId="{5CE62AAD-B061-4C72-ABBB-CA9B76646868}"/>
          </ac:spMkLst>
        </pc:spChg>
        <pc:spChg chg="add mod">
          <ac:chgData name="Samer Mouksassi" userId="c18f5e46-7090-425a-a75d-5998e99a8397" providerId="ADAL" clId="{CB773DE5-67C4-40BA-BAE6-D4998717D43E}" dt="2022-02-13T18:27:50.177" v="848"/>
          <ac:spMkLst>
            <pc:docMk/>
            <pc:sldMk cId="2597689228" sldId="265"/>
            <ac:spMk id="399" creationId="{1C483ACF-8685-4550-8A23-59B6F2C9EDF4}"/>
          </ac:spMkLst>
        </pc:spChg>
        <pc:spChg chg="add mod">
          <ac:chgData name="Samer Mouksassi" userId="c18f5e46-7090-425a-a75d-5998e99a8397" providerId="ADAL" clId="{CB773DE5-67C4-40BA-BAE6-D4998717D43E}" dt="2022-02-13T18:27:50.177" v="848"/>
          <ac:spMkLst>
            <pc:docMk/>
            <pc:sldMk cId="2597689228" sldId="265"/>
            <ac:spMk id="400" creationId="{F030BC09-50ED-44B8-A812-E6ADA9BEC7BA}"/>
          </ac:spMkLst>
        </pc:spChg>
        <pc:spChg chg="add mod">
          <ac:chgData name="Samer Mouksassi" userId="c18f5e46-7090-425a-a75d-5998e99a8397" providerId="ADAL" clId="{CB773DE5-67C4-40BA-BAE6-D4998717D43E}" dt="2022-02-13T18:59:19.400" v="1388" actId="1076"/>
          <ac:spMkLst>
            <pc:docMk/>
            <pc:sldMk cId="2597689228" sldId="265"/>
            <ac:spMk id="401" creationId="{DFE35087-18EF-4655-BE4B-4E948D5A6A4E}"/>
          </ac:spMkLst>
        </pc:spChg>
        <pc:spChg chg="add mod">
          <ac:chgData name="Samer Mouksassi" userId="c18f5e46-7090-425a-a75d-5998e99a8397" providerId="ADAL" clId="{CB773DE5-67C4-40BA-BAE6-D4998717D43E}" dt="2022-02-13T18:30:40.045" v="886" actId="113"/>
          <ac:spMkLst>
            <pc:docMk/>
            <pc:sldMk cId="2597689228" sldId="265"/>
            <ac:spMk id="402" creationId="{95DB51B3-0FAE-4891-AD61-EE8FC9AF7F12}"/>
          </ac:spMkLst>
        </pc:spChg>
        <pc:spChg chg="add mod">
          <ac:chgData name="Samer Mouksassi" userId="c18f5e46-7090-425a-a75d-5998e99a8397" providerId="ADAL" clId="{CB773DE5-67C4-40BA-BAE6-D4998717D43E}" dt="2022-02-13T18:30:43.470" v="887" actId="1076"/>
          <ac:spMkLst>
            <pc:docMk/>
            <pc:sldMk cId="2597689228" sldId="265"/>
            <ac:spMk id="403" creationId="{D7D34C27-41A1-4A54-9E7A-17B57016EC96}"/>
          </ac:spMkLst>
        </pc:spChg>
        <pc:spChg chg="add mod">
          <ac:chgData name="Samer Mouksassi" userId="c18f5e46-7090-425a-a75d-5998e99a8397" providerId="ADAL" clId="{CB773DE5-67C4-40BA-BAE6-D4998717D43E}" dt="2022-02-13T18:31:10.247" v="892" actId="14100"/>
          <ac:spMkLst>
            <pc:docMk/>
            <pc:sldMk cId="2597689228" sldId="265"/>
            <ac:spMk id="404" creationId="{41A344C5-C712-4709-B212-BA7568251B07}"/>
          </ac:spMkLst>
        </pc:spChg>
        <pc:spChg chg="add mod">
          <ac:chgData name="Samer Mouksassi" userId="c18f5e46-7090-425a-a75d-5998e99a8397" providerId="ADAL" clId="{CB773DE5-67C4-40BA-BAE6-D4998717D43E}" dt="2022-02-13T18:31:22.082" v="895" actId="1076"/>
          <ac:spMkLst>
            <pc:docMk/>
            <pc:sldMk cId="2597689228" sldId="265"/>
            <ac:spMk id="405" creationId="{EC496637-1F16-4019-9F62-4A2BF5E2168C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07" creationId="{9ECA7812-5E6E-4AC1-9255-6F429A325AB1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08" creationId="{1A7285EC-3E7D-4CE6-9313-F70B500F7B17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09" creationId="{50015167-7C6A-461D-BAE1-51B23B5C407E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10" creationId="{CD1B6899-093B-4675-B40C-7FA52B6CD886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11" creationId="{13E34D60-3C31-43F0-A9BC-B46C220D23F1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12" creationId="{E9522532-AA88-4935-AEB6-07BEA2BB949F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13" creationId="{259FB5DE-7486-4B57-9AB4-CDB0A5E4A09B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14" creationId="{704431DE-73D7-45F6-AFF4-FA7DCC46339A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15" creationId="{EF281F13-FBA9-486E-97B0-EC91098D3C8B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16" creationId="{5DC6D96D-1C73-46C2-8C5E-799B5E8F956F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17" creationId="{C143AD94-0179-4587-8E0D-FD48AC3B96EE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18" creationId="{4F94911D-AA0F-4FAE-BB1E-78D722498120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19" creationId="{B7CFE826-F4C0-4210-8419-9C9C2C47646F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20" creationId="{158CCE10-097F-416F-94E6-A6804507AB11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21" creationId="{BAECCF08-2546-4B5C-9D23-BF6EC97F4536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22" creationId="{4FCE28AD-586C-49D4-9140-F18F2AC562E1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23" creationId="{93DCF188-8B45-4108-93EF-216814921284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24" creationId="{69ADAD17-B6C6-408E-87D4-4D763D692E22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25" creationId="{86E91E1D-C689-4F29-84E8-FD6B82CCC030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26" creationId="{2775943E-178F-4B57-8DB1-A2677D04818F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27" creationId="{504FC223-1F71-4A2E-AD86-967F3B376A5E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28" creationId="{20FD4D55-6AA9-4137-BB13-BA5EE1FCC239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29" creationId="{91A85A34-31B2-4ABF-8004-0827884DEF66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30" creationId="{2D9C472F-DF09-4349-85C3-A925DFE32C79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31" creationId="{FD9859A9-1FA7-4C67-8112-E1BD918B802F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32" creationId="{1B408267-950A-42A3-AA05-46122B24EF7F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33" creationId="{DBC2F41C-EC38-4C39-8D69-37D2E045D671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34" creationId="{CA702077-DC44-4CA7-BA7F-9BF8E036AFB2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35" creationId="{4A31239C-2BA7-4121-912F-E0DDDF7B6170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36" creationId="{4EF92BF3-0DDD-4A11-AFBE-9A0F5D3F05DC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37" creationId="{D02395C6-3FAB-415F-927A-81DCD0CE2DBB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38" creationId="{EA9D9884-A393-4855-BBE4-ADBE42F91DD4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39" creationId="{5F0ECC84-0D26-4C3D-8F81-2DC6E186D88D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40" creationId="{AE4F9659-9984-468A-8611-18FAF6275CEA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41" creationId="{AFF21518-04A7-45A7-AC43-4318700752E8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42" creationId="{B3AD1B94-A2AD-4BCA-8232-0FE0E4F613F4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43" creationId="{5E61D489-B710-4D3F-8634-43D256027E38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44" creationId="{C13322A5-CA06-4D74-9174-3D9AB967010F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45" creationId="{64D52E1D-7F4E-4AE6-9E00-2A1783A51C65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46" creationId="{BD281682-98A2-4A87-98D9-82FFFDB93834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47" creationId="{24009E9C-057D-422C-B414-4B220B375632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48" creationId="{73B146BB-E24C-4D11-A326-A1F02EE78EEB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49" creationId="{1EED790B-916F-4961-B81F-52DBFBC17150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50" creationId="{D0F8434C-B11B-409C-B732-303741189818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51" creationId="{70EBD2B8-76BE-478F-97E3-8099F62B8AD4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52" creationId="{21A4CEEC-C76E-4F62-9EEA-24DB6C5138B7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53" creationId="{42D13989-1B17-4A4D-A32C-261840002776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54" creationId="{F98579FA-F53F-4EC9-BE17-7B53B5AEAF59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55" creationId="{C46C3063-4B86-418D-A759-1A48C9EB7F3A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56" creationId="{0E76E138-8503-410F-85C6-C431A1298EC7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57" creationId="{AE86CBD5-6950-462C-B62A-D1283EB1B609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58" creationId="{5E685935-11D0-4F2C-8419-EDDEF56677E0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59" creationId="{1A2F3034-DA18-49E8-8DE9-731DC9853183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60" creationId="{B52BC330-20D0-4AF5-AFFB-AB52224D6FBB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61" creationId="{BB3A80ED-CF17-4F4A-A26E-DF92377C055C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62" creationId="{16012814-53F0-449A-A89B-AC32952F5AC6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63" creationId="{D4831F03-B7DC-45DD-AB0C-833A80613BFD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64" creationId="{ADED95DD-B885-47A4-B4C4-5E5BFE62DAE4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65" creationId="{B45CF2F4-B99F-4383-8892-EEB794963C4A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66" creationId="{AED2ABD3-92EA-4463-8518-6D3517105172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67" creationId="{033BF794-E721-4489-82A1-AA13DFFF8600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68" creationId="{7DA7DCAC-57AE-43A9-91BB-3E030BE7CF28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69" creationId="{BB51C2EB-1D7F-46A9-8537-348259CFE233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70" creationId="{7E07F9DF-E912-4D1C-9A82-DEF7DD039554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71" creationId="{D1C3EF9B-780D-4316-AD99-DAF46B308C8F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72" creationId="{9C0351F1-25D4-4083-B220-08EB1D4A8D09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73" creationId="{59B9E599-C912-4C21-A956-1CB13601692F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74" creationId="{7F644A90-041D-4FD3-A9E9-63944D2DF90F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75" creationId="{E6F853D0-63B2-44F5-B9C6-DF6E89EDB6BC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76" creationId="{005ACC78-5090-4278-8D93-483EFE6F686F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77" creationId="{58481265-0B75-40C6-BAFE-1D95F8184AEF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78" creationId="{3C4A7229-6431-456F-AE7E-707E8E8E702A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79" creationId="{3E987032-CFBC-452D-A14C-17EF5FFA7110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80" creationId="{848E950A-3649-44B9-AE6B-4F5895E72A96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81" creationId="{10637843-692B-4804-80FC-C574FABCA2C7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82" creationId="{8861F32A-3CC1-4CB5-A9B3-3D4677F64679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83" creationId="{03C78C65-74F9-4BBE-A856-F8EB58BB94C4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84" creationId="{430ECEC6-5166-4FD7-84B0-E3D231543979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85" creationId="{31BB015E-1054-4BBA-8405-B66EE517205C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86" creationId="{2E5E858C-87F2-4FC3-AE02-1DC5B17284FE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87" creationId="{105B0797-D0FD-466C-8E54-51541EF46EEE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88" creationId="{B1E4B3D1-4FB8-43BD-97B1-E7B26624DAD6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89" creationId="{2DCA7D42-9B46-42E4-808B-5FEC7EFC305A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90" creationId="{454881C9-036F-498A-A26E-ECED59D39713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91" creationId="{B1226837-AC7A-483F-9C90-550186472CB6}"/>
          </ac:spMkLst>
        </pc:spChg>
        <pc:spChg chg="mod">
          <ac:chgData name="Samer Mouksassi" userId="c18f5e46-7090-425a-a75d-5998e99a8397" providerId="ADAL" clId="{CB773DE5-67C4-40BA-BAE6-D4998717D43E}" dt="2022-02-13T18:31:30.834" v="896"/>
          <ac:spMkLst>
            <pc:docMk/>
            <pc:sldMk cId="2597689228" sldId="265"/>
            <ac:spMk id="492" creationId="{9C4121DA-0845-4AF2-BD14-A9962CCC69B4}"/>
          </ac:spMkLst>
        </pc:spChg>
        <pc:spChg chg="add del mod">
          <ac:chgData name="Samer Mouksassi" userId="c18f5e46-7090-425a-a75d-5998e99a8397" providerId="ADAL" clId="{CB773DE5-67C4-40BA-BAE6-D4998717D43E}" dt="2022-02-13T18:31:31.750" v="897"/>
          <ac:spMkLst>
            <pc:docMk/>
            <pc:sldMk cId="2597689228" sldId="265"/>
            <ac:spMk id="493" creationId="{6FC7D942-8C34-423B-ADC1-A2C9812319FB}"/>
          </ac:spMkLst>
        </pc:spChg>
        <pc:spChg chg="add mod">
          <ac:chgData name="Samer Mouksassi" userId="c18f5e46-7090-425a-a75d-5998e99a8397" providerId="ADAL" clId="{CB773DE5-67C4-40BA-BAE6-D4998717D43E}" dt="2022-02-13T18:38:35.714" v="1000" actId="403"/>
          <ac:spMkLst>
            <pc:docMk/>
            <pc:sldMk cId="2597689228" sldId="265"/>
            <ac:spMk id="494" creationId="{FD367F6E-7CC5-4231-8C97-DD2F65C20225}"/>
          </ac:spMkLst>
        </pc:spChg>
        <pc:spChg chg="add mod">
          <ac:chgData name="Samer Mouksassi" userId="c18f5e46-7090-425a-a75d-5998e99a8397" providerId="ADAL" clId="{CB773DE5-67C4-40BA-BAE6-D4998717D43E}" dt="2022-02-13T18:38:56.020" v="1006" actId="113"/>
          <ac:spMkLst>
            <pc:docMk/>
            <pc:sldMk cId="2597689228" sldId="265"/>
            <ac:spMk id="495" creationId="{35081AD8-7EF8-4F9F-BABA-FDA0259B3A93}"/>
          </ac:spMkLst>
        </pc:spChg>
        <pc:spChg chg="add mod">
          <ac:chgData name="Samer Mouksassi" userId="c18f5e46-7090-425a-a75d-5998e99a8397" providerId="ADAL" clId="{CB773DE5-67C4-40BA-BAE6-D4998717D43E}" dt="2022-02-13T18:33:50.627" v="910" actId="1076"/>
          <ac:spMkLst>
            <pc:docMk/>
            <pc:sldMk cId="2597689228" sldId="265"/>
            <ac:spMk id="496" creationId="{75AE74D4-5140-4075-B123-5250943E246D}"/>
          </ac:spMkLst>
        </pc:spChg>
        <pc:spChg chg="add mod">
          <ac:chgData name="Samer Mouksassi" userId="c18f5e46-7090-425a-a75d-5998e99a8397" providerId="ADAL" clId="{CB773DE5-67C4-40BA-BAE6-D4998717D43E}" dt="2022-02-13T18:34:26.895" v="960" actId="1076"/>
          <ac:spMkLst>
            <pc:docMk/>
            <pc:sldMk cId="2597689228" sldId="265"/>
            <ac:spMk id="497" creationId="{71B8D087-4060-4111-8949-22F574B55D8B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499" creationId="{06D73131-E922-4E16-834D-D8C1EABDB1E7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00" creationId="{43BBB3DC-5A3F-42E7-B286-B05B512B23DC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01" creationId="{371322C0-F031-43CF-A888-256F22488998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02" creationId="{88D7E6A5-0615-4BE4-8779-820C18BC8EE8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03" creationId="{6790C597-F8B0-4F35-B9C7-3A0A9710283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04" creationId="{B9E580CB-9680-4805-8343-7207114B027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05" creationId="{0806C06C-3509-4CA4-8581-A86AABB5E00D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06" creationId="{FB130FE6-73A9-4924-A115-3F4FA3AB83E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07" creationId="{C9AE34E4-87D7-4D1F-A5C0-E806B2683354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08" creationId="{1ED84631-21D9-45B4-AF7B-360216568DAF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09" creationId="{D9042661-8A69-4E05-8926-5A592A4EF2C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10" creationId="{7E979BC1-06B1-4D15-9E6F-9D805C9FEED6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11" creationId="{35539C8C-9393-48B8-B2A0-2F8B3EAA9D95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12" creationId="{EDCB2EEF-95F0-4C51-B8DC-087D4BAB0AFF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13" creationId="{BFC95E0C-6B28-47F2-BA58-6CA4B6CDFF39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14" creationId="{961B7053-D658-4B02-9584-7E5E1211D0B9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15" creationId="{5FD61BFB-FA5C-4D67-A7A0-F8CB2299123B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16" creationId="{3BB4C1E7-C9BD-4F18-B6DF-543763F8214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17" creationId="{3ACA6369-A239-46C8-89D7-524080A7D8CC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18" creationId="{45C4245A-599C-49E6-A031-EC05F09F84BA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19" creationId="{8048487D-147C-49A7-8027-8D384626C6FE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20" creationId="{AE500F4A-9CFB-4614-97E6-8CEEBEACD909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21" creationId="{8A96978D-053D-408A-B896-FD554946410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22" creationId="{07670D47-F6C3-40D9-B03C-28D7F4BC383B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23" creationId="{0B2BC42C-ABBA-4BA0-BB6A-6B801C0BC72B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24" creationId="{63C90EF3-64F2-4F5E-AC51-448350E8EBF6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25" creationId="{52B17E07-C031-4544-8E09-57D362A805BB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26" creationId="{1BDB4F9B-A26B-4855-B6CA-3AEFBE5B491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27" creationId="{5E58B89B-38A1-491F-B714-20B733757384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28" creationId="{1CA2B306-16DD-41B0-8856-F27C596D6FA4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29" creationId="{AC77BD0D-2713-434D-BB09-BCC160A92FC5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30" creationId="{E5DBA557-5CCC-43D2-8CEA-A7A66CAE3F9F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31" creationId="{C08C8F3E-5BBC-41FC-8DF8-E30EB1FD9B1E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32" creationId="{A43EBB10-4C58-4000-8252-21311FB77960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33" creationId="{B6B89C05-EEBB-4721-B6FC-C108E19500DA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34" creationId="{D0AF6D32-9791-41F3-B732-A4F95FE21F90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35" creationId="{49DA9561-2432-4928-8A7B-49E740EE754E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36" creationId="{EF24EAFF-D09F-4780-A898-755E83FE90CF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37" creationId="{C10191B3-87FF-4174-8945-9FBFF8E705C4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38" creationId="{79E004AA-2639-4C25-AA11-52EAE22C3224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39" creationId="{28E4B9B9-F123-4EDA-BF99-DC489A3BF637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40" creationId="{B85799D9-5A2E-470D-BFF8-7D33FEAC3D9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41" creationId="{AE44E9A9-68DA-4B09-AC1B-BDC2FB64F59B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42" creationId="{3BDB5548-32BA-4AB4-80F3-FB6B137F69E0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43" creationId="{1F6831C5-26E8-4B91-9105-5E6E72092BDA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44" creationId="{7BF3BB35-2361-4D39-9E51-C318E06343BC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45" creationId="{64C4F621-4DA0-4082-A34D-F87E3C4E68F9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46" creationId="{54BE8DEC-B4B8-4ACB-AE23-BBF7D55D2F4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47" creationId="{423031D1-8323-4CF9-865A-D76F314CB6F0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48" creationId="{18A83745-AA3D-4752-8B66-DBD30CC0CF32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49" creationId="{C60B61A7-C31D-4521-BD5C-9DF4221DC9A8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50" creationId="{E0FB1431-8D38-45D6-8CA6-B8880AB9ADF7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51" creationId="{E6142E9B-EC07-4913-AF80-271887C9BCB5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52" creationId="{71D0035F-8E7D-481B-99A8-A0A40B4D2EA7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53" creationId="{530AA5FD-33F4-4975-94AD-E7ED99A1519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54" creationId="{754EA1F2-6D01-48B6-898A-0015B4948D0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55" creationId="{3B7E6CF7-1115-4046-8279-2E2A15B7531B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56" creationId="{6F6BD183-AC1E-4CD8-BBD4-4FF097E234B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57" creationId="{ECC9A63B-6042-44B1-B199-2697A35C5E65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58" creationId="{35D002F2-5E5F-43E0-95CA-96976BC7CC1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59" creationId="{FEEE0CD1-19FB-46F4-8E55-66BCAEABFD08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60" creationId="{9CA5B8ED-D9E8-49E8-A1B5-ABE715696D69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61" creationId="{E4EDA42A-96A1-40C8-8149-5A3F1C2D616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62" creationId="{5CC2BCCA-029E-49B7-AB41-B3140F0B0219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63" creationId="{E8E45B3B-274A-4AB3-8A02-52F520F4F10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64" creationId="{FB91203B-2562-4FE8-B2EF-748F97BCA8B4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65" creationId="{51927F54-0A47-4499-A669-C552AB2DF209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66" creationId="{E12CC553-6341-45CF-B6D9-1585BE5FA3F9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67" creationId="{78058995-7684-42F5-960E-1D759FF772AA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68" creationId="{743325E2-23AF-48DD-B82C-1ACCC3A7A319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69" creationId="{FBF36A53-989C-4940-BF46-F87A26F1CADD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70" creationId="{EDF019B7-8AAD-4021-90AE-BFFC798A1155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71" creationId="{CC67C4C9-9CC7-421A-B6A7-A092C846B74E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72" creationId="{ABF4EF66-B03C-4DF3-B71E-7451D1FF2DFB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73" creationId="{C76288D9-BD51-4609-A5FA-0C9EE985926D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74" creationId="{65199ED9-1D64-4A2D-8517-6FFD89067CBA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75" creationId="{1D4D2CF4-9B71-4450-B27C-6BD526DEADE9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76" creationId="{D4CB9A47-8E7C-4DE0-B262-3CAB4CD104B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77" creationId="{4C316342-A029-4605-B39A-7934B7B09EFB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78" creationId="{7A259FCF-5FF4-4EC9-B44A-B008450ED28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79" creationId="{D85F6CA9-7B6A-409E-A897-C83F8D11B69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80" creationId="{C4EC930A-B280-489A-B4C9-BFB94331CD37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81" creationId="{C141A874-4C64-41F9-B735-037F44CD643F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82" creationId="{3CCA63DA-F9E3-41B9-A715-D1878ACBB77E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83" creationId="{484D88A8-D494-4918-850A-A85B0701DF2C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84" creationId="{89545E7D-43A8-4893-A375-C06EDCEE385A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85" creationId="{3296A131-800B-433D-8C1F-43D95D227415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86" creationId="{7078BDAA-0363-403D-A647-E6FF57DAF35E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87" creationId="{8F03AC9F-1E8D-49C8-A3FE-9D9D6BA9264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88" creationId="{352333C7-C049-4852-984C-A4C0B643BBE6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89" creationId="{3F2EC308-6912-4642-AF64-420C0681A0D6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90" creationId="{97376B2F-CE9B-4522-9216-77CCDF1A14B2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91" creationId="{7942A0C5-E062-42E1-A063-F39638BCB556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92" creationId="{BB0A27C2-C587-4025-B120-81083112C08B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93" creationId="{D849AC35-33F1-4CD7-81D1-727593289C0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94" creationId="{F32E7309-8CE3-4F51-B913-F0A002DC309B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95" creationId="{D219727F-2B09-48BA-8B8C-344A2F568ECE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96" creationId="{8F7D31AC-3ACC-4BC3-8F6D-4C0782C6E127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97" creationId="{31283D4F-46BB-47F1-846F-B3732F690F32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98" creationId="{59BC43C9-2937-495D-8B02-DC79F2013BF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599" creationId="{D3D4846F-2214-4694-A530-F6DA0B54E65C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00" creationId="{319B7F55-6B3B-4418-AC4D-1318B3299410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01" creationId="{A284F604-6459-4FB6-B872-C222A1F669D7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02" creationId="{34C0A5D8-5BFC-482F-8875-02859C9CAB2F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03" creationId="{3F56E4B1-DD55-4F3E-92F0-8B326952117D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04" creationId="{520812F2-B9B9-4996-BC60-7B5B1A29A4F9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05" creationId="{6FEF3101-3B54-43FB-9844-989262387B4D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06" creationId="{0079EAAE-B2CE-42E3-9218-FB62FE16BA5C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07" creationId="{78D58C37-6DEE-48D8-B256-3C701F0AE676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08" creationId="{5BF4515E-49DA-4CD7-AB09-36706102CCF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09" creationId="{DD8F8D79-E539-4B71-B35C-1EBCCE4A1FB5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10" creationId="{22CB5278-587C-48E1-8265-D534D6594E27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11" creationId="{98AD1496-24E8-407D-BFF4-049923A0F1F2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12" creationId="{5F7DE567-6EE1-4045-B23A-67E008F2B98F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13" creationId="{14097CB9-4308-4F27-8D98-4FEC9C7BF4A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14" creationId="{7E33AA01-EDEC-4FB9-8656-2DA1E921A14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15" creationId="{3C328129-B4D4-47DC-9C9A-BF8EBAA0EEDF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16" creationId="{4F7F1BB9-E254-4382-A3D6-BAB5BC9C0C62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17" creationId="{84D10C83-C588-4D6B-B968-DA1657CCD7BE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18" creationId="{3D145DD8-F1DE-43FB-8A0F-4B05A1757215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19" creationId="{1EF95A21-2E14-4B20-9CA8-95AC52A1BCEF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20" creationId="{E0949236-6E11-477D-AC90-EB6A7F41A51E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21" creationId="{804E023B-1DA0-4B9E-9A2B-CBB6683EF657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22" creationId="{C19DB55F-0162-41F7-83C4-F678C4372B8A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23" creationId="{6D31420E-E7A2-4901-86C4-11B3440C9BE9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24" creationId="{73E0E5F8-66FF-4A9E-9A02-8DA3A56D4D29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25" creationId="{3CCE8E50-6F08-415F-A3CB-CB929EB88B4F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26" creationId="{53268E03-7FD6-48A3-85DF-1F8F12BCAE25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27" creationId="{A7023200-994B-4FF1-8956-0E7519066B26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28" creationId="{241FE6E2-824B-4A6D-BE71-1B742AA9DA5D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29" creationId="{CD9DF5D7-58A8-4CE6-8463-31F762ED9EF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30" creationId="{98F9437A-651E-476A-BA1C-142BFD5F0ABB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31" creationId="{663C7C43-84CD-4F53-A9CC-0DD9C9AEF7E4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32" creationId="{ABF63E7C-E54E-4A5D-8104-41964E1569E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33" creationId="{CDE781C6-7AE1-4311-927B-5F2048103B47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34" creationId="{E6E38B20-1875-44A2-9008-5C9BD6A9D310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35" creationId="{F56D3023-C33F-48A5-A2CC-D3009F24A68D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36" creationId="{2C4F4988-FAD0-42CF-9466-C0078B8D18DC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37" creationId="{9EEBC34B-7FBA-4129-A258-491CF6819BD4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38" creationId="{F1A47F63-9448-4388-A87B-44D8E87AB8D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39" creationId="{1A04D69B-16E3-4DC5-A88D-8B8D0002876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40" creationId="{C2C8574A-4527-4A69-886E-1BD493416DD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41" creationId="{5A5CA690-0489-4666-9710-1A5A76063F88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42" creationId="{288F6E74-74CD-4447-B500-29CD77213E9D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43" creationId="{A77A6FDF-EC2D-45C9-AC20-25530918AFDE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44" creationId="{60C4CBC1-BE70-4DAA-A4B9-6FB84FF34E69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45" creationId="{087170CD-4D59-4C69-8921-672AF917ACFD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46" creationId="{F5FE7757-908A-4310-AE66-75FB4243ADE5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47" creationId="{8C1EDD0C-3C28-44A3-B979-59A1878EE9AA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48" creationId="{E263AFF1-B9C6-4CB0-87CF-113A874A196A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49" creationId="{64AF1ED4-1CCC-4F81-BFBA-F03BFD49238B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50" creationId="{FAA5AC48-D8FC-461E-B8B1-9D4C644F9FF7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51" creationId="{0764BC50-2BBD-4973-B34A-698245AAB96B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52" creationId="{0E187EA2-883C-4218-B4EA-F4052A53470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53" creationId="{F97BD2C0-38C5-4C7D-B474-0FB543F61ACF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54" creationId="{E8D931DC-E71A-40B0-9ED4-48DA2E8EDA50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55" creationId="{DF455FA6-9411-4AA8-9EBF-31BB28E53AF4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56" creationId="{5403354C-5C24-48D0-90E0-4AD5DEE4D08A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57" creationId="{498C7155-041A-4F5C-869E-5AC9A3651D08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58" creationId="{75D3BBD4-CBC0-4C94-9A18-5CC210D3FC6A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59" creationId="{8325B61F-9582-413F-8A8D-6DCE7060E09F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60" creationId="{1803046F-4956-4E85-8B12-92CF03D9ED89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61" creationId="{1095183F-754C-4BED-B126-8E14B33EB6D4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62" creationId="{8C410BEC-5CD4-4427-BD75-38DC15B4834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63" creationId="{8FB549CD-B36C-435C-9685-16C8A615F226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64" creationId="{624C3590-28D6-4DFA-9340-04CDD7254A95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65" creationId="{EF44C15D-41D0-4F16-82FD-B6838A3DEDC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66" creationId="{346A72BE-7BE0-416C-9A45-5F7D5DF489D5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67" creationId="{D831F68A-5ADF-4833-BE62-636CD563CB9F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68" creationId="{61E73F50-8120-4D25-A3D7-DD3E0E304188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69" creationId="{C6FA1C25-ACAB-4E11-8314-7789740AA2B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70" creationId="{CEC79C3E-EEB5-4F54-848E-47F277987C74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71" creationId="{8018F337-32AE-4F44-ABDA-B9DEB7B1A916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72" creationId="{3BAB86C9-54E1-4ED7-80A8-497E94DB12D0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73" creationId="{D9BE6185-A23D-476E-BA8C-3DB1C1D322AD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74" creationId="{81D352BD-A201-44FF-B721-E2BF2277D26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75" creationId="{FEAE7599-2A18-4B3C-8BE4-2A6F9F7E8FB6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76" creationId="{CEA37A96-5813-4416-B9E8-254C7CDA14B6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77" creationId="{49C17315-4C95-40ED-B4C1-0DEED0E7442D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78" creationId="{8CEB0AD1-14BA-427B-9B0A-7BACD975ED9E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79" creationId="{E27D1B37-2DD4-4D20-82D0-5088AA9A8E7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80" creationId="{4064A75F-4572-4DE4-BA51-0DD40929CE58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81" creationId="{EFF84D9C-3135-46AC-B360-D2DC12C637F0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82" creationId="{4B36E250-BC30-46E1-9084-2736365C7CED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83" creationId="{412A4287-1D8E-4A61-A0BF-13B9D26051BE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84" creationId="{A8F9CFBF-D862-4D33-8607-3D874312E4AF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85" creationId="{68BD08D9-7634-4940-B831-74A3AD59503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86" creationId="{DEDE3B16-AA67-4C45-A46E-50F81454175A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87" creationId="{BFD49445-53C3-4E42-B7E7-41B0BEC077EA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88" creationId="{5F770BCB-F53A-4DB8-B4A1-E3BF951778D0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89" creationId="{CDA80497-AC57-485B-AD0F-62918D17BAB0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90" creationId="{07D67EB7-1062-4DDC-BD7B-7B4B79EEFDB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91" creationId="{3D7B543F-67E0-439B-BF64-DD287DA6BF09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92" creationId="{3E879F6B-C07B-4087-A5F7-C08D34DAF642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93" creationId="{EEA2655C-7A93-46E7-BCDE-F8A74856BB6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94" creationId="{28E27846-2B12-4023-8E6B-0C4509A0D446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95" creationId="{947E9F94-87FA-4430-9268-CDCEF8C35E38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96" creationId="{C0C26DBE-7F6F-470E-8AF0-88840512B50D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97" creationId="{2ABB1196-E3A8-400C-B2F5-2094BC558A85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98" creationId="{515C621E-506B-4338-90C4-E798493067C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699" creationId="{D8806728-01DB-4904-9413-7EFF25FFFC1F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700" creationId="{F98097A1-CFCA-4B89-9497-90DBB8424FC2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701" creationId="{2058A68D-FD39-45F9-98BA-5BB926650FCD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702" creationId="{15886608-E5D2-4ABA-B949-2393F6DA818C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703" creationId="{63E94D38-D1DB-4506-8456-EE54E93DF5C7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704" creationId="{669B8618-1860-4BCB-9ED1-2C80D8CC56CC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705" creationId="{66462F34-9BA5-4BD0-8B8F-239EEC93FB4B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706" creationId="{04C0E77C-25F2-4839-A0B5-A08D3B76C033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707" creationId="{39626821-8557-4CDE-A19E-5A5508E629A1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708" creationId="{DF6495C5-76A0-4C5A-B60D-E7C161DA1215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709" creationId="{500C07D1-4FFF-486F-8299-C4A0CBC969E8}"/>
          </ac:spMkLst>
        </pc:spChg>
        <pc:spChg chg="mod">
          <ac:chgData name="Samer Mouksassi" userId="c18f5e46-7090-425a-a75d-5998e99a8397" providerId="ADAL" clId="{CB773DE5-67C4-40BA-BAE6-D4998717D43E}" dt="2022-02-13T18:36:29.768" v="978"/>
          <ac:spMkLst>
            <pc:docMk/>
            <pc:sldMk cId="2597689228" sldId="265"/>
            <ac:spMk id="710" creationId="{6697983D-ACB5-421D-9B27-8E87973EA34F}"/>
          </ac:spMkLst>
        </pc:spChg>
        <pc:spChg chg="add mod">
          <ac:chgData name="Samer Mouksassi" userId="c18f5e46-7090-425a-a75d-5998e99a8397" providerId="ADAL" clId="{CB773DE5-67C4-40BA-BAE6-D4998717D43E}" dt="2022-02-13T18:40:21.995" v="1019" actId="1076"/>
          <ac:spMkLst>
            <pc:docMk/>
            <pc:sldMk cId="2597689228" sldId="265"/>
            <ac:spMk id="711" creationId="{350A4B2B-BF48-4615-B4CA-8971B749B51B}"/>
          </ac:spMkLst>
        </pc:spChg>
        <pc:spChg chg="add mod">
          <ac:chgData name="Samer Mouksassi" userId="c18f5e46-7090-425a-a75d-5998e99a8397" providerId="ADAL" clId="{CB773DE5-67C4-40BA-BAE6-D4998717D43E}" dt="2022-02-13T19:02:35.822" v="1494" actId="1076"/>
          <ac:spMkLst>
            <pc:docMk/>
            <pc:sldMk cId="2597689228" sldId="265"/>
            <ac:spMk id="712" creationId="{9A3B59F6-9C86-437E-9B11-DED2ADB5B169}"/>
          </ac:spMkLst>
        </pc:spChg>
        <pc:spChg chg="add del mod">
          <ac:chgData name="Samer Mouksassi" userId="c18f5e46-7090-425a-a75d-5998e99a8397" providerId="ADAL" clId="{CB773DE5-67C4-40BA-BAE6-D4998717D43E}" dt="2022-02-13T18:48:26.073" v="1091" actId="21"/>
          <ac:spMkLst>
            <pc:docMk/>
            <pc:sldMk cId="2597689228" sldId="265"/>
            <ac:spMk id="713" creationId="{B19ECF5B-9C0B-4CB6-90C3-8EB802E684BF}"/>
          </ac:spMkLst>
        </pc:spChg>
        <pc:spChg chg="add del mod">
          <ac:chgData name="Samer Mouksassi" userId="c18f5e46-7090-425a-a75d-5998e99a8397" providerId="ADAL" clId="{CB773DE5-67C4-40BA-BAE6-D4998717D43E}" dt="2022-02-13T18:49:47.904" v="1142" actId="21"/>
          <ac:spMkLst>
            <pc:docMk/>
            <pc:sldMk cId="2597689228" sldId="265"/>
            <ac:spMk id="714" creationId="{748D94D2-7B76-4EB9-9CBC-E57827F004C5}"/>
          </ac:spMkLst>
        </pc:spChg>
        <pc:grpChg chg="add del mod">
          <ac:chgData name="Samer Mouksassi" userId="c18f5e46-7090-425a-a75d-5998e99a8397" providerId="ADAL" clId="{CB773DE5-67C4-40BA-BAE6-D4998717D43E}" dt="2022-02-13T18:27:07.969" v="838" actId="21"/>
          <ac:grpSpMkLst>
            <pc:docMk/>
            <pc:sldMk cId="2597689228" sldId="265"/>
            <ac:grpSpMk id="191" creationId="{51C3FE07-69DB-4B9E-A235-B0DDE5BB0D09}"/>
          </ac:grpSpMkLst>
        </pc:grpChg>
        <pc:grpChg chg="add mod">
          <ac:chgData name="Samer Mouksassi" userId="c18f5e46-7090-425a-a75d-5998e99a8397" providerId="ADAL" clId="{CB773DE5-67C4-40BA-BAE6-D4998717D43E}" dt="2022-02-13T18:40:12.401" v="1016" actId="1076"/>
          <ac:grpSpMkLst>
            <pc:docMk/>
            <pc:sldMk cId="2597689228" sldId="265"/>
            <ac:grpSpMk id="192" creationId="{25028DCD-FE4D-4B22-A359-48FD65D1533B}"/>
          </ac:grpSpMkLst>
        </pc:grpChg>
        <pc:grpChg chg="add mod">
          <ac:chgData name="Samer Mouksassi" userId="c18f5e46-7090-425a-a75d-5998e99a8397" providerId="ADAL" clId="{CB773DE5-67C4-40BA-BAE6-D4998717D43E}" dt="2022-02-13T18:27:29.816" v="843"/>
          <ac:grpSpMkLst>
            <pc:docMk/>
            <pc:sldMk cId="2597689228" sldId="265"/>
            <ac:grpSpMk id="383" creationId="{EFB72660-5223-4DFA-8AE1-FBCEB3D25B19}"/>
          </ac:grpSpMkLst>
        </pc:grpChg>
        <pc:grpChg chg="add mod">
          <ac:chgData name="Samer Mouksassi" userId="c18f5e46-7090-425a-a75d-5998e99a8397" providerId="ADAL" clId="{CB773DE5-67C4-40BA-BAE6-D4998717D43E}" dt="2022-02-13T18:27:29.816" v="843"/>
          <ac:grpSpMkLst>
            <pc:docMk/>
            <pc:sldMk cId="2597689228" sldId="265"/>
            <ac:grpSpMk id="390" creationId="{58731B0C-3993-4437-A686-3A2BA716F9D8}"/>
          </ac:grpSpMkLst>
        </pc:grpChg>
        <pc:grpChg chg="mod">
          <ac:chgData name="Samer Mouksassi" userId="c18f5e46-7090-425a-a75d-5998e99a8397" providerId="ADAL" clId="{CB773DE5-67C4-40BA-BAE6-D4998717D43E}" dt="2022-02-13T18:27:29.816" v="843"/>
          <ac:grpSpMkLst>
            <pc:docMk/>
            <pc:sldMk cId="2597689228" sldId="265"/>
            <ac:grpSpMk id="392" creationId="{6E97A333-F1D2-4467-8A13-9D4AE7DF78B4}"/>
          </ac:grpSpMkLst>
        </pc:grpChg>
        <pc:grpChg chg="mod">
          <ac:chgData name="Samer Mouksassi" userId="c18f5e46-7090-425a-a75d-5998e99a8397" providerId="ADAL" clId="{CB773DE5-67C4-40BA-BAE6-D4998717D43E}" dt="2022-02-13T18:27:29.816" v="843"/>
          <ac:grpSpMkLst>
            <pc:docMk/>
            <pc:sldMk cId="2597689228" sldId="265"/>
            <ac:grpSpMk id="393" creationId="{4DFE40C7-E03C-4794-B174-59E3A342AA20}"/>
          </ac:grpSpMkLst>
        </pc:grpChg>
        <pc:grpChg chg="add del mod">
          <ac:chgData name="Samer Mouksassi" userId="c18f5e46-7090-425a-a75d-5998e99a8397" providerId="ADAL" clId="{CB773DE5-67C4-40BA-BAE6-D4998717D43E}" dt="2022-02-13T18:31:31.750" v="897"/>
          <ac:grpSpMkLst>
            <pc:docMk/>
            <pc:sldMk cId="2597689228" sldId="265"/>
            <ac:grpSpMk id="406" creationId="{45F7BA7D-4545-4841-B1C7-B5714A411D77}"/>
          </ac:grpSpMkLst>
        </pc:grpChg>
        <pc:grpChg chg="add del mod">
          <ac:chgData name="Samer Mouksassi" userId="c18f5e46-7090-425a-a75d-5998e99a8397" providerId="ADAL" clId="{CB773DE5-67C4-40BA-BAE6-D4998717D43E}" dt="2022-02-13T18:36:37.799" v="980" actId="21"/>
          <ac:grpSpMkLst>
            <pc:docMk/>
            <pc:sldMk cId="2597689228" sldId="265"/>
            <ac:grpSpMk id="498" creationId="{C447633C-20B5-415B-9059-A25143EC310E}"/>
          </ac:grpSpMkLst>
        </pc:grpChg>
      </pc:sldChg>
      <pc:sldChg chg="addSp delSp modSp add mod">
        <pc:chgData name="Samer Mouksassi" userId="c18f5e46-7090-425a-a75d-5998e99a8397" providerId="ADAL" clId="{CB773DE5-67C4-40BA-BAE6-D4998717D43E}" dt="2022-02-14T08:59:35.696" v="1786" actId="14100"/>
        <pc:sldMkLst>
          <pc:docMk/>
          <pc:sldMk cId="3806879796" sldId="266"/>
        </pc:sldMkLst>
        <pc:spChg chg="mod">
          <ac:chgData name="Samer Mouksassi" userId="c18f5e46-7090-425a-a75d-5998e99a8397" providerId="ADAL" clId="{CB773DE5-67C4-40BA-BAE6-D4998717D43E}" dt="2022-02-14T08:51:18.067" v="1737" actId="692"/>
          <ac:spMkLst>
            <pc:docMk/>
            <pc:sldMk cId="3806879796" sldId="266"/>
            <ac:spMk id="24" creationId="{D5EC2A36-144B-44B4-8537-07699586EE3E}"/>
          </ac:spMkLst>
        </pc:spChg>
        <pc:spChg chg="mod">
          <ac:chgData name="Samer Mouksassi" userId="c18f5e46-7090-425a-a75d-5998e99a8397" providerId="ADAL" clId="{CB773DE5-67C4-40BA-BAE6-D4998717D43E}" dt="2022-02-14T08:58:36.861" v="1776" actId="692"/>
          <ac:spMkLst>
            <pc:docMk/>
            <pc:sldMk cId="3806879796" sldId="266"/>
            <ac:spMk id="25" creationId="{6A9EA0D9-E549-4A06-8FE5-A171C1C48896}"/>
          </ac:spMkLst>
        </pc:spChg>
        <pc:spChg chg="mod">
          <ac:chgData name="Samer Mouksassi" userId="c18f5e46-7090-425a-a75d-5998e99a8397" providerId="ADAL" clId="{CB773DE5-67C4-40BA-BAE6-D4998717D43E}" dt="2022-02-14T08:58:36.861" v="1776" actId="692"/>
          <ac:spMkLst>
            <pc:docMk/>
            <pc:sldMk cId="3806879796" sldId="266"/>
            <ac:spMk id="26" creationId="{18A9C53E-1A2B-4B35-94BD-D5C2AA05EDB2}"/>
          </ac:spMkLst>
        </pc:spChg>
        <pc:spChg chg="mod">
          <ac:chgData name="Samer Mouksassi" userId="c18f5e46-7090-425a-a75d-5998e99a8397" providerId="ADAL" clId="{CB773DE5-67C4-40BA-BAE6-D4998717D43E}" dt="2022-02-14T08:58:36.861" v="1776" actId="692"/>
          <ac:spMkLst>
            <pc:docMk/>
            <pc:sldMk cId="3806879796" sldId="266"/>
            <ac:spMk id="27" creationId="{3DC76CF8-DF2F-48D0-BDF8-10C937FDA454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50" creationId="{0E0DBF93-2E6A-4CDE-833F-0FD745A2F90C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51" creationId="{43A83090-1FED-424A-9497-6DD797260F0A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52" creationId="{41A3831D-1903-4E7A-A717-8B514EDEE7E3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53" creationId="{D7795E66-6E27-4121-9BAA-72329E05A4B2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54" creationId="{A5342351-449C-46D2-995B-02A93D88F8E6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55" creationId="{D9A39C70-070B-4E23-806E-D123AC1AAF86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56" creationId="{03463C3B-7E2E-4300-80CF-4134B881D181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57" creationId="{0822E88D-2014-4985-8596-83CB126E74D2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58" creationId="{AD438390-08A2-463D-B7D6-98A5D0DB04ED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59" creationId="{C28D195D-7517-4E75-AB97-A8E2872B2359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60" creationId="{C8E92C8A-6C0B-41B6-87C5-E908DD2F09B7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61" creationId="{396EB398-8FEA-4299-9960-72B2BACF03E6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62" creationId="{51C03C42-9C6D-4F10-A871-5C51629E2DDB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63" creationId="{267FD49B-3E41-4365-8277-B6B8297AADC5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64" creationId="{FF8905F0-8F1A-4CD1-80B9-DC240FA65894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65" creationId="{0EC6E512-ABF8-49F7-8D2D-E2BD7DE85A23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66" creationId="{A5A70AA5-4044-4326-8953-8D23F48EBCF4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67" creationId="{B840B954-D889-44FA-A6C0-ABB00E91B32B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68" creationId="{F03BB7E5-AD74-4996-83E1-850ED515B0D5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69" creationId="{81C24725-210B-46E3-8763-3169DE4F53F1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70" creationId="{41D6F220-FB2B-43F1-A19E-8CEC6ABE347B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71" creationId="{C81F7F0C-8960-48B5-822B-74088DA73EA2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72" creationId="{0F603B8F-50ED-4FCD-86F3-66FC18E1AF56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78" creationId="{AF5867B3-F44E-426E-AA64-154FA848E2C6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79" creationId="{37A4611F-0295-4CFC-BB30-1E68B4FD4020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80" creationId="{287AA8B5-0855-4203-913B-953C90DA1CAA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81" creationId="{42D78E21-567A-4DEF-B975-1CC4260A649E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82" creationId="{794AF774-60AA-4554-A4E2-CCEB03FB9F6D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83" creationId="{C6DC9A0C-7E7D-480A-981B-C2E040D8B5A2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84" creationId="{11903DD0-3D3F-4922-8179-9ECC891848A0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85" creationId="{2A53BA26-9D20-4DCA-91E8-91C1FC26CC5C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86" creationId="{4D61366D-391C-4F98-9F70-E416EB467816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87" creationId="{D735A8BF-824D-4482-BAF0-9CED616CEF24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88" creationId="{BE150078-4D33-4E7D-AA4B-D4A8E25D43C8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89" creationId="{2F211B11-FF7F-49D3-B1CA-E1B253FE0835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90" creationId="{9B7E783B-B33D-4388-AAB5-05B06A2F066F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91" creationId="{319E73CC-6EBB-4818-B41F-4FF591A59C88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92" creationId="{A371AC79-1A6D-466D-8E2F-887446E2A048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93" creationId="{AE008E9C-E21F-479D-B258-B22E07D3A5B1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94" creationId="{76D37108-D095-476C-AC7D-0E75FDF6C87C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95" creationId="{5FAB62D3-614A-42FC-B770-BA7B9D117D30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96" creationId="{8A9361D7-AF5F-434A-9907-996548C925A0}"/>
          </ac:spMkLst>
        </pc:spChg>
        <pc:spChg chg="del">
          <ac:chgData name="Samer Mouksassi" userId="c18f5e46-7090-425a-a75d-5998e99a8397" providerId="ADAL" clId="{CB773DE5-67C4-40BA-BAE6-D4998717D43E}" dt="2022-02-14T08:58:45.813" v="1777" actId="478"/>
          <ac:spMkLst>
            <pc:docMk/>
            <pc:sldMk cId="3806879796" sldId="266"/>
            <ac:spMk id="103" creationId="{5B8BC992-23F7-4A18-A03A-EF8483E0227F}"/>
          </ac:spMkLst>
        </pc:spChg>
        <pc:spChg chg="mod">
          <ac:chgData name="Samer Mouksassi" userId="c18f5e46-7090-425a-a75d-5998e99a8397" providerId="ADAL" clId="{CB773DE5-67C4-40BA-BAE6-D4998717D43E}" dt="2022-02-14T08:58:50.985" v="1779" actId="1076"/>
          <ac:spMkLst>
            <pc:docMk/>
            <pc:sldMk cId="3806879796" sldId="266"/>
            <ac:spMk id="104" creationId="{74D4B6C3-1D0F-496D-A513-26D827F985C8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121" creationId="{631166A5-5220-4FB0-A4AC-7AB09346FA9F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124" creationId="{67434371-361C-40E6-BB05-5C6139D0F515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26" creationId="{23131953-7CF3-4057-8730-4FCC3E85EAA9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27" creationId="{7651E6A6-0E6C-4FDC-A1BC-C588EFF41372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28" creationId="{18F3D1C8-0015-411A-998B-6A997DD3FA74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29" creationId="{7303D5B8-E379-4336-8346-8608650B94B1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30" creationId="{F7890F68-FD72-4D27-AC4E-1E2EABFEBE65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31" creationId="{270CA808-CBEB-44E8-86BE-171A428B928A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32" creationId="{C7445579-00C5-4FD1-96E6-5BE73953D2F5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33" creationId="{7BB0FA01-2E7D-4BB5-9F0E-0A2C0C841998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135" creationId="{FBFBF504-3A49-480C-885E-D411A832E4C9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136" creationId="{B614DBDC-6657-4711-A5D3-936A4E4535CC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139" creationId="{69F5ED3F-F044-4EDA-B2D9-28B5852777B3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141" creationId="{8C7C46DC-1311-4281-92E5-63C9F34FB5BB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142" creationId="{9A9CBB4B-96A8-4DB8-8D92-A23654BEF486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143" creationId="{9EDB3014-E8A1-4366-A7EF-BBB27DE25476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144" creationId="{9EC69CA3-ED8A-46B0-A8A8-1A6720B4AB4C}"/>
          </ac:spMkLst>
        </pc:spChg>
        <pc:spChg chg="del">
          <ac:chgData name="Samer Mouksassi" userId="c18f5e46-7090-425a-a75d-5998e99a8397" providerId="ADAL" clId="{CB773DE5-67C4-40BA-BAE6-D4998717D43E}" dt="2022-02-13T18:34:46.713" v="962" actId="478"/>
          <ac:spMkLst>
            <pc:docMk/>
            <pc:sldMk cId="3806879796" sldId="266"/>
            <ac:spMk id="145" creationId="{D2936D32-D26E-4E41-BF1D-303CD0B0E29C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46" creationId="{670AD265-59E5-4774-A829-264CC55F17E1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47" creationId="{26E43910-2138-4B42-B704-05817B1076FF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48" creationId="{D7F6885C-0D6A-47BC-9127-1689006D0431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49" creationId="{CABECFDB-96B5-4A79-B0CA-1560F0A101E5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50" creationId="{5762786D-FD7A-4CFA-9724-B43CA3D0E84E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51" creationId="{FF98639D-372F-4049-A386-9D55FD65E5D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52" creationId="{A45BCBA5-8610-49E5-9220-53FC54B97172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53" creationId="{0AF65280-5C08-4E1D-B058-FD37C375F99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54" creationId="{5B2075AC-1DFD-4339-AE76-8DD81538E712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55" creationId="{2D2E8258-B40C-48DF-AF53-16536E826F3E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56" creationId="{76B9F008-8387-4A65-A89C-6A6B6822918F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57" creationId="{92506186-0ECA-462C-970C-2ECE86CAE8FF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58" creationId="{FD4B6DE2-3AE6-4197-BF30-BDAB44CF7F37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59" creationId="{C9B37E0F-7783-40DB-B411-01034AE1162A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60" creationId="{7644385B-ED42-4B16-B4B1-00D486C82192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61" creationId="{18244685-2F98-443B-BC3C-F25A3C47EC07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62" creationId="{F62ADD64-FFFB-41F2-92F8-64A5CB47DA51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63" creationId="{DC812A8E-680E-4FBB-BD0C-B9ED8AE31B96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64" creationId="{FB13FBC4-A836-448E-90A8-04CAD538FA5A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65" creationId="{2CE06B92-BE63-44AC-9F96-D9FEFE8FAA33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66" creationId="{297897FE-4C1B-4C53-91AF-422D3A7AE184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67" creationId="{34158FFE-75C8-43C6-A30E-C92713833710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68" creationId="{F57F48D3-6AC6-402F-9C5C-CD84616F5170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69" creationId="{F7C0A045-EDD4-4B31-B2D1-B3D4C5DA0AD9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70" creationId="{4D58A2A5-A367-4856-928C-6280134068E2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71" creationId="{9CC63F48-A2BC-4359-B11B-AD5AEC10A9CF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72" creationId="{EF6BE941-F677-47F4-969F-C34AD65454F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73" creationId="{8D9951FB-B978-48AF-A1E3-15F678E2D1AF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74" creationId="{1BC0EDCC-1282-447F-824B-A11A0AFE6EF4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75" creationId="{436BFF69-EFC3-48A4-89A1-376C02720E76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76" creationId="{ADA2CC57-AA99-44F4-8F95-528397333E3F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77" creationId="{980482DB-CB93-4950-91F6-348D6182E88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78" creationId="{381981EF-DE00-4846-870D-5C1058CE27CA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79" creationId="{43C0FC95-D8E8-4010-A797-80E379E72427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80" creationId="{34B3B0F7-B90D-45D9-B4A6-DA83E2B413A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81" creationId="{B923CE64-4DDA-40D5-8B1E-9C8C70F7C255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82" creationId="{330AED32-1D1E-4007-A500-13EDF742C9B7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83" creationId="{0110B93C-2781-4021-BBEE-C482105AFA7E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84" creationId="{9EE76B8F-3DAD-4980-B1B5-898BA5FB8064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85" creationId="{D45728FF-73F6-453A-A946-73FDC7E9E631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86" creationId="{49EACFA5-CBA8-4FF5-845F-BA699598E541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87" creationId="{837707C1-C28F-4534-9D93-B6DB20908D68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88" creationId="{2F91C007-F397-4E87-8AC8-3C7AC0C1B84A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89" creationId="{AA329399-D754-40CD-A749-ECD9D3E59015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90" creationId="{BA163A72-17AE-462E-9F57-E891687276EA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91" creationId="{130C02D0-9781-4F33-9EB6-AD7DBC4276FC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92" creationId="{816EC461-7018-4B82-8F2C-FC1C22004306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93" creationId="{CF4982FE-DB1E-46F3-8F85-CBDCCBE57E67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94" creationId="{897870C2-162C-4528-B7A0-C0286FFB4A99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95" creationId="{E585892A-9BD2-484C-9AF2-D8A7D0091964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96" creationId="{052E6362-1143-43C8-B0EB-AFE0D99CB46A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97" creationId="{48310487-8E03-471F-9593-1D34492A8EEA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98" creationId="{C739986D-8B94-4F47-A2D9-2780F8EBC7EA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199" creationId="{F352997E-9503-414F-B6C0-1D503554B6FE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00" creationId="{C403BA41-73DF-4009-9033-C426FCA1B7AA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01" creationId="{1773AA0B-8123-4082-9AD6-1B97CA8465E4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02" creationId="{7F45E79E-055B-4CE0-8190-C05A958942FF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03" creationId="{1174CA58-DA25-474D-A00D-5EB684C36DEB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04" creationId="{A383346C-2518-4FE8-82BA-D30EC96E10A9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05" creationId="{2A9DF128-D7EB-4664-88B0-DB381A69ABC8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06" creationId="{6998E212-CAE2-4D96-818F-2C4F4FD5B17F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07" creationId="{619CE319-D734-4C07-AD5D-1E1AABC92D3A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08" creationId="{8E807492-4FF6-40D7-A0A4-C70D97696794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09" creationId="{60D982A1-B3E4-4D33-A38D-07350AEAEE7B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10" creationId="{B01D5492-6C8A-4EF4-B9A8-07179B510666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11" creationId="{CD1C5ABF-0D83-4388-A91F-7481A1D9FCFC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12" creationId="{591BAAC8-5F40-4164-9002-10E891D40A6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13" creationId="{758A257C-4C86-4673-9699-4E9660A42FDC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14" creationId="{0DE3D3C2-5610-4F1F-B67E-328C148A1016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15" creationId="{8B089629-969C-4B29-B3E1-A648475C4798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16" creationId="{240CDD70-3B61-492F-978D-1BE590F196C3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17" creationId="{ADDF5AF9-8118-4107-A5A7-3A83582DB401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18" creationId="{71C27B60-EFFF-489F-B3E6-66F8D48E51A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19" creationId="{4221234B-192D-44D7-B581-DD9A0483EDD5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20" creationId="{9D6A0D9C-3C7C-4A62-A8D6-D7702D92BD92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21" creationId="{CAC89ADA-AD4C-4897-8893-ABAA1DE2E851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22" creationId="{6266D878-3C2E-4586-B79F-94590CEA3587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23" creationId="{EFE735BE-09FC-4BBB-A723-42619D466410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24" creationId="{CE0605B3-5AED-4B6A-A87F-E72DD400BE44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25" creationId="{6D528C3B-B47C-4F03-8B98-15A16E0556E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26" creationId="{497B506A-1CF2-42B6-8BC8-ABC6D3C9B288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27" creationId="{FB5EE7D4-EDFA-4B9D-A561-B4A7A029A099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28" creationId="{6FC13613-AAAE-4456-890F-67F49CE5369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29" creationId="{DE0EBEB7-717A-4CB1-A2A7-6DB1C17D196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30" creationId="{843B0444-E3AB-488F-B7E9-6B82ECEC7361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31" creationId="{29EEDADF-BCA6-4EC5-8C91-FB01D3707D80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32" creationId="{2FB32793-4EAB-41A9-8B73-4974E2A42F6B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33" creationId="{45059060-9F03-4EB3-94B8-33958A92772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34" creationId="{709E9D56-E0A9-4506-B81E-6C982E1D6553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35" creationId="{31A9EF3F-AEBB-4DCE-81F9-4248497F6283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36" creationId="{C7201D08-48D7-4968-BB79-CDB583E78D06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37" creationId="{A432A2FB-4B27-41AC-822F-C096D7AA5147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38" creationId="{734090C8-DCA5-4035-BF7F-D9B2E250CFB2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39" creationId="{41AF68DA-B253-49F9-8CF7-4776BB55ABE1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40" creationId="{70987FEF-A29E-4550-B21A-D651FCB6EF0C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41" creationId="{BA2F6B22-2EB0-4ED7-9146-F0AE980987B6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42" creationId="{5C85E32D-9BC9-4D9F-81EB-09D96F3F54E2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43" creationId="{89366E60-BF68-42FA-B293-23E9C9013B44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44" creationId="{67EC2778-A0C0-4FE7-A3D5-781B9F099E0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45" creationId="{760CDED5-0209-44D8-960D-77C60E095087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46" creationId="{FD51E7FA-189B-48DC-A1DD-D6A8B1C49AB6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47" creationId="{A1C89E4B-0AAA-47DD-960F-27C12BA5656E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48" creationId="{AE093CCE-0D47-4649-9E88-162E09531D54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49" creationId="{9E7F3422-0F73-4B6B-97BC-9A95ED6A65F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50" creationId="{2192E054-4253-41F6-8CF4-DF3A1DEA63F2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51" creationId="{5B04D068-BD88-4D5E-8FC6-10B30376B281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52" creationId="{BDF1A4AC-DCA1-4899-862C-8A22EA61E785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53" creationId="{7332C8BF-91AF-469B-BAFD-5EF751B3580E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54" creationId="{C32EAC5C-7416-4657-80F1-F68D86F8571C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55" creationId="{9EF3CF46-0519-4462-8FE1-22429A71FB3F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56" creationId="{6520E466-1055-4ABB-846B-8CB14EE99135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57" creationId="{1FCEC139-A9D4-4441-B9E9-2AD31E9FA24B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58" creationId="{7ADDF34A-52D8-4E34-9F02-2FCF0D99B4E3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59" creationId="{8FD44DAE-8060-455F-96B6-35350F1BFE6F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60" creationId="{A81580C0-7F3F-4CAA-9CFD-3D8FEE903817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61" creationId="{0F18402A-9942-43DD-B307-B7F6CF61BD97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62" creationId="{4792BD2F-0D46-4377-AF44-38E372B0B463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63" creationId="{355F46CC-91C5-4745-899A-F5345062E438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64" creationId="{6631E758-2681-45C9-BF19-DD5234303DF6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65" creationId="{7AC64B5B-4852-43DB-BF63-992035B4C7D2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66" creationId="{131627ED-18E2-400E-8C9B-519C63C27A30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67" creationId="{BDB82268-6D7F-4A2B-BB24-A2BCF90CB15E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68" creationId="{9E35B14E-B2E1-4AFC-9567-BC1391FCB8C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69" creationId="{D0415BE8-AFDE-4290-AECA-82558B5827BE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70" creationId="{17D36EA3-D89B-47DD-BEC2-B8939D1017DE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71" creationId="{E16A1135-1B05-49F4-A872-E58B2B6F10B1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72" creationId="{774B6E20-C6E7-4013-B523-E1822D5FA212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73" creationId="{FF18D4B0-27B5-4190-8CFB-28D6EE5F1447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74" creationId="{1AC1FAD5-E150-4C68-9BEB-C6F31CD205A9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75" creationId="{232C8C56-1117-4245-92F1-3E2C58959D36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76" creationId="{2AE55271-E172-4BBF-B7FC-FFFD273EF159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77" creationId="{04B3F4D4-9ADC-4ECE-A4F2-F0AADFB55695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78" creationId="{6B68DFE8-3010-4196-81FE-62D4B406AA24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79" creationId="{8F64CD69-764E-4D58-BF3B-45676BDE16D7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80" creationId="{9DC91F33-6D03-41F4-A794-368B76122552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81" creationId="{C587C19C-EC38-4DFF-813F-E8EED34E490A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82" creationId="{82ECDCD0-13FB-4D8C-AD1E-0E46AF718147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83" creationId="{B0A84699-85BA-4AD6-9343-046FB92A5A8C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84" creationId="{066B3D0E-6C31-4682-BDFF-B338626AD4C1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85" creationId="{3F3456DA-979F-4F93-B84E-7EB5BA45F192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86" creationId="{B0B5CFA0-F75C-4200-9EA5-38693E99D79C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87" creationId="{8FC89839-DC9E-4482-9015-A22653EB5079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88" creationId="{AA0F5068-E32B-4B24-A843-0CEBD3FCFEFE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89" creationId="{81EB25E1-E812-4181-8867-E0073EA3C878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90" creationId="{95480CA1-6DC6-4D5F-A5A7-C619235AB4BF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91" creationId="{42762BC2-1550-4A10-92BF-CD9FA0825779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92" creationId="{F36CC735-F7AB-42E5-8D81-3984CD856602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93" creationId="{BEBB1E15-1E2A-41D8-8324-301ACFECF5EB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94" creationId="{D0006C86-3FEB-4913-966A-16ACE07A24F0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95" creationId="{83560C0A-192F-43B1-AD1B-496DEAC9B685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96" creationId="{FD6F620A-8D25-4067-9A8F-D44F86EF8CAA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97" creationId="{A34B9CCE-6658-4B41-902C-E4B267F22078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98" creationId="{2EE72C6E-D97E-4BDB-9E4B-DD31B54D8D04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299" creationId="{4E921F30-0ADC-4440-A019-EEE96449BCEB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00" creationId="{E1F47D3F-EC63-453F-9AD1-6D19DE8DC7CC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01" creationId="{6A06F5E4-A322-46DC-A340-F858DC8CFE49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02" creationId="{3574C17E-E8FC-4189-AC0A-093BD29A4AC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03" creationId="{5F0318DE-EF6B-4BE9-93BB-7DD141AC2020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04" creationId="{FF7E7A2E-25D8-4FE1-B047-6DD172C4C86B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05" creationId="{74AF4BBD-6A44-4EB4-AF66-C45DB9753120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06" creationId="{76EA6BD7-3254-4C10-B509-364FFB3F1394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07" creationId="{CA216137-216F-4308-84AC-E52695AB9EAE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08" creationId="{677C1F4A-5730-46A2-A1F6-E55852C2B170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09" creationId="{97FA4EFB-CD7D-494E-9E00-01003ED218F3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10" creationId="{AA8E657D-F8F3-4B77-89C7-E8D085B2D9AE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11" creationId="{6C2F6184-9502-41B9-B91B-0A9C382F5ED6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12" creationId="{01509D42-D876-4003-971D-09515D1DDCD8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13" creationId="{93480AE1-5AA5-42F4-9C50-CD5B44087AAC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14" creationId="{2B3FF02F-D8C5-4EA6-AE03-7AB25922D05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15" creationId="{F2CB0CA1-2280-43BA-84AF-59D1A122DB86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16" creationId="{E66C3A8F-5579-459B-89A3-585F38F91B87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17" creationId="{C1049D6E-4153-4ED8-8980-736E6FCD18A0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18" creationId="{9AF083FF-E786-4447-96F8-0CAF01D5BDC0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19" creationId="{C7DA3952-626A-4F56-9206-B7DBAFED36D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20" creationId="{1ADBDF1A-238B-48FE-8805-1CAB822BE7D7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21" creationId="{588B9810-74DB-4F99-B416-88C10F9AAB9C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22" creationId="{272E3D84-94D6-4ABA-A131-7619CE791FC5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23" creationId="{4EB3896A-7528-4632-AE1A-577D7CB1F4B8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24" creationId="{A67AFA5D-7EB4-4CA2-A094-6F85CD112559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25" creationId="{232CB9C4-C56C-4237-8CAA-0CEDAA259CFF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26" creationId="{BDD1F23C-23C2-44B0-A267-666ADF3AB6E0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27" creationId="{1AD60C50-6DD9-4539-92CB-5595712656B9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28" creationId="{263EC4C9-1BFE-4D36-9C89-44E4CAB03812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29" creationId="{DDD0B45B-15A2-4119-9EEC-D91C4D2D2579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30" creationId="{B2A2B526-7EC6-42B3-BEC6-64DA59F5974F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31" creationId="{30753FC9-2A8D-42AC-8D75-CFFB552864AB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32" creationId="{6B5E8E15-716A-4E96-952D-322829BA19EA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33" creationId="{BF7BD53C-957D-46A7-87FE-81224FD680E4}"/>
          </ac:spMkLst>
        </pc:spChg>
        <pc:spChg chg="mod">
          <ac:chgData name="Samer Mouksassi" userId="c18f5e46-7090-425a-a75d-5998e99a8397" providerId="ADAL" clId="{CB773DE5-67C4-40BA-BAE6-D4998717D43E}" dt="2022-02-14T08:59:31.141" v="1785" actId="692"/>
          <ac:spMkLst>
            <pc:docMk/>
            <pc:sldMk cId="3806879796" sldId="266"/>
            <ac:spMk id="334" creationId="{168B66EC-B050-4253-BE4F-2FBDA935D094}"/>
          </ac:spMkLst>
        </pc:spChg>
        <pc:spChg chg="mod">
          <ac:chgData name="Samer Mouksassi" userId="c18f5e46-7090-425a-a75d-5998e99a8397" providerId="ADAL" clId="{CB773DE5-67C4-40BA-BAE6-D4998717D43E}" dt="2022-02-14T08:59:31.141" v="1785" actId="692"/>
          <ac:spMkLst>
            <pc:docMk/>
            <pc:sldMk cId="3806879796" sldId="266"/>
            <ac:spMk id="335" creationId="{A0430BAE-D48A-4BCA-AB35-005747EBA139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36" creationId="{12D484BB-CFFC-4A14-BA94-4EA14F77B2E6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37" creationId="{21B0F044-0463-4B1C-BBDF-ABC149DB3803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38" creationId="{5C978B9C-9D17-416C-8F5B-FEB857078129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39" creationId="{7E6A229D-6D76-4A1B-A8F2-5A9B140B02D5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40" creationId="{0DBDF20C-AED1-45E2-B9FD-180BD0F0D543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41" creationId="{1BBAEAAC-1FE6-43A2-9F56-BF0D727FE3BC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42" creationId="{64CE9F8A-BF0B-4C55-BDD5-75086F045B65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43" creationId="{77F33594-C0AA-4FF6-82C5-223BDA37EAE4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44" creationId="{662B8B9F-8806-410C-B642-C3312EFD2A00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45" creationId="{754394E8-0648-40B3-8FAF-A21AA4E94BC8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46" creationId="{72CAB031-FB58-4B96-AB96-C3649FBB29BD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47" creationId="{B528A835-A0A6-4843-B40D-AB3B605F7801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48" creationId="{096DC854-F7D0-4160-B339-8D73CFD752EE}"/>
          </ac:spMkLst>
        </pc:spChg>
        <pc:spChg chg="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49" creationId="{1688E326-1709-47FA-B993-9E93F05CE921}"/>
          </ac:spMkLst>
        </pc:spChg>
        <pc:spChg chg="add 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50" creationId="{96163153-EAF1-4BD7-9733-88F245621A5D}"/>
          </ac:spMkLst>
        </pc:spChg>
        <pc:spChg chg="add 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51" creationId="{E91E4B7E-361A-4058-815D-BF64C837C241}"/>
          </ac:spMkLst>
        </pc:spChg>
        <pc:spChg chg="add mod">
          <ac:chgData name="Samer Mouksassi" userId="c18f5e46-7090-425a-a75d-5998e99a8397" providerId="ADAL" clId="{CB773DE5-67C4-40BA-BAE6-D4998717D43E}" dt="2022-02-13T18:36:58.792" v="985"/>
          <ac:spMkLst>
            <pc:docMk/>
            <pc:sldMk cId="3806879796" sldId="266"/>
            <ac:spMk id="352" creationId="{D4D42FF5-892A-4EA2-BB74-9C18FAC525DD}"/>
          </ac:spMkLst>
        </pc:spChg>
        <pc:spChg chg="add mod">
          <ac:chgData name="Samer Mouksassi" userId="c18f5e46-7090-425a-a75d-5998e99a8397" providerId="ADAL" clId="{CB773DE5-67C4-40BA-BAE6-D4998717D43E}" dt="2022-02-13T18:37:17.960" v="986"/>
          <ac:spMkLst>
            <pc:docMk/>
            <pc:sldMk cId="3806879796" sldId="266"/>
            <ac:spMk id="353" creationId="{393F9D42-68D0-4227-B8DB-4F9C4D5FCABF}"/>
          </ac:spMkLst>
        </pc:spChg>
        <pc:spChg chg="add mod">
          <ac:chgData name="Samer Mouksassi" userId="c18f5e46-7090-425a-a75d-5998e99a8397" providerId="ADAL" clId="{CB773DE5-67C4-40BA-BAE6-D4998717D43E}" dt="2022-02-13T18:37:17.960" v="986"/>
          <ac:spMkLst>
            <pc:docMk/>
            <pc:sldMk cId="3806879796" sldId="266"/>
            <ac:spMk id="354" creationId="{706222AA-4321-4008-B7B9-F2055326FE64}"/>
          </ac:spMkLst>
        </pc:spChg>
        <pc:spChg chg="add mod">
          <ac:chgData name="Samer Mouksassi" userId="c18f5e46-7090-425a-a75d-5998e99a8397" providerId="ADAL" clId="{CB773DE5-67C4-40BA-BAE6-D4998717D43E}" dt="2022-02-13T18:37:17.960" v="986"/>
          <ac:spMkLst>
            <pc:docMk/>
            <pc:sldMk cId="3806879796" sldId="266"/>
            <ac:spMk id="355" creationId="{AEDBE970-D37D-45AB-852B-B14B35461D4A}"/>
          </ac:spMkLst>
        </pc:spChg>
        <pc:spChg chg="add mod">
          <ac:chgData name="Samer Mouksassi" userId="c18f5e46-7090-425a-a75d-5998e99a8397" providerId="ADAL" clId="{CB773DE5-67C4-40BA-BAE6-D4998717D43E}" dt="2022-02-13T18:57:47.746" v="1373" actId="403"/>
          <ac:spMkLst>
            <pc:docMk/>
            <pc:sldMk cId="3806879796" sldId="266"/>
            <ac:spMk id="356" creationId="{74A1D337-4229-4456-B35E-08DF64840380}"/>
          </ac:spMkLst>
        </pc:spChg>
        <pc:spChg chg="add mod">
          <ac:chgData name="Samer Mouksassi" userId="c18f5e46-7090-425a-a75d-5998e99a8397" providerId="ADAL" clId="{CB773DE5-67C4-40BA-BAE6-D4998717D43E}" dt="2022-02-13T18:57:50.725" v="1374" actId="403"/>
          <ac:spMkLst>
            <pc:docMk/>
            <pc:sldMk cId="3806879796" sldId="266"/>
            <ac:spMk id="357" creationId="{93D3D577-49C7-4A94-81DD-F73502FA5C8C}"/>
          </ac:spMkLst>
        </pc:spChg>
        <pc:spChg chg="add mod">
          <ac:chgData name="Samer Mouksassi" userId="c18f5e46-7090-425a-a75d-5998e99a8397" providerId="ADAL" clId="{CB773DE5-67C4-40BA-BAE6-D4998717D43E}" dt="2022-02-14T08:59:35.696" v="1786" actId="14100"/>
          <ac:spMkLst>
            <pc:docMk/>
            <pc:sldMk cId="3806879796" sldId="266"/>
            <ac:spMk id="358" creationId="{E3EF4999-D449-4EF2-ABCE-1222C7EBE6AC}"/>
          </ac:spMkLst>
        </pc:spChg>
        <pc:spChg chg="add mod">
          <ac:chgData name="Samer Mouksassi" userId="c18f5e46-7090-425a-a75d-5998e99a8397" providerId="ADAL" clId="{CB773DE5-67C4-40BA-BAE6-D4998717D43E}" dt="2022-02-13T18:57:34.783" v="1370"/>
          <ac:spMkLst>
            <pc:docMk/>
            <pc:sldMk cId="3806879796" sldId="266"/>
            <ac:spMk id="359" creationId="{154467D8-F68A-4ADD-9200-0E42EF315AB2}"/>
          </ac:spMkLst>
        </pc:spChg>
        <pc:spChg chg="add mod">
          <ac:chgData name="Samer Mouksassi" userId="c18f5e46-7090-425a-a75d-5998e99a8397" providerId="ADAL" clId="{CB773DE5-67C4-40BA-BAE6-D4998717D43E}" dt="2022-02-14T08:58:46.126" v="1778"/>
          <ac:spMkLst>
            <pc:docMk/>
            <pc:sldMk cId="3806879796" sldId="266"/>
            <ac:spMk id="360" creationId="{E5BBBF4C-6AB9-4D62-94D9-F47AE4F5452B}"/>
          </ac:spMkLst>
        </pc:spChg>
        <pc:spChg chg="add mod">
          <ac:chgData name="Samer Mouksassi" userId="c18f5e46-7090-425a-a75d-5998e99a8397" providerId="ADAL" clId="{CB773DE5-67C4-40BA-BAE6-D4998717D43E}" dt="2022-02-14T08:58:46.126" v="1778"/>
          <ac:spMkLst>
            <pc:docMk/>
            <pc:sldMk cId="3806879796" sldId="266"/>
            <ac:spMk id="361" creationId="{AED684E6-AA45-482F-880E-1A16044BDDFD}"/>
          </ac:spMkLst>
        </pc:spChg>
        <pc:spChg chg="add mod">
          <ac:chgData name="Samer Mouksassi" userId="c18f5e46-7090-425a-a75d-5998e99a8397" providerId="ADAL" clId="{CB773DE5-67C4-40BA-BAE6-D4998717D43E}" dt="2022-02-14T08:59:16.293" v="1784" actId="1076"/>
          <ac:spMkLst>
            <pc:docMk/>
            <pc:sldMk cId="3806879796" sldId="266"/>
            <ac:spMk id="362" creationId="{3E95AD83-D69B-4A25-BFCB-63B223659826}"/>
          </ac:spMkLst>
        </pc:spChg>
        <pc:spChg chg="add mod">
          <ac:chgData name="Samer Mouksassi" userId="c18f5e46-7090-425a-a75d-5998e99a8397" providerId="ADAL" clId="{CB773DE5-67C4-40BA-BAE6-D4998717D43E}" dt="2022-02-14T08:59:13.002" v="1783" actId="1076"/>
          <ac:spMkLst>
            <pc:docMk/>
            <pc:sldMk cId="3806879796" sldId="266"/>
            <ac:spMk id="363" creationId="{B60DA86A-9E20-4F88-9C3E-4D5FBBBAA59A}"/>
          </ac:spMkLst>
        </pc:spChg>
        <pc:grpChg chg="del">
          <ac:chgData name="Samer Mouksassi" userId="c18f5e46-7090-425a-a75d-5998e99a8397" providerId="ADAL" clId="{CB773DE5-67C4-40BA-BAE6-D4998717D43E}" dt="2022-02-13T18:34:46.713" v="962" actId="478"/>
          <ac:grpSpMkLst>
            <pc:docMk/>
            <pc:sldMk cId="3806879796" sldId="266"/>
            <ac:grpSpMk id="123" creationId="{94B1317F-1515-4F51-9D4A-9DCEA7615626}"/>
          </ac:grpSpMkLst>
        </pc:grpChg>
        <pc:grpChg chg="add mod">
          <ac:chgData name="Samer Mouksassi" userId="c18f5e46-7090-425a-a75d-5998e99a8397" providerId="ADAL" clId="{CB773DE5-67C4-40BA-BAE6-D4998717D43E}" dt="2022-02-13T18:36:58.792" v="985"/>
          <ac:grpSpMkLst>
            <pc:docMk/>
            <pc:sldMk cId="3806879796" sldId="266"/>
            <ac:grpSpMk id="125" creationId="{87DAFF0A-6C88-454D-8D97-EE16BA90E98F}"/>
          </ac:grpSpMkLst>
        </pc:grpChg>
      </pc:sldChg>
      <pc:sldChg chg="addSp delSp modSp new mod ord">
        <pc:chgData name="Samer Mouksassi" userId="c18f5e46-7090-425a-a75d-5998e99a8397" providerId="ADAL" clId="{CB773DE5-67C4-40BA-BAE6-D4998717D43E}" dt="2022-02-14T09:19:01.137" v="1904"/>
        <pc:sldMkLst>
          <pc:docMk/>
          <pc:sldMk cId="2654714497" sldId="267"/>
        </pc:sldMkLst>
        <pc:spChg chg="mod topLvl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4" creationId="{44BA1BA9-73E0-459E-8D4B-A39A5B7B466C}"/>
          </ac:spMkLst>
        </pc:spChg>
        <pc:spChg chg="del mod topLvl">
          <ac:chgData name="Samer Mouksassi" userId="c18f5e46-7090-425a-a75d-5998e99a8397" providerId="ADAL" clId="{CB773DE5-67C4-40BA-BAE6-D4998717D43E}" dt="2022-02-13T18:46:30.148" v="1064" actId="478"/>
          <ac:spMkLst>
            <pc:docMk/>
            <pc:sldMk cId="2654714497" sldId="267"/>
            <ac:spMk id="5" creationId="{EEADE58D-35BB-4B79-AD34-AA7D000EDD2F}"/>
          </ac:spMkLst>
        </pc:spChg>
        <pc:spChg chg="del mod topLvl">
          <ac:chgData name="Samer Mouksassi" userId="c18f5e46-7090-425a-a75d-5998e99a8397" providerId="ADAL" clId="{CB773DE5-67C4-40BA-BAE6-D4998717D43E}" dt="2022-02-13T18:46:33.680" v="1065" actId="478"/>
          <ac:spMkLst>
            <pc:docMk/>
            <pc:sldMk cId="2654714497" sldId="267"/>
            <ac:spMk id="6" creationId="{0FE0D6FE-39D6-4237-A255-561EAA302CEA}"/>
          </ac:spMkLst>
        </pc:spChg>
        <pc:spChg chg="del mod">
          <ac:chgData name="Samer Mouksassi" userId="c18f5e46-7090-425a-a75d-5998e99a8397" providerId="ADAL" clId="{CB773DE5-67C4-40BA-BAE6-D4998717D43E}" dt="2022-02-13T18:44:04.821" v="1026" actId="478"/>
          <ac:spMkLst>
            <pc:docMk/>
            <pc:sldMk cId="2654714497" sldId="267"/>
            <ac:spMk id="8" creationId="{A724BC4C-9BAA-4EEC-B9A4-CF5375C37023}"/>
          </ac:spMkLst>
        </pc:spChg>
        <pc:spChg chg="del mod topLvl">
          <ac:chgData name="Samer Mouksassi" userId="c18f5e46-7090-425a-a75d-5998e99a8397" providerId="ADAL" clId="{CB773DE5-67C4-40BA-BAE6-D4998717D43E}" dt="2022-02-13T18:46:33.680" v="1065" actId="478"/>
          <ac:spMkLst>
            <pc:docMk/>
            <pc:sldMk cId="2654714497" sldId="267"/>
            <ac:spMk id="10" creationId="{24F4E4EF-ADBE-4400-97B0-E8CD47DEC32C}"/>
          </ac:spMkLst>
        </pc:spChg>
        <pc:spChg chg="del mod topLvl">
          <ac:chgData name="Samer Mouksassi" userId="c18f5e46-7090-425a-a75d-5998e99a8397" providerId="ADAL" clId="{CB773DE5-67C4-40BA-BAE6-D4998717D43E}" dt="2022-02-13T18:46:35.981" v="1066" actId="478"/>
          <ac:spMkLst>
            <pc:docMk/>
            <pc:sldMk cId="2654714497" sldId="267"/>
            <ac:spMk id="12" creationId="{E72B22B8-B1D0-4554-A9CD-DFC7D146E2FA}"/>
          </ac:spMkLst>
        </pc:spChg>
        <pc:spChg chg="mod topLvl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13" creationId="{B8E332FD-B527-4F21-B0ED-2685FA6E387B}"/>
          </ac:spMkLst>
        </pc:spChg>
        <pc:spChg chg="del mod topLvl">
          <ac:chgData name="Samer Mouksassi" userId="c18f5e46-7090-425a-a75d-5998e99a8397" providerId="ADAL" clId="{CB773DE5-67C4-40BA-BAE6-D4998717D43E}" dt="2022-02-13T18:49:09.739" v="1119" actId="478"/>
          <ac:spMkLst>
            <pc:docMk/>
            <pc:sldMk cId="2654714497" sldId="267"/>
            <ac:spMk id="14" creationId="{1144FBBE-B91D-446F-859F-6656F9FF26BC}"/>
          </ac:spMkLst>
        </pc:spChg>
        <pc:spChg chg="mod">
          <ac:chgData name="Samer Mouksassi" userId="c18f5e46-7090-425a-a75d-5998e99a8397" providerId="ADAL" clId="{CB773DE5-67C4-40BA-BAE6-D4998717D43E}" dt="2022-02-13T18:43:36.071" v="1024"/>
          <ac:spMkLst>
            <pc:docMk/>
            <pc:sldMk cId="2654714497" sldId="267"/>
            <ac:spMk id="20" creationId="{443D8E34-AD4B-4C4C-82EB-44108D4809DB}"/>
          </ac:spMkLst>
        </pc:spChg>
        <pc:spChg chg="mod">
          <ac:chgData name="Samer Mouksassi" userId="c18f5e46-7090-425a-a75d-5998e99a8397" providerId="ADAL" clId="{CB773DE5-67C4-40BA-BAE6-D4998717D43E}" dt="2022-02-13T18:43:36.071" v="1024"/>
          <ac:spMkLst>
            <pc:docMk/>
            <pc:sldMk cId="2654714497" sldId="267"/>
            <ac:spMk id="21" creationId="{11C3012B-320B-4075-B2B9-96AF92F3B02C}"/>
          </ac:spMkLst>
        </pc:spChg>
        <pc:spChg chg="add del mod">
          <ac:chgData name="Samer Mouksassi" userId="c18f5e46-7090-425a-a75d-5998e99a8397" providerId="ADAL" clId="{CB773DE5-67C4-40BA-BAE6-D4998717D43E}" dt="2022-02-13T18:56:27.995" v="1365" actId="478"/>
          <ac:spMkLst>
            <pc:docMk/>
            <pc:sldMk cId="2654714497" sldId="267"/>
            <ac:spMk id="29" creationId="{FAD4E9D7-60C8-4A2B-857A-0EAE64EA3314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30" creationId="{CA2853C4-EFFE-47F6-93BE-3DD8CAD3D7FB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31" creationId="{9A4FF0B8-CE88-4880-A828-7A186166D181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32" creationId="{8F2135C5-FDEC-4DE3-84CC-B9356C7D68E4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33" creationId="{F5E09A33-11C7-4F33-A895-D2524EEB2FA0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34" creationId="{5B13CAC4-FD75-4938-AD07-81E86692573B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35" creationId="{1332CCFD-B106-4DFF-B8BE-15B020E313A3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36" creationId="{6CB890C7-5C1D-4231-A209-378A21DEBE77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37" creationId="{CB26EE2E-5778-4863-B33C-3286442FA051}"/>
          </ac:spMkLst>
        </pc:spChg>
        <pc:spChg chg="mod">
          <ac:chgData name="Samer Mouksassi" userId="c18f5e46-7090-425a-a75d-5998e99a8397" providerId="ADAL" clId="{CB773DE5-67C4-40BA-BAE6-D4998717D43E}" dt="2022-02-13T18:44:51.107" v="1036"/>
          <ac:spMkLst>
            <pc:docMk/>
            <pc:sldMk cId="2654714497" sldId="267"/>
            <ac:spMk id="39" creationId="{F45FF5A2-09F4-42CD-98EE-9A477902954E}"/>
          </ac:spMkLst>
        </pc:spChg>
        <pc:spChg chg="mod">
          <ac:chgData name="Samer Mouksassi" userId="c18f5e46-7090-425a-a75d-5998e99a8397" providerId="ADAL" clId="{CB773DE5-67C4-40BA-BAE6-D4998717D43E}" dt="2022-02-13T18:44:51.107" v="1036"/>
          <ac:spMkLst>
            <pc:docMk/>
            <pc:sldMk cId="2654714497" sldId="267"/>
            <ac:spMk id="40" creationId="{43B8DFB6-1D2F-47E4-A1CB-E9BCA26D9EBA}"/>
          </ac:spMkLst>
        </pc:spChg>
        <pc:spChg chg="mod">
          <ac:chgData name="Samer Mouksassi" userId="c18f5e46-7090-425a-a75d-5998e99a8397" providerId="ADAL" clId="{CB773DE5-67C4-40BA-BAE6-D4998717D43E}" dt="2022-02-13T18:45:14.699" v="1040" actId="207"/>
          <ac:spMkLst>
            <pc:docMk/>
            <pc:sldMk cId="2654714497" sldId="267"/>
            <ac:spMk id="42" creationId="{4334C25D-AC9E-4118-96F9-D8FFADB333DA}"/>
          </ac:spMkLst>
        </pc:spChg>
        <pc:spChg chg="mod">
          <ac:chgData name="Samer Mouksassi" userId="c18f5e46-7090-425a-a75d-5998e99a8397" providerId="ADAL" clId="{CB773DE5-67C4-40BA-BAE6-D4998717D43E}" dt="2022-02-13T18:45:14.699" v="1040" actId="207"/>
          <ac:spMkLst>
            <pc:docMk/>
            <pc:sldMk cId="2654714497" sldId="267"/>
            <ac:spMk id="43" creationId="{CA48169B-0423-46E1-910B-A752D6F4B53F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44" creationId="{4EDC67B8-8772-46C3-BC2B-A0E470ECBD5B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45" creationId="{6DA49C41-6AD2-4CC5-A15A-3CEDA0B1A8A6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46" creationId="{D0AEE1F2-D971-43C8-9DDB-BCE87B4759C4}"/>
          </ac:spMkLst>
        </pc:spChg>
        <pc:spChg chg="add del mod">
          <ac:chgData name="Samer Mouksassi" userId="c18f5e46-7090-425a-a75d-5998e99a8397" providerId="ADAL" clId="{CB773DE5-67C4-40BA-BAE6-D4998717D43E}" dt="2022-02-13T18:48:29.225" v="1093" actId="21"/>
          <ac:spMkLst>
            <pc:docMk/>
            <pc:sldMk cId="2654714497" sldId="267"/>
            <ac:spMk id="47" creationId="{1143639A-200E-402A-A8A1-2346CA0F2AB5}"/>
          </ac:spMkLst>
        </pc:spChg>
        <pc:spChg chg="add del mod">
          <ac:chgData name="Samer Mouksassi" userId="c18f5e46-7090-425a-a75d-5998e99a8397" providerId="ADAL" clId="{CB773DE5-67C4-40BA-BAE6-D4998717D43E}" dt="2022-02-13T18:46:55.397" v="1071" actId="478"/>
          <ac:spMkLst>
            <pc:docMk/>
            <pc:sldMk cId="2654714497" sldId="267"/>
            <ac:spMk id="48" creationId="{B5F420B0-A2C4-4BB0-B712-8ACE4A474254}"/>
          </ac:spMkLst>
        </pc:spChg>
        <pc:spChg chg="add del mod">
          <ac:chgData name="Samer Mouksassi" userId="c18f5e46-7090-425a-a75d-5998e99a8397" providerId="ADAL" clId="{CB773DE5-67C4-40BA-BAE6-D4998717D43E}" dt="2022-02-13T18:46:53.503" v="1070" actId="478"/>
          <ac:spMkLst>
            <pc:docMk/>
            <pc:sldMk cId="2654714497" sldId="267"/>
            <ac:spMk id="49" creationId="{9E38F7DC-B0E9-44D2-B73D-504A104422A3}"/>
          </ac:spMkLst>
        </pc:spChg>
        <pc:spChg chg="add del mod">
          <ac:chgData name="Samer Mouksassi" userId="c18f5e46-7090-425a-a75d-5998e99a8397" providerId="ADAL" clId="{CB773DE5-67C4-40BA-BAE6-D4998717D43E}" dt="2022-02-13T18:47:05.569" v="1075" actId="21"/>
          <ac:spMkLst>
            <pc:docMk/>
            <pc:sldMk cId="2654714497" sldId="267"/>
            <ac:spMk id="50" creationId="{F826C996-1533-459F-B0BD-6FD08058C777}"/>
          </ac:spMkLst>
        </pc:spChg>
        <pc:spChg chg="add del mod">
          <ac:chgData name="Samer Mouksassi" userId="c18f5e46-7090-425a-a75d-5998e99a8397" providerId="ADAL" clId="{CB773DE5-67C4-40BA-BAE6-D4998717D43E}" dt="2022-02-13T18:47:47.076" v="1085" actId="478"/>
          <ac:spMkLst>
            <pc:docMk/>
            <pc:sldMk cId="2654714497" sldId="267"/>
            <ac:spMk id="51" creationId="{A85E27D8-CBE9-405D-9F90-93408EF1F91D}"/>
          </ac:spMkLst>
        </pc:spChg>
        <pc:spChg chg="add del mod">
          <ac:chgData name="Samer Mouksassi" userId="c18f5e46-7090-425a-a75d-5998e99a8397" providerId="ADAL" clId="{CB773DE5-67C4-40BA-BAE6-D4998717D43E}" dt="2022-02-13T18:47:45.526" v="1084" actId="478"/>
          <ac:spMkLst>
            <pc:docMk/>
            <pc:sldMk cId="2654714497" sldId="267"/>
            <ac:spMk id="52" creationId="{1C23DA11-3F82-442B-9743-A21024CC41F7}"/>
          </ac:spMkLst>
        </pc:spChg>
        <pc:spChg chg="add del">
          <ac:chgData name="Samer Mouksassi" userId="c18f5e46-7090-425a-a75d-5998e99a8397" providerId="ADAL" clId="{CB773DE5-67C4-40BA-BAE6-D4998717D43E}" dt="2022-02-13T18:48:13.817" v="1087" actId="21"/>
          <ac:spMkLst>
            <pc:docMk/>
            <pc:sldMk cId="2654714497" sldId="267"/>
            <ac:spMk id="53" creationId="{9C57C62D-C8FC-40EC-88E7-3B613277EB17}"/>
          </ac:spMkLst>
        </pc:spChg>
        <pc:spChg chg="add del mod">
          <ac:chgData name="Samer Mouksassi" userId="c18f5e46-7090-425a-a75d-5998e99a8397" providerId="ADAL" clId="{CB773DE5-67C4-40BA-BAE6-D4998717D43E}" dt="2022-02-13T18:51:37.413" v="1173" actId="478"/>
          <ac:spMkLst>
            <pc:docMk/>
            <pc:sldMk cId="2654714497" sldId="267"/>
            <ac:spMk id="54" creationId="{4A10B805-BC54-4738-8833-4EC90B023D49}"/>
          </ac:spMkLst>
        </pc:spChg>
        <pc:spChg chg="add del mod">
          <ac:chgData name="Samer Mouksassi" userId="c18f5e46-7090-425a-a75d-5998e99a8397" providerId="ADAL" clId="{CB773DE5-67C4-40BA-BAE6-D4998717D43E}" dt="2022-02-13T18:52:28.916" v="1197" actId="21"/>
          <ac:spMkLst>
            <pc:docMk/>
            <pc:sldMk cId="2654714497" sldId="267"/>
            <ac:spMk id="55" creationId="{06DE4489-7126-48BB-A649-63C23A6EDC1E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56" creationId="{3E76B3C3-8B8A-4097-9027-C564ED34AFA8}"/>
          </ac:spMkLst>
        </pc:spChg>
        <pc:spChg chg="add del">
          <ac:chgData name="Samer Mouksassi" userId="c18f5e46-7090-425a-a75d-5998e99a8397" providerId="ADAL" clId="{CB773DE5-67C4-40BA-BAE6-D4998717D43E}" dt="2022-02-13T18:49:31.005" v="1121" actId="21"/>
          <ac:spMkLst>
            <pc:docMk/>
            <pc:sldMk cId="2654714497" sldId="267"/>
            <ac:spMk id="57" creationId="{8A67C324-6F64-4A7D-9BF0-D103056FA171}"/>
          </ac:spMkLst>
        </pc:spChg>
        <pc:spChg chg="add del mod">
          <ac:chgData name="Samer Mouksassi" userId="c18f5e46-7090-425a-a75d-5998e99a8397" providerId="ADAL" clId="{CB773DE5-67C4-40BA-BAE6-D4998717D43E}" dt="2022-02-13T18:51:42.878" v="1175" actId="21"/>
          <ac:spMkLst>
            <pc:docMk/>
            <pc:sldMk cId="2654714497" sldId="267"/>
            <ac:spMk id="58" creationId="{DA4BCC85-2B7B-49C8-B7A2-078470A7CF9A}"/>
          </ac:spMkLst>
        </pc:spChg>
        <pc:spChg chg="add mod">
          <ac:chgData name="Samer Mouksassi" userId="c18f5e46-7090-425a-a75d-5998e99a8397" providerId="ADAL" clId="{CB773DE5-67C4-40BA-BAE6-D4998717D43E}" dt="2022-02-13T18:50:31.062" v="1163" actId="571"/>
          <ac:spMkLst>
            <pc:docMk/>
            <pc:sldMk cId="2654714497" sldId="267"/>
            <ac:spMk id="59" creationId="{CDCAF416-9856-48C3-BECC-3EC29F493FBC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60" creationId="{F553A9A3-1E40-438D-92EE-42B51EBEA7EA}"/>
          </ac:spMkLst>
        </pc:spChg>
        <pc:spChg chg="add del mod">
          <ac:chgData name="Samer Mouksassi" userId="c18f5e46-7090-425a-a75d-5998e99a8397" providerId="ADAL" clId="{CB773DE5-67C4-40BA-BAE6-D4998717D43E}" dt="2022-02-13T18:52:32.104" v="1199" actId="478"/>
          <ac:spMkLst>
            <pc:docMk/>
            <pc:sldMk cId="2654714497" sldId="267"/>
            <ac:spMk id="61" creationId="{98B73A07-0EBD-4574-8477-FDC678A12DFB}"/>
          </ac:spMkLst>
        </pc:spChg>
        <pc:spChg chg="add del">
          <ac:chgData name="Samer Mouksassi" userId="c18f5e46-7090-425a-a75d-5998e99a8397" providerId="ADAL" clId="{CB773DE5-67C4-40BA-BAE6-D4998717D43E}" dt="2022-02-13T18:52:09.649" v="1183" actId="478"/>
          <ac:spMkLst>
            <pc:docMk/>
            <pc:sldMk cId="2654714497" sldId="267"/>
            <ac:spMk id="62" creationId="{86112627-9DFF-48A1-9E22-5CCE86016D66}"/>
          </ac:spMkLst>
        </pc:spChg>
        <pc:spChg chg="add del mod">
          <ac:chgData name="Samer Mouksassi" userId="c18f5e46-7090-425a-a75d-5998e99a8397" providerId="ADAL" clId="{CB773DE5-67C4-40BA-BAE6-D4998717D43E}" dt="2022-02-13T18:53:54.280" v="1235" actId="21"/>
          <ac:spMkLst>
            <pc:docMk/>
            <pc:sldMk cId="2654714497" sldId="267"/>
            <ac:spMk id="63" creationId="{706645DC-E132-46F3-B92B-52D05146E3B7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64" creationId="{AEFEA180-4D12-4AB3-A989-66B0796E9FC7}"/>
          </ac:spMkLst>
        </pc:spChg>
        <pc:spChg chg="add del mod">
          <ac:chgData name="Samer Mouksassi" userId="c18f5e46-7090-425a-a75d-5998e99a8397" providerId="ADAL" clId="{CB773DE5-67C4-40BA-BAE6-D4998717D43E}" dt="2022-02-13T18:53:49.550" v="1234" actId="478"/>
          <ac:spMkLst>
            <pc:docMk/>
            <pc:sldMk cId="2654714497" sldId="267"/>
            <ac:spMk id="65" creationId="{176318AD-759A-4240-9BA9-0953EE6ECFA5}"/>
          </ac:spMkLst>
        </pc:spChg>
        <pc:spChg chg="add del mod">
          <ac:chgData name="Samer Mouksassi" userId="c18f5e46-7090-425a-a75d-5998e99a8397" providerId="ADAL" clId="{CB773DE5-67C4-40BA-BAE6-D4998717D43E}" dt="2022-02-13T18:53:46.940" v="1233"/>
          <ac:spMkLst>
            <pc:docMk/>
            <pc:sldMk cId="2654714497" sldId="267"/>
            <ac:spMk id="66" creationId="{DF07E24D-339E-4C15-8320-EDA0EDB9B80A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67" creationId="{BBE04175-231B-4462-8292-15EEFB234465}"/>
          </ac:spMkLst>
        </pc:spChg>
        <pc:spChg chg="add del mod">
          <ac:chgData name="Samer Mouksassi" userId="c18f5e46-7090-425a-a75d-5998e99a8397" providerId="ADAL" clId="{CB773DE5-67C4-40BA-BAE6-D4998717D43E}" dt="2022-02-13T18:55:15.953" v="1298" actId="478"/>
          <ac:spMkLst>
            <pc:docMk/>
            <pc:sldMk cId="2654714497" sldId="267"/>
            <ac:spMk id="68" creationId="{6C55F0A1-407D-4F90-A3A8-02836604064E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69" creationId="{B45F542E-3442-43A1-8E5E-EB25DE59EB76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70" creationId="{54A2F682-4140-436F-880E-BE19BAD33E89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71" creationId="{A1C6965F-0103-41E9-94D4-B9115D9966D0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72" creationId="{0071EBA0-1CD4-4295-9274-ED76D4FF231C}"/>
          </ac:spMkLst>
        </pc:spChg>
        <pc:spChg chg="add mod">
          <ac:chgData name="Samer Mouksassi" userId="c18f5e46-7090-425a-a75d-5998e99a8397" providerId="ADAL" clId="{CB773DE5-67C4-40BA-BAE6-D4998717D43E}" dt="2022-02-13T19:06:11.466" v="1613" actId="1076"/>
          <ac:spMkLst>
            <pc:docMk/>
            <pc:sldMk cId="2654714497" sldId="267"/>
            <ac:spMk id="76" creationId="{88F470E6-0BA0-443F-8A0D-AE9C91583A4A}"/>
          </ac:spMkLst>
        </pc:spChg>
        <pc:spChg chg="add del mod">
          <ac:chgData name="Samer Mouksassi" userId="c18f5e46-7090-425a-a75d-5998e99a8397" providerId="ADAL" clId="{CB773DE5-67C4-40BA-BAE6-D4998717D43E}" dt="2022-02-13T18:59:29.546" v="1392" actId="478"/>
          <ac:spMkLst>
            <pc:docMk/>
            <pc:sldMk cId="2654714497" sldId="267"/>
            <ac:spMk id="77" creationId="{56CECD3A-6994-4867-A55A-D523FBAB261B}"/>
          </ac:spMkLst>
        </pc:spChg>
        <pc:spChg chg="add mod">
          <ac:chgData name="Samer Mouksassi" userId="c18f5e46-7090-425a-a75d-5998e99a8397" providerId="ADAL" clId="{CB773DE5-67C4-40BA-BAE6-D4998717D43E}" dt="2022-02-14T09:16:12.044" v="1863" actId="14100"/>
          <ac:spMkLst>
            <pc:docMk/>
            <pc:sldMk cId="2654714497" sldId="267"/>
            <ac:spMk id="77" creationId="{7737BCF8-B521-4D50-8ECE-D778CA431F0E}"/>
          </ac:spMkLst>
        </pc:spChg>
        <pc:spChg chg="add del mod">
          <ac:chgData name="Samer Mouksassi" userId="c18f5e46-7090-425a-a75d-5998e99a8397" providerId="ADAL" clId="{CB773DE5-67C4-40BA-BAE6-D4998717D43E}" dt="2022-02-13T18:59:16.434" v="1386" actId="478"/>
          <ac:spMkLst>
            <pc:docMk/>
            <pc:sldMk cId="2654714497" sldId="267"/>
            <ac:spMk id="78" creationId="{5685DB99-CC8B-48D9-B928-EC5D7BF772AC}"/>
          </ac:spMkLst>
        </pc:spChg>
        <pc:spChg chg="add mod">
          <ac:chgData name="Samer Mouksassi" userId="c18f5e46-7090-425a-a75d-5998e99a8397" providerId="ADAL" clId="{CB773DE5-67C4-40BA-BAE6-D4998717D43E}" dt="2022-02-14T09:16:12.044" v="1863" actId="14100"/>
          <ac:spMkLst>
            <pc:docMk/>
            <pc:sldMk cId="2654714497" sldId="267"/>
            <ac:spMk id="78" creationId="{796A74FD-61C4-45BE-B5DF-23F9BD8C9EEC}"/>
          </ac:spMkLst>
        </pc:spChg>
        <pc:spChg chg="add del mod">
          <ac:chgData name="Samer Mouksassi" userId="c18f5e46-7090-425a-a75d-5998e99a8397" providerId="ADAL" clId="{CB773DE5-67C4-40BA-BAE6-D4998717D43E}" dt="2022-02-13T18:59:16.434" v="1386" actId="478"/>
          <ac:spMkLst>
            <pc:docMk/>
            <pc:sldMk cId="2654714497" sldId="267"/>
            <ac:spMk id="79" creationId="{3FB58091-D9EB-4CE2-8A5E-CC03BA1CEF51}"/>
          </ac:spMkLst>
        </pc:spChg>
        <pc:spChg chg="add mod">
          <ac:chgData name="Samer Mouksassi" userId="c18f5e46-7090-425a-a75d-5998e99a8397" providerId="ADAL" clId="{CB773DE5-67C4-40BA-BAE6-D4998717D43E}" dt="2022-02-14T09:16:19.995" v="1864" actId="571"/>
          <ac:spMkLst>
            <pc:docMk/>
            <pc:sldMk cId="2654714497" sldId="267"/>
            <ac:spMk id="79" creationId="{C406DB46-2515-4656-944D-01A529BAD76D}"/>
          </ac:spMkLst>
        </pc:spChg>
        <pc:spChg chg="add mod">
          <ac:chgData name="Samer Mouksassi" userId="c18f5e46-7090-425a-a75d-5998e99a8397" providerId="ADAL" clId="{CB773DE5-67C4-40BA-BAE6-D4998717D43E}" dt="2022-02-14T09:16:41.787" v="1870" actId="207"/>
          <ac:spMkLst>
            <pc:docMk/>
            <pc:sldMk cId="2654714497" sldId="267"/>
            <ac:spMk id="80" creationId="{17A41315-F736-4530-A28B-3DDB9FF6A83B}"/>
          </ac:spMkLst>
        </pc:spChg>
        <pc:spChg chg="add del mod">
          <ac:chgData name="Samer Mouksassi" userId="c18f5e46-7090-425a-a75d-5998e99a8397" providerId="ADAL" clId="{CB773DE5-67C4-40BA-BAE6-D4998717D43E}" dt="2022-02-13T18:59:16.434" v="1386" actId="478"/>
          <ac:spMkLst>
            <pc:docMk/>
            <pc:sldMk cId="2654714497" sldId="267"/>
            <ac:spMk id="80" creationId="{CD5F1BE6-1C86-45E3-9F60-3BCBDA7641F1}"/>
          </ac:spMkLst>
        </pc:spChg>
        <pc:spChg chg="add del mod">
          <ac:chgData name="Samer Mouksassi" userId="c18f5e46-7090-425a-a75d-5998e99a8397" providerId="ADAL" clId="{CB773DE5-67C4-40BA-BAE6-D4998717D43E}" dt="2022-02-13T18:59:16.434" v="1386" actId="478"/>
          <ac:spMkLst>
            <pc:docMk/>
            <pc:sldMk cId="2654714497" sldId="267"/>
            <ac:spMk id="81" creationId="{28779273-3996-422D-A49D-9A2C667771D9}"/>
          </ac:spMkLst>
        </pc:spChg>
        <pc:spChg chg="add mod">
          <ac:chgData name="Samer Mouksassi" userId="c18f5e46-7090-425a-a75d-5998e99a8397" providerId="ADAL" clId="{CB773DE5-67C4-40BA-BAE6-D4998717D43E}" dt="2022-02-14T09:16:29.714" v="1867" actId="14100"/>
          <ac:spMkLst>
            <pc:docMk/>
            <pc:sldMk cId="2654714497" sldId="267"/>
            <ac:spMk id="81" creationId="{CF497A7A-E0AF-41CA-A662-653053D69840}"/>
          </ac:spMkLst>
        </pc:spChg>
        <pc:spChg chg="add mod">
          <ac:chgData name="Samer Mouksassi" userId="c18f5e46-7090-425a-a75d-5998e99a8397" providerId="ADAL" clId="{CB773DE5-67C4-40BA-BAE6-D4998717D43E}" dt="2022-02-14T09:16:35.356" v="1869" actId="207"/>
          <ac:spMkLst>
            <pc:docMk/>
            <pc:sldMk cId="2654714497" sldId="267"/>
            <ac:spMk id="82" creationId="{28B45C17-57C2-4555-91C4-B0A32D90CBF1}"/>
          </ac:spMkLst>
        </pc:spChg>
        <pc:spChg chg="add del mod">
          <ac:chgData name="Samer Mouksassi" userId="c18f5e46-7090-425a-a75d-5998e99a8397" providerId="ADAL" clId="{CB773DE5-67C4-40BA-BAE6-D4998717D43E}" dt="2022-02-13T18:59:16.434" v="1386" actId="478"/>
          <ac:spMkLst>
            <pc:docMk/>
            <pc:sldMk cId="2654714497" sldId="267"/>
            <ac:spMk id="82" creationId="{D4B20322-EA04-4E49-A1DF-8AE492673CA3}"/>
          </ac:spMkLst>
        </pc:spChg>
        <pc:spChg chg="add del mod">
          <ac:chgData name="Samer Mouksassi" userId="c18f5e46-7090-425a-a75d-5998e99a8397" providerId="ADAL" clId="{CB773DE5-67C4-40BA-BAE6-D4998717D43E}" dt="2022-02-13T18:59:16.434" v="1386" actId="478"/>
          <ac:spMkLst>
            <pc:docMk/>
            <pc:sldMk cId="2654714497" sldId="267"/>
            <ac:spMk id="83" creationId="{ABCD95CA-3A86-4F76-B484-B0DFA9D1626C}"/>
          </ac:spMkLst>
        </pc:spChg>
        <pc:spChg chg="add mod">
          <ac:chgData name="Samer Mouksassi" userId="c18f5e46-7090-425a-a75d-5998e99a8397" providerId="ADAL" clId="{CB773DE5-67C4-40BA-BAE6-D4998717D43E}" dt="2022-02-14T09:16:45.866" v="1872" actId="571"/>
          <ac:spMkLst>
            <pc:docMk/>
            <pc:sldMk cId="2654714497" sldId="267"/>
            <ac:spMk id="83" creationId="{F5B7A271-CF12-4A4C-B81B-49BBA3D9ECC2}"/>
          </ac:spMkLst>
        </pc:spChg>
        <pc:spChg chg="add del mod">
          <ac:chgData name="Samer Mouksassi" userId="c18f5e46-7090-425a-a75d-5998e99a8397" providerId="ADAL" clId="{CB773DE5-67C4-40BA-BAE6-D4998717D43E}" dt="2022-02-13T18:58:27.405" v="1377" actId="478"/>
          <ac:spMkLst>
            <pc:docMk/>
            <pc:sldMk cId="2654714497" sldId="267"/>
            <ac:spMk id="84" creationId="{E989DC05-EDD4-426C-9439-9384E3DE340C}"/>
          </ac:spMkLst>
        </pc:spChg>
        <pc:spChg chg="add del mod">
          <ac:chgData name="Samer Mouksassi" userId="c18f5e46-7090-425a-a75d-5998e99a8397" providerId="ADAL" clId="{CB773DE5-67C4-40BA-BAE6-D4998717D43E}" dt="2022-02-13T18:59:16.434" v="1386" actId="478"/>
          <ac:spMkLst>
            <pc:docMk/>
            <pc:sldMk cId="2654714497" sldId="267"/>
            <ac:spMk id="85" creationId="{36ED0B07-3EB6-42E8-B3B0-F159A57047B6}"/>
          </ac:spMkLst>
        </pc:spChg>
        <pc:spChg chg="mod">
          <ac:chgData name="Samer Mouksassi" userId="c18f5e46-7090-425a-a75d-5998e99a8397" providerId="ADAL" clId="{CB773DE5-67C4-40BA-BAE6-D4998717D43E}" dt="2022-02-13T18:57:00.587" v="1366"/>
          <ac:spMkLst>
            <pc:docMk/>
            <pc:sldMk cId="2654714497" sldId="267"/>
            <ac:spMk id="87" creationId="{21472F8C-F7EC-4A05-B4BC-1305740CF191}"/>
          </ac:spMkLst>
        </pc:spChg>
        <pc:spChg chg="add mod">
          <ac:chgData name="Samer Mouksassi" userId="c18f5e46-7090-425a-a75d-5998e99a8397" providerId="ADAL" clId="{CB773DE5-67C4-40BA-BAE6-D4998717D43E}" dt="2022-02-14T09:17:11.723" v="1875" actId="571"/>
          <ac:spMkLst>
            <pc:docMk/>
            <pc:sldMk cId="2654714497" sldId="267"/>
            <ac:spMk id="87" creationId="{33B9C444-B2D2-489F-8E95-8BDB0E83099D}"/>
          </ac:spMkLst>
        </pc:spChg>
        <pc:spChg chg="add mod">
          <ac:chgData name="Samer Mouksassi" userId="c18f5e46-7090-425a-a75d-5998e99a8397" providerId="ADAL" clId="{CB773DE5-67C4-40BA-BAE6-D4998717D43E}" dt="2022-02-14T09:17:32.610" v="1894" actId="1076"/>
          <ac:spMkLst>
            <pc:docMk/>
            <pc:sldMk cId="2654714497" sldId="267"/>
            <ac:spMk id="88" creationId="{0EF7ABE3-96EF-4354-B724-43340E93690A}"/>
          </ac:spMkLst>
        </pc:spChg>
        <pc:spChg chg="mod">
          <ac:chgData name="Samer Mouksassi" userId="c18f5e46-7090-425a-a75d-5998e99a8397" providerId="ADAL" clId="{CB773DE5-67C4-40BA-BAE6-D4998717D43E}" dt="2022-02-13T18:57:00.587" v="1366"/>
          <ac:spMkLst>
            <pc:docMk/>
            <pc:sldMk cId="2654714497" sldId="267"/>
            <ac:spMk id="88" creationId="{71D33FF2-73E9-4376-9D4E-437E7D30B71A}"/>
          </ac:spMkLst>
        </pc:spChg>
        <pc:spChg chg="add mod">
          <ac:chgData name="Samer Mouksassi" userId="c18f5e46-7090-425a-a75d-5998e99a8397" providerId="ADAL" clId="{CB773DE5-67C4-40BA-BAE6-D4998717D43E}" dt="2022-02-14T09:17:53.606" v="1897" actId="1076"/>
          <ac:spMkLst>
            <pc:docMk/>
            <pc:sldMk cId="2654714497" sldId="267"/>
            <ac:spMk id="89" creationId="{1948F6F4-1EDC-4B9B-A936-163DE495DD1B}"/>
          </ac:spMkLst>
        </pc:spChg>
        <pc:spChg chg="mod">
          <ac:chgData name="Samer Mouksassi" userId="c18f5e46-7090-425a-a75d-5998e99a8397" providerId="ADAL" clId="{CB773DE5-67C4-40BA-BAE6-D4998717D43E}" dt="2022-02-13T18:57:00.587" v="1366"/>
          <ac:spMkLst>
            <pc:docMk/>
            <pc:sldMk cId="2654714497" sldId="267"/>
            <ac:spMk id="90" creationId="{20C053B8-FE41-4C22-8F55-57056B15E5BC}"/>
          </ac:spMkLst>
        </pc:spChg>
        <pc:spChg chg="mod">
          <ac:chgData name="Samer Mouksassi" userId="c18f5e46-7090-425a-a75d-5998e99a8397" providerId="ADAL" clId="{CB773DE5-67C4-40BA-BAE6-D4998717D43E}" dt="2022-02-13T18:57:00.587" v="1366"/>
          <ac:spMkLst>
            <pc:docMk/>
            <pc:sldMk cId="2654714497" sldId="267"/>
            <ac:spMk id="91" creationId="{572E5281-F50B-4F6C-BD05-8AAE3AB4CCCF}"/>
          </ac:spMkLst>
        </pc:spChg>
        <pc:spChg chg="add del mod">
          <ac:chgData name="Samer Mouksassi" userId="c18f5e46-7090-425a-a75d-5998e99a8397" providerId="ADAL" clId="{CB773DE5-67C4-40BA-BAE6-D4998717D43E}" dt="2022-02-13T18:59:08.576" v="1383" actId="478"/>
          <ac:spMkLst>
            <pc:docMk/>
            <pc:sldMk cId="2654714497" sldId="267"/>
            <ac:spMk id="92" creationId="{27CD44D3-497C-460A-A613-3D92C406D41E}"/>
          </ac:spMkLst>
        </pc:spChg>
        <pc:spChg chg="add del mod">
          <ac:chgData name="Samer Mouksassi" userId="c18f5e46-7090-425a-a75d-5998e99a8397" providerId="ADAL" clId="{CB773DE5-67C4-40BA-BAE6-D4998717D43E}" dt="2022-02-13T18:59:13.663" v="1385" actId="478"/>
          <ac:spMkLst>
            <pc:docMk/>
            <pc:sldMk cId="2654714497" sldId="267"/>
            <ac:spMk id="93" creationId="{77E898AE-43BB-4ED4-80D7-C3B1B4368461}"/>
          </ac:spMkLst>
        </pc:spChg>
        <pc:spChg chg="add del mod">
          <ac:chgData name="Samer Mouksassi" userId="c18f5e46-7090-425a-a75d-5998e99a8397" providerId="ADAL" clId="{CB773DE5-67C4-40BA-BAE6-D4998717D43E}" dt="2022-02-13T18:59:10.916" v="1384" actId="478"/>
          <ac:spMkLst>
            <pc:docMk/>
            <pc:sldMk cId="2654714497" sldId="267"/>
            <ac:spMk id="94" creationId="{350EAD8E-AAD3-43F7-B62C-6376032FD738}"/>
          </ac:spMkLst>
        </pc:spChg>
        <pc:spChg chg="add del mod">
          <ac:chgData name="Samer Mouksassi" userId="c18f5e46-7090-425a-a75d-5998e99a8397" providerId="ADAL" clId="{CB773DE5-67C4-40BA-BAE6-D4998717D43E}" dt="2022-02-13T18:59:34.226" v="1394" actId="478"/>
          <ac:spMkLst>
            <pc:docMk/>
            <pc:sldMk cId="2654714497" sldId="267"/>
            <ac:spMk id="95" creationId="{7A85AAE3-1136-4E0B-833A-9BF87A607D7A}"/>
          </ac:spMkLst>
        </pc:spChg>
        <pc:spChg chg="add del mod">
          <ac:chgData name="Samer Mouksassi" userId="c18f5e46-7090-425a-a75d-5998e99a8397" providerId="ADAL" clId="{CB773DE5-67C4-40BA-BAE6-D4998717D43E}" dt="2022-02-13T18:57:11.102" v="1369" actId="478"/>
          <ac:spMkLst>
            <pc:docMk/>
            <pc:sldMk cId="2654714497" sldId="267"/>
            <ac:spMk id="96" creationId="{5E3ADCFA-0780-4A7E-B938-5797171B829F}"/>
          </ac:spMkLst>
        </pc:spChg>
        <pc:spChg chg="add del mod">
          <ac:chgData name="Samer Mouksassi" userId="c18f5e46-7090-425a-a75d-5998e99a8397" providerId="ADAL" clId="{CB773DE5-67C4-40BA-BAE6-D4998717D43E}" dt="2022-02-13T18:59:03.987" v="1381" actId="478"/>
          <ac:spMkLst>
            <pc:docMk/>
            <pc:sldMk cId="2654714497" sldId="267"/>
            <ac:spMk id="97" creationId="{E9F9E5EF-F579-44AD-B194-6D72F88D347E}"/>
          </ac:spMkLst>
        </pc:spChg>
        <pc:spChg chg="add del mod">
          <ac:chgData name="Samer Mouksassi" userId="c18f5e46-7090-425a-a75d-5998e99a8397" providerId="ADAL" clId="{CB773DE5-67C4-40BA-BAE6-D4998717D43E}" dt="2022-02-13T18:59:26.535" v="1391" actId="478"/>
          <ac:spMkLst>
            <pc:docMk/>
            <pc:sldMk cId="2654714497" sldId="267"/>
            <ac:spMk id="98" creationId="{9638EE01-FA96-482B-81CA-142A0A6F83AE}"/>
          </ac:spMkLst>
        </pc:spChg>
        <pc:spChg chg="add del mod">
          <ac:chgData name="Samer Mouksassi" userId="c18f5e46-7090-425a-a75d-5998e99a8397" providerId="ADAL" clId="{CB773DE5-67C4-40BA-BAE6-D4998717D43E}" dt="2022-02-13T18:57:08.318" v="1368" actId="478"/>
          <ac:spMkLst>
            <pc:docMk/>
            <pc:sldMk cId="2654714497" sldId="267"/>
            <ac:spMk id="99" creationId="{38955A5E-9BA7-4408-9359-5628321E598F}"/>
          </ac:spMkLst>
        </pc:spChg>
        <pc:spChg chg="add del mod">
          <ac:chgData name="Samer Mouksassi" userId="c18f5e46-7090-425a-a75d-5998e99a8397" providerId="ADAL" clId="{CB773DE5-67C4-40BA-BAE6-D4998717D43E}" dt="2022-02-13T18:59:06.101" v="1382" actId="478"/>
          <ac:spMkLst>
            <pc:docMk/>
            <pc:sldMk cId="2654714497" sldId="267"/>
            <ac:spMk id="100" creationId="{BA6F228B-D2F5-4D2B-8A91-C043DB7B55B3}"/>
          </ac:spMkLst>
        </pc:spChg>
        <pc:spChg chg="add del mod">
          <ac:chgData name="Samer Mouksassi" userId="c18f5e46-7090-425a-a75d-5998e99a8397" providerId="ADAL" clId="{CB773DE5-67C4-40BA-BAE6-D4998717D43E}" dt="2022-02-13T18:59:31.642" v="1393" actId="478"/>
          <ac:spMkLst>
            <pc:docMk/>
            <pc:sldMk cId="2654714497" sldId="267"/>
            <ac:spMk id="101" creationId="{79403C55-DAED-4468-B99A-FD9B904E28CB}"/>
          </ac:spMkLst>
        </pc:spChg>
        <pc:spChg chg="add del mod">
          <ac:chgData name="Samer Mouksassi" userId="c18f5e46-7090-425a-a75d-5998e99a8397" providerId="ADAL" clId="{CB773DE5-67C4-40BA-BAE6-D4998717D43E}" dt="2022-02-13T18:59:29.546" v="1392" actId="478"/>
          <ac:spMkLst>
            <pc:docMk/>
            <pc:sldMk cId="2654714497" sldId="267"/>
            <ac:spMk id="102" creationId="{05017E50-089E-4EFB-B85A-0EB50D9D3D4F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03" creationId="{49D349F6-F5FD-4852-817A-621FE3138A4D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04" creationId="{FA1E1950-66C8-43B8-95F8-DAC99B1A28D4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05" creationId="{A130AB04-7B28-494C-8FC5-CFC688A0F6D4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06" creationId="{FBEFA366-8C1D-4C07-AFCA-7CBD65141555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07" creationId="{60C98E77-45F7-4F8A-9D5D-05C2C475E599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08" creationId="{E1B52862-9C6D-43B4-9598-50E77FFE5269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09" creationId="{248DC03F-B696-4EE1-B604-AEA75B41073A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10" creationId="{A1343A17-D496-4634-A587-CA37A77F6A6F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11" creationId="{DF1205E6-C607-46B0-AE8C-7B919023900C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12" creationId="{A24345A3-BD36-4567-8D29-2246D42F929C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13" creationId="{47036238-422D-41C7-9EE4-156C909D9F2A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14" creationId="{5AE6D95F-CBD2-4D3C-8907-DDB5CB9899C8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15" creationId="{EF5BDC5B-3F63-490D-8D7F-FC79A273D76F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16" creationId="{2949109E-051A-49E1-935E-FAD3091E325C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17" creationId="{E0496A98-D7F3-4E1C-9AA3-72F2AA22ECF2}"/>
          </ac:spMkLst>
        </pc:spChg>
        <pc:spChg chg="add del mod">
          <ac:chgData name="Samer Mouksassi" userId="c18f5e46-7090-425a-a75d-5998e99a8397" providerId="ADAL" clId="{CB773DE5-67C4-40BA-BAE6-D4998717D43E}" dt="2022-02-13T19:00:48.071" v="1403" actId="478"/>
          <ac:spMkLst>
            <pc:docMk/>
            <pc:sldMk cId="2654714497" sldId="267"/>
            <ac:spMk id="118" creationId="{720E195E-BD15-44BC-B768-899F6BC00657}"/>
          </ac:spMkLst>
        </pc:spChg>
        <pc:spChg chg="add del mod">
          <ac:chgData name="Samer Mouksassi" userId="c18f5e46-7090-425a-a75d-5998e99a8397" providerId="ADAL" clId="{CB773DE5-67C4-40BA-BAE6-D4998717D43E}" dt="2022-02-13T19:00:48.071" v="1403" actId="478"/>
          <ac:spMkLst>
            <pc:docMk/>
            <pc:sldMk cId="2654714497" sldId="267"/>
            <ac:spMk id="119" creationId="{973BA716-4BC2-4B87-A954-9E66AD08253E}"/>
          </ac:spMkLst>
        </pc:spChg>
        <pc:spChg chg="add del mod">
          <ac:chgData name="Samer Mouksassi" userId="c18f5e46-7090-425a-a75d-5998e99a8397" providerId="ADAL" clId="{CB773DE5-67C4-40BA-BAE6-D4998717D43E}" dt="2022-02-13T19:00:48.071" v="1403" actId="478"/>
          <ac:spMkLst>
            <pc:docMk/>
            <pc:sldMk cId="2654714497" sldId="267"/>
            <ac:spMk id="120" creationId="{F7627515-DCF3-4130-AF7C-88D35922D289}"/>
          </ac:spMkLst>
        </pc:spChg>
        <pc:spChg chg="add del mod">
          <ac:chgData name="Samer Mouksassi" userId="c18f5e46-7090-425a-a75d-5998e99a8397" providerId="ADAL" clId="{CB773DE5-67C4-40BA-BAE6-D4998717D43E}" dt="2022-02-13T19:00:48.071" v="1403" actId="478"/>
          <ac:spMkLst>
            <pc:docMk/>
            <pc:sldMk cId="2654714497" sldId="267"/>
            <ac:spMk id="121" creationId="{7D88E71B-4938-4DD4-B2A1-6E02D8DBAF66}"/>
          </ac:spMkLst>
        </pc:spChg>
        <pc:spChg chg="add del mod">
          <ac:chgData name="Samer Mouksassi" userId="c18f5e46-7090-425a-a75d-5998e99a8397" providerId="ADAL" clId="{CB773DE5-67C4-40BA-BAE6-D4998717D43E}" dt="2022-02-13T19:00:48.071" v="1403" actId="478"/>
          <ac:spMkLst>
            <pc:docMk/>
            <pc:sldMk cId="2654714497" sldId="267"/>
            <ac:spMk id="122" creationId="{24A0BCCC-DDE9-473A-831C-B7A1B01A663E}"/>
          </ac:spMkLst>
        </pc:spChg>
        <pc:spChg chg="add del mod">
          <ac:chgData name="Samer Mouksassi" userId="c18f5e46-7090-425a-a75d-5998e99a8397" providerId="ADAL" clId="{CB773DE5-67C4-40BA-BAE6-D4998717D43E}" dt="2022-02-13T19:00:48.071" v="1403" actId="478"/>
          <ac:spMkLst>
            <pc:docMk/>
            <pc:sldMk cId="2654714497" sldId="267"/>
            <ac:spMk id="123" creationId="{94F174DA-FE6E-456F-AE13-165C107CEF5D}"/>
          </ac:spMkLst>
        </pc:spChg>
        <pc:spChg chg="add del mod">
          <ac:chgData name="Samer Mouksassi" userId="c18f5e46-7090-425a-a75d-5998e99a8397" providerId="ADAL" clId="{CB773DE5-67C4-40BA-BAE6-D4998717D43E}" dt="2022-02-13T19:00:48.071" v="1403" actId="478"/>
          <ac:spMkLst>
            <pc:docMk/>
            <pc:sldMk cId="2654714497" sldId="267"/>
            <ac:spMk id="124" creationId="{2EEDDF3B-336F-41A2-A754-A3B2F27FB7F6}"/>
          </ac:spMkLst>
        </pc:spChg>
        <pc:spChg chg="add del mod">
          <ac:chgData name="Samer Mouksassi" userId="c18f5e46-7090-425a-a75d-5998e99a8397" providerId="ADAL" clId="{CB773DE5-67C4-40BA-BAE6-D4998717D43E}" dt="2022-02-13T19:00:48.071" v="1403" actId="478"/>
          <ac:spMkLst>
            <pc:docMk/>
            <pc:sldMk cId="2654714497" sldId="267"/>
            <ac:spMk id="125" creationId="{6CF4D0BE-B261-40ED-A590-2CC42B351314}"/>
          </ac:spMkLst>
        </pc:spChg>
        <pc:spChg chg="add del mod">
          <ac:chgData name="Samer Mouksassi" userId="c18f5e46-7090-425a-a75d-5998e99a8397" providerId="ADAL" clId="{CB773DE5-67C4-40BA-BAE6-D4998717D43E}" dt="2022-02-13T19:00:48.071" v="1403" actId="478"/>
          <ac:spMkLst>
            <pc:docMk/>
            <pc:sldMk cId="2654714497" sldId="267"/>
            <ac:spMk id="126" creationId="{85DA225B-C83F-4337-8936-30A2E73DF3E7}"/>
          </ac:spMkLst>
        </pc:spChg>
        <pc:spChg chg="add del mod">
          <ac:chgData name="Samer Mouksassi" userId="c18f5e46-7090-425a-a75d-5998e99a8397" providerId="ADAL" clId="{CB773DE5-67C4-40BA-BAE6-D4998717D43E}" dt="2022-02-13T19:00:48.071" v="1403" actId="478"/>
          <ac:spMkLst>
            <pc:docMk/>
            <pc:sldMk cId="2654714497" sldId="267"/>
            <ac:spMk id="127" creationId="{CE5F8842-F40B-4E63-A77B-EE09CDDF1A31}"/>
          </ac:spMkLst>
        </pc:spChg>
        <pc:spChg chg="add del mod">
          <ac:chgData name="Samer Mouksassi" userId="c18f5e46-7090-425a-a75d-5998e99a8397" providerId="ADAL" clId="{CB773DE5-67C4-40BA-BAE6-D4998717D43E}" dt="2022-02-13T19:00:48.071" v="1403" actId="478"/>
          <ac:spMkLst>
            <pc:docMk/>
            <pc:sldMk cId="2654714497" sldId="267"/>
            <ac:spMk id="128" creationId="{74C8524A-3212-4DAE-BEDA-6BA7B0CB447F}"/>
          </ac:spMkLst>
        </pc:spChg>
        <pc:spChg chg="add del mod">
          <ac:chgData name="Samer Mouksassi" userId="c18f5e46-7090-425a-a75d-5998e99a8397" providerId="ADAL" clId="{CB773DE5-67C4-40BA-BAE6-D4998717D43E}" dt="2022-02-13T19:00:48.071" v="1403" actId="478"/>
          <ac:spMkLst>
            <pc:docMk/>
            <pc:sldMk cId="2654714497" sldId="267"/>
            <ac:spMk id="129" creationId="{C2D4B80D-9EA2-43DF-88A9-F411B5390C8E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30" creationId="{30E7C005-37A3-4D47-95FF-8EB727150CFD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31" creationId="{1321B1A9-A3B9-4445-B6E9-AE0EA699A425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32" creationId="{4AB45420-6912-4524-B934-8F9C8060037A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33" creationId="{DA96A64F-825A-47E1-AE01-BAD843727F61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34" creationId="{FA580F2C-DEEB-4B10-9BD1-36D27ACBD420}"/>
          </ac:spMkLst>
        </pc:spChg>
        <pc:spChg chg="add del mod">
          <ac:chgData name="Samer Mouksassi" userId="c18f5e46-7090-425a-a75d-5998e99a8397" providerId="ADAL" clId="{CB773DE5-67C4-40BA-BAE6-D4998717D43E}" dt="2022-02-13T19:00:53.408" v="1405" actId="21"/>
          <ac:spMkLst>
            <pc:docMk/>
            <pc:sldMk cId="2654714497" sldId="267"/>
            <ac:spMk id="135" creationId="{FC6EF7B6-6C9A-4060-BF61-24276DF0B534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36" creationId="{9C38CC9F-A5A3-4FBE-BAE6-CCADCA274D45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37" creationId="{43D056C8-7376-44A7-B171-202BAE770D87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38" creationId="{505E74B8-0E2F-403F-9C18-DC91142C06F0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39" creationId="{8ABED43F-5005-4E55-803D-2B0514022B90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40" creationId="{22ED8088-9AF2-4C40-B2F9-75E755D13336}"/>
          </ac:spMkLst>
        </pc:spChg>
        <pc:spChg chg="add mod">
          <ac:chgData name="Samer Mouksassi" userId="c18f5e46-7090-425a-a75d-5998e99a8397" providerId="ADAL" clId="{CB773DE5-67C4-40BA-BAE6-D4998717D43E}" dt="2022-02-14T09:16:05.710" v="1861" actId="1076"/>
          <ac:spMkLst>
            <pc:docMk/>
            <pc:sldMk cId="2654714497" sldId="267"/>
            <ac:spMk id="142" creationId="{C1C56A90-A125-4CF7-B268-892452D3DCE8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43" creationId="{1E60DABF-D8FB-4957-99EA-B7D799F3D469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44" creationId="{58058974-B811-4175-B2BE-ADE3C019A8AF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45" creationId="{6FD22C1D-6B80-4E56-A78A-80690DEB03B6}"/>
          </ac:spMkLst>
        </pc:spChg>
        <pc:spChg chg="add mod">
          <ac:chgData name="Samer Mouksassi" userId="c18f5e46-7090-425a-a75d-5998e99a8397" providerId="ADAL" clId="{CB773DE5-67C4-40BA-BAE6-D4998717D43E}" dt="2022-02-14T09:16:01.341" v="1860" actId="1076"/>
          <ac:spMkLst>
            <pc:docMk/>
            <pc:sldMk cId="2654714497" sldId="267"/>
            <ac:spMk id="146" creationId="{E4EA2C29-15AF-411E-9C4D-1EC57D99D599}"/>
          </ac:spMkLst>
        </pc:spChg>
        <pc:spChg chg="add mod">
          <ac:chgData name="Samer Mouksassi" userId="c18f5e46-7090-425a-a75d-5998e99a8397" providerId="ADAL" clId="{CB773DE5-67C4-40BA-BAE6-D4998717D43E}" dt="2022-02-14T09:17:04.322" v="1874" actId="692"/>
          <ac:spMkLst>
            <pc:docMk/>
            <pc:sldMk cId="2654714497" sldId="267"/>
            <ac:spMk id="147" creationId="{9D3094F0-F7D4-4072-B7E0-FCF25FB16F1C}"/>
          </ac:spMkLst>
        </pc:spChg>
        <pc:spChg chg="add del mod">
          <ac:chgData name="Samer Mouksassi" userId="c18f5e46-7090-425a-a75d-5998e99a8397" providerId="ADAL" clId="{CB773DE5-67C4-40BA-BAE6-D4998717D43E}" dt="2022-02-13T19:03:20.462" v="1504" actId="478"/>
          <ac:spMkLst>
            <pc:docMk/>
            <pc:sldMk cId="2654714497" sldId="267"/>
            <ac:spMk id="148" creationId="{7EC72695-54E2-44F7-B0FB-445A90938CCB}"/>
          </ac:spMkLst>
        </pc:spChg>
        <pc:spChg chg="add mod">
          <ac:chgData name="Samer Mouksassi" userId="c18f5e46-7090-425a-a75d-5998e99a8397" providerId="ADAL" clId="{CB773DE5-67C4-40BA-BAE6-D4998717D43E}" dt="2022-02-13T19:07:09.025" v="1645" actId="1076"/>
          <ac:spMkLst>
            <pc:docMk/>
            <pc:sldMk cId="2654714497" sldId="267"/>
            <ac:spMk id="149" creationId="{B8FECCAA-0F14-465E-BAA6-B9645B881211}"/>
          </ac:spMkLst>
        </pc:spChg>
        <pc:spChg chg="add mod">
          <ac:chgData name="Samer Mouksassi" userId="c18f5e46-7090-425a-a75d-5998e99a8397" providerId="ADAL" clId="{CB773DE5-67C4-40BA-BAE6-D4998717D43E}" dt="2022-02-13T19:06:55.115" v="1636" actId="1076"/>
          <ac:spMkLst>
            <pc:docMk/>
            <pc:sldMk cId="2654714497" sldId="267"/>
            <ac:spMk id="150" creationId="{B9C85DF1-A601-4E35-99AD-76F4995EEA24}"/>
          </ac:spMkLst>
        </pc:spChg>
        <pc:spChg chg="add del mod">
          <ac:chgData name="Samer Mouksassi" userId="c18f5e46-7090-425a-a75d-5998e99a8397" providerId="ADAL" clId="{CB773DE5-67C4-40BA-BAE6-D4998717D43E}" dt="2022-02-13T19:05:57.943" v="1610" actId="478"/>
          <ac:spMkLst>
            <pc:docMk/>
            <pc:sldMk cId="2654714497" sldId="267"/>
            <ac:spMk id="151" creationId="{100360F1-BB7B-432A-BF9C-C3CF1B7BB1E3}"/>
          </ac:spMkLst>
        </pc:spChg>
        <pc:spChg chg="add mod">
          <ac:chgData name="Samer Mouksassi" userId="c18f5e46-7090-425a-a75d-5998e99a8397" providerId="ADAL" clId="{CB773DE5-67C4-40BA-BAE6-D4998717D43E}" dt="2022-02-13T19:07:11.381" v="1646" actId="14100"/>
          <ac:spMkLst>
            <pc:docMk/>
            <pc:sldMk cId="2654714497" sldId="267"/>
            <ac:spMk id="152" creationId="{621049E5-4413-42CB-90A2-E0846CA3D49E}"/>
          </ac:spMkLst>
        </pc:spChg>
        <pc:spChg chg="add mod">
          <ac:chgData name="Samer Mouksassi" userId="c18f5e46-7090-425a-a75d-5998e99a8397" providerId="ADAL" clId="{CB773DE5-67C4-40BA-BAE6-D4998717D43E}" dt="2022-02-13T19:07:59.461" v="1719" actId="1076"/>
          <ac:spMkLst>
            <pc:docMk/>
            <pc:sldMk cId="2654714497" sldId="267"/>
            <ac:spMk id="153" creationId="{09A7B13C-8C78-450C-B1EE-8A8E3D592B52}"/>
          </ac:spMkLst>
        </pc:spChg>
        <pc:grpChg chg="add del mod">
          <ac:chgData name="Samer Mouksassi" userId="c18f5e46-7090-425a-a75d-5998e99a8397" providerId="ADAL" clId="{CB773DE5-67C4-40BA-BAE6-D4998717D43E}" dt="2022-02-13T18:45:24.302" v="1042" actId="165"/>
          <ac:grpSpMkLst>
            <pc:docMk/>
            <pc:sldMk cId="2654714497" sldId="267"/>
            <ac:grpSpMk id="2" creationId="{47D23905-B392-4AB2-ACE5-4FC795B131B5}"/>
          </ac:grpSpMkLst>
        </pc:grpChg>
        <pc:grpChg chg="mod topLvl">
          <ac:chgData name="Samer Mouksassi" userId="c18f5e46-7090-425a-a75d-5998e99a8397" providerId="ADAL" clId="{CB773DE5-67C4-40BA-BAE6-D4998717D43E}" dt="2022-02-13T19:06:11.466" v="1613" actId="1076"/>
          <ac:grpSpMkLst>
            <pc:docMk/>
            <pc:sldMk cId="2654714497" sldId="267"/>
            <ac:grpSpMk id="3" creationId="{093C87FD-4965-4752-B3B3-DDD07D4FB2E3}"/>
          </ac:grpSpMkLst>
        </pc:grpChg>
        <pc:grpChg chg="add del mod">
          <ac:chgData name="Samer Mouksassi" userId="c18f5e46-7090-425a-a75d-5998e99a8397" providerId="ADAL" clId="{CB773DE5-67C4-40BA-BAE6-D4998717D43E}" dt="2022-02-13T18:50:37.895" v="1166" actId="478"/>
          <ac:grpSpMkLst>
            <pc:docMk/>
            <pc:sldMk cId="2654714497" sldId="267"/>
            <ac:grpSpMk id="19" creationId="{5C41E35F-AE46-4929-A2B2-2FC774C7890A}"/>
          </ac:grpSpMkLst>
        </pc:grpChg>
        <pc:grpChg chg="add mod">
          <ac:chgData name="Samer Mouksassi" userId="c18f5e46-7090-425a-a75d-5998e99a8397" providerId="ADAL" clId="{CB773DE5-67C4-40BA-BAE6-D4998717D43E}" dt="2022-02-13T19:06:11.466" v="1613" actId="1076"/>
          <ac:grpSpMkLst>
            <pc:docMk/>
            <pc:sldMk cId="2654714497" sldId="267"/>
            <ac:grpSpMk id="38" creationId="{08DA5A36-5771-47B8-9D5D-902626FE825A}"/>
          </ac:grpSpMkLst>
        </pc:grpChg>
        <pc:grpChg chg="add mod">
          <ac:chgData name="Samer Mouksassi" userId="c18f5e46-7090-425a-a75d-5998e99a8397" providerId="ADAL" clId="{CB773DE5-67C4-40BA-BAE6-D4998717D43E}" dt="2022-02-13T19:06:11.466" v="1613" actId="1076"/>
          <ac:grpSpMkLst>
            <pc:docMk/>
            <pc:sldMk cId="2654714497" sldId="267"/>
            <ac:grpSpMk id="41" creationId="{8725B042-7E9A-41E1-BBBC-8F564AE69FE8}"/>
          </ac:grpSpMkLst>
        </pc:grpChg>
        <pc:grpChg chg="add mod">
          <ac:chgData name="Samer Mouksassi" userId="c18f5e46-7090-425a-a75d-5998e99a8397" providerId="ADAL" clId="{CB773DE5-67C4-40BA-BAE6-D4998717D43E}" dt="2022-02-14T09:16:01.341" v="1860" actId="1076"/>
          <ac:grpSpMkLst>
            <pc:docMk/>
            <pc:sldMk cId="2654714497" sldId="267"/>
            <ac:grpSpMk id="73" creationId="{5581F2A4-EB9D-4EF7-8FEC-0936D983B939}"/>
          </ac:grpSpMkLst>
        </pc:grpChg>
        <pc:grpChg chg="add mod">
          <ac:chgData name="Samer Mouksassi" userId="c18f5e46-7090-425a-a75d-5998e99a8397" providerId="ADAL" clId="{CB773DE5-67C4-40BA-BAE6-D4998717D43E}" dt="2022-02-14T09:16:51.570" v="1873" actId="571"/>
          <ac:grpSpMkLst>
            <pc:docMk/>
            <pc:sldMk cId="2654714497" sldId="267"/>
            <ac:grpSpMk id="84" creationId="{CE918A6B-5DE2-4892-BE1B-70B46FC7FC1A}"/>
          </ac:grpSpMkLst>
        </pc:grpChg>
        <pc:grpChg chg="add del mod">
          <ac:chgData name="Samer Mouksassi" userId="c18f5e46-7090-425a-a75d-5998e99a8397" providerId="ADAL" clId="{CB773DE5-67C4-40BA-BAE6-D4998717D43E}" dt="2022-02-13T18:59:08.576" v="1383" actId="478"/>
          <ac:grpSpMkLst>
            <pc:docMk/>
            <pc:sldMk cId="2654714497" sldId="267"/>
            <ac:grpSpMk id="86" creationId="{A601E34A-ECB2-4631-92ED-820A678F6A17}"/>
          </ac:grpSpMkLst>
        </pc:grpChg>
        <pc:grpChg chg="add del mod">
          <ac:chgData name="Samer Mouksassi" userId="c18f5e46-7090-425a-a75d-5998e99a8397" providerId="ADAL" clId="{CB773DE5-67C4-40BA-BAE6-D4998717D43E}" dt="2022-02-13T18:59:08.576" v="1383" actId="478"/>
          <ac:grpSpMkLst>
            <pc:docMk/>
            <pc:sldMk cId="2654714497" sldId="267"/>
            <ac:grpSpMk id="89" creationId="{107FC27D-D858-4687-B21A-4B142771BF0B}"/>
          </ac:grpSpMkLst>
        </pc:grpChg>
        <pc:inkChg chg="mod topLvl">
          <ac:chgData name="Samer Mouksassi" userId="c18f5e46-7090-425a-a75d-5998e99a8397" providerId="ADAL" clId="{CB773DE5-67C4-40BA-BAE6-D4998717D43E}" dt="2022-02-13T18:45:24.302" v="1042" actId="165"/>
          <ac:inkMkLst>
            <pc:docMk/>
            <pc:sldMk cId="2654714497" sldId="267"/>
            <ac:inkMk id="15" creationId="{1E8D1D1E-DE0E-4BB6-BEB6-4FDFDB11B297}"/>
          </ac:inkMkLst>
        </pc:inkChg>
        <pc:inkChg chg="mod">
          <ac:chgData name="Samer Mouksassi" userId="c18f5e46-7090-425a-a75d-5998e99a8397" providerId="ADAL" clId="{CB773DE5-67C4-40BA-BAE6-D4998717D43E}" dt="2022-02-13T18:43:36.071" v="1024"/>
          <ac:inkMkLst>
            <pc:docMk/>
            <pc:sldMk cId="2654714497" sldId="267"/>
            <ac:inkMk id="25" creationId="{842F53C2-EC11-498C-89AF-393F6BA0B35D}"/>
          </ac:inkMkLst>
        </pc:inkChg>
        <pc:inkChg chg="mod">
          <ac:chgData name="Samer Mouksassi" userId="c18f5e46-7090-425a-a75d-5998e99a8397" providerId="ADAL" clId="{CB773DE5-67C4-40BA-BAE6-D4998717D43E}" dt="2022-02-13T18:43:36.071" v="1024"/>
          <ac:inkMkLst>
            <pc:docMk/>
            <pc:sldMk cId="2654714497" sldId="267"/>
            <ac:inkMk id="26" creationId="{8B8CB6F7-E61B-4674-9B4D-72319AA57DF1}"/>
          </ac:inkMkLst>
        </pc:inkChg>
        <pc:inkChg chg="mod">
          <ac:chgData name="Samer Mouksassi" userId="c18f5e46-7090-425a-a75d-5998e99a8397" providerId="ADAL" clId="{CB773DE5-67C4-40BA-BAE6-D4998717D43E}" dt="2022-02-13T18:43:36.071" v="1024"/>
          <ac:inkMkLst>
            <pc:docMk/>
            <pc:sldMk cId="2654714497" sldId="267"/>
            <ac:inkMk id="27" creationId="{7528FDF1-289E-4B94-94B2-B011435ECFD8}"/>
          </ac:inkMkLst>
        </pc:inkChg>
        <pc:cxnChg chg="del mod topLvl">
          <ac:chgData name="Samer Mouksassi" userId="c18f5e46-7090-425a-a75d-5998e99a8397" providerId="ADAL" clId="{CB773DE5-67C4-40BA-BAE6-D4998717D43E}" dt="2022-02-13T18:54:11.104" v="1237" actId="478"/>
          <ac:cxnSpMkLst>
            <pc:docMk/>
            <pc:sldMk cId="2654714497" sldId="267"/>
            <ac:cxnSpMk id="7" creationId="{B27BFE2D-FBDB-4762-B9B8-A5C8591B6D2F}"/>
          </ac:cxnSpMkLst>
        </pc:cxnChg>
        <pc:cxnChg chg="del mod topLvl">
          <ac:chgData name="Samer Mouksassi" userId="c18f5e46-7090-425a-a75d-5998e99a8397" providerId="ADAL" clId="{CB773DE5-67C4-40BA-BAE6-D4998717D43E}" dt="2022-02-13T18:46:33.680" v="1065" actId="478"/>
          <ac:cxnSpMkLst>
            <pc:docMk/>
            <pc:sldMk cId="2654714497" sldId="267"/>
            <ac:cxnSpMk id="9" creationId="{C083309B-52CD-4D4F-8D0C-BFA2B44FC0DE}"/>
          </ac:cxnSpMkLst>
        </pc:cxnChg>
        <pc:cxnChg chg="del mod topLvl">
          <ac:chgData name="Samer Mouksassi" userId="c18f5e46-7090-425a-a75d-5998e99a8397" providerId="ADAL" clId="{CB773DE5-67C4-40BA-BAE6-D4998717D43E}" dt="2022-02-13T18:46:33.680" v="1065" actId="478"/>
          <ac:cxnSpMkLst>
            <pc:docMk/>
            <pc:sldMk cId="2654714497" sldId="267"/>
            <ac:cxnSpMk id="11" creationId="{63183AAA-B732-408E-8F0E-039C00422F82}"/>
          </ac:cxnSpMkLst>
        </pc:cxnChg>
        <pc:cxnChg chg="mod">
          <ac:chgData name="Samer Mouksassi" userId="c18f5e46-7090-425a-a75d-5998e99a8397" providerId="ADAL" clId="{CB773DE5-67C4-40BA-BAE6-D4998717D43E}" dt="2022-02-13T18:45:24.302" v="1042" actId="165"/>
          <ac:cxnSpMkLst>
            <pc:docMk/>
            <pc:sldMk cId="2654714497" sldId="267"/>
            <ac:cxnSpMk id="16" creationId="{E86417F9-A63E-4AAB-9D7D-1A260E8CD5BC}"/>
          </ac:cxnSpMkLst>
        </pc:cxnChg>
        <pc:cxnChg chg="mod">
          <ac:chgData name="Samer Mouksassi" userId="c18f5e46-7090-425a-a75d-5998e99a8397" providerId="ADAL" clId="{CB773DE5-67C4-40BA-BAE6-D4998717D43E}" dt="2022-02-13T18:45:24.302" v="1042" actId="165"/>
          <ac:cxnSpMkLst>
            <pc:docMk/>
            <pc:sldMk cId="2654714497" sldId="267"/>
            <ac:cxnSpMk id="17" creationId="{4D725363-533F-4BB3-9D5A-8AE81C4EB176}"/>
          </ac:cxnSpMkLst>
        </pc:cxnChg>
        <pc:cxnChg chg="del mod">
          <ac:chgData name="Samer Mouksassi" userId="c18f5e46-7090-425a-a75d-5998e99a8397" providerId="ADAL" clId="{CB773DE5-67C4-40BA-BAE6-D4998717D43E}" dt="2022-02-13T18:46:22.161" v="1060" actId="478"/>
          <ac:cxnSpMkLst>
            <pc:docMk/>
            <pc:sldMk cId="2654714497" sldId="267"/>
            <ac:cxnSpMk id="18" creationId="{E2971EEB-84F6-4430-91A6-1FEA70AA039E}"/>
          </ac:cxnSpMkLst>
        </pc:cxnChg>
        <pc:cxnChg chg="mod">
          <ac:chgData name="Samer Mouksassi" userId="c18f5e46-7090-425a-a75d-5998e99a8397" providerId="ADAL" clId="{CB773DE5-67C4-40BA-BAE6-D4998717D43E}" dt="2022-02-13T18:43:36.071" v="1024"/>
          <ac:cxnSpMkLst>
            <pc:docMk/>
            <pc:sldMk cId="2654714497" sldId="267"/>
            <ac:cxnSpMk id="22" creationId="{D639332E-07C5-4FBA-9F40-972FF8855C01}"/>
          </ac:cxnSpMkLst>
        </pc:cxnChg>
        <pc:cxnChg chg="mod">
          <ac:chgData name="Samer Mouksassi" userId="c18f5e46-7090-425a-a75d-5998e99a8397" providerId="ADAL" clId="{CB773DE5-67C4-40BA-BAE6-D4998717D43E}" dt="2022-02-13T18:43:36.071" v="1024"/>
          <ac:cxnSpMkLst>
            <pc:docMk/>
            <pc:sldMk cId="2654714497" sldId="267"/>
            <ac:cxnSpMk id="23" creationId="{EE7D52F9-761A-4283-9297-EE658CCD0F2F}"/>
          </ac:cxnSpMkLst>
        </pc:cxnChg>
        <pc:cxnChg chg="mod">
          <ac:chgData name="Samer Mouksassi" userId="c18f5e46-7090-425a-a75d-5998e99a8397" providerId="ADAL" clId="{CB773DE5-67C4-40BA-BAE6-D4998717D43E}" dt="2022-02-13T18:43:36.071" v="1024"/>
          <ac:cxnSpMkLst>
            <pc:docMk/>
            <pc:sldMk cId="2654714497" sldId="267"/>
            <ac:cxnSpMk id="24" creationId="{262C7208-DC4C-4C64-8C8F-9953E0A95430}"/>
          </ac:cxnSpMkLst>
        </pc:cxnChg>
        <pc:cxnChg chg="mod">
          <ac:chgData name="Samer Mouksassi" userId="c18f5e46-7090-425a-a75d-5998e99a8397" providerId="ADAL" clId="{CB773DE5-67C4-40BA-BAE6-D4998717D43E}" dt="2022-02-13T18:43:36.071" v="1024"/>
          <ac:cxnSpMkLst>
            <pc:docMk/>
            <pc:sldMk cId="2654714497" sldId="267"/>
            <ac:cxnSpMk id="28" creationId="{F604B110-3D6C-4BB9-8F0C-F47C09FFDE14}"/>
          </ac:cxnSpMkLst>
        </pc:cxnChg>
        <pc:cxnChg chg="mod">
          <ac:chgData name="Samer Mouksassi" userId="c18f5e46-7090-425a-a75d-5998e99a8397" providerId="ADAL" clId="{CB773DE5-67C4-40BA-BAE6-D4998717D43E}" dt="2022-02-13T18:57:00.587" v="1366"/>
          <ac:cxnSpMkLst>
            <pc:docMk/>
            <pc:sldMk cId="2654714497" sldId="267"/>
            <ac:cxnSpMk id="74" creationId="{B520A007-047E-4C36-9821-D7AE75AD3155}"/>
          </ac:cxnSpMkLst>
        </pc:cxnChg>
        <pc:cxnChg chg="mod">
          <ac:chgData name="Samer Mouksassi" userId="c18f5e46-7090-425a-a75d-5998e99a8397" providerId="ADAL" clId="{CB773DE5-67C4-40BA-BAE6-D4998717D43E}" dt="2022-02-13T18:57:00.587" v="1366"/>
          <ac:cxnSpMkLst>
            <pc:docMk/>
            <pc:sldMk cId="2654714497" sldId="267"/>
            <ac:cxnSpMk id="75" creationId="{AA787F1F-651C-4E35-AB48-B972B9BE299A}"/>
          </ac:cxnSpMkLst>
        </pc:cxnChg>
        <pc:cxnChg chg="mod">
          <ac:chgData name="Samer Mouksassi" userId="c18f5e46-7090-425a-a75d-5998e99a8397" providerId="ADAL" clId="{CB773DE5-67C4-40BA-BAE6-D4998717D43E}" dt="2022-02-14T09:16:51.570" v="1873" actId="571"/>
          <ac:cxnSpMkLst>
            <pc:docMk/>
            <pc:sldMk cId="2654714497" sldId="267"/>
            <ac:cxnSpMk id="85" creationId="{A53B3D8E-F719-4A52-90BB-4250460FF3DF}"/>
          </ac:cxnSpMkLst>
        </pc:cxnChg>
        <pc:cxnChg chg="mod">
          <ac:chgData name="Samer Mouksassi" userId="c18f5e46-7090-425a-a75d-5998e99a8397" providerId="ADAL" clId="{CB773DE5-67C4-40BA-BAE6-D4998717D43E}" dt="2022-02-14T09:16:51.570" v="1873" actId="571"/>
          <ac:cxnSpMkLst>
            <pc:docMk/>
            <pc:sldMk cId="2654714497" sldId="267"/>
            <ac:cxnSpMk id="86" creationId="{970F94A3-A657-4FAC-A21E-A5EF8E742E06}"/>
          </ac:cxnSpMkLst>
        </pc:cxnChg>
      </pc:sldChg>
      <pc:sldChg chg="addSp delSp modSp new del mod">
        <pc:chgData name="Samer Mouksassi" userId="c18f5e46-7090-425a-a75d-5998e99a8397" providerId="ADAL" clId="{CB773DE5-67C4-40BA-BAE6-D4998717D43E}" dt="2022-02-13T18:39:04.048" v="1007" actId="47"/>
        <pc:sldMkLst>
          <pc:docMk/>
          <pc:sldMk cId="3038559790" sldId="267"/>
        </pc:sldMkLst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" creationId="{716EF8B0-D1C4-4E5F-B387-F8F0BEB115D7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3" creationId="{A6BC1207-3D0D-4334-A0A7-A8A33374D24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4" creationId="{554C4900-8910-4F92-9597-D72752AAF8C7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5" creationId="{55C5BC07-F816-4795-8DF8-2BF33C662FA7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6" creationId="{408579B8-F5B6-48AD-A040-CF324056D394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7" creationId="{D618964C-67DF-42E7-8183-C566CD5337A3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8" creationId="{C1A5CBB4-058E-40F3-9498-9F3CEE76FF5F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9" creationId="{ADC39F52-8725-4CAA-886B-B3884A67BFF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0" creationId="{C14FF7B3-387F-42DD-91BC-A5512336589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1" creationId="{D37175CC-899E-488E-916B-5B6838C26EAF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2" creationId="{63BA7ED9-05B8-4F56-8FA3-134200694263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3" creationId="{9B87C02C-EA43-47B4-9D6B-93AE4FD912F7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4" creationId="{311DC777-F3BB-44F0-941D-C6E663E78088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5" creationId="{E06A1B81-AEF0-4DEE-8ECF-08BFE7937266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6" creationId="{73B159F4-502F-4729-8893-DBFE4C3FC73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7" creationId="{88FF506B-8315-41AC-9E54-E1764956FDF1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8" creationId="{0072448A-3C1B-45E7-A634-35400B6082DD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9" creationId="{0331A795-EA64-4E11-8485-B909CA3B8A1A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0" creationId="{06EF7CAD-4ED8-4B46-9776-5AD5F0F60414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1" creationId="{00361B9F-6FC8-4C29-B2CE-C6C7D5A0E9A2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2" creationId="{86781805-C8F1-4BF9-8382-B1A5A5FBC52F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3" creationId="{07D3C596-2C77-4087-97A9-EBE6F7A3BF24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4" creationId="{D629CD8E-1778-4DA4-BD88-C53E68FBEB3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5" creationId="{22592AA8-1F87-4B50-8B15-1B5E912A7BE6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6" creationId="{309ABDB2-AFDD-4FA3-93F0-8DC05BC82567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7" creationId="{4BC2713B-5258-4956-A421-CE83D8C8F13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8" creationId="{94E092F0-FFA4-49EB-ACF5-993D6FEBB342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9" creationId="{A1240A0C-90C7-43D1-8106-B8E90BC8E330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30" creationId="{427B684B-839C-40DB-BA51-9C4315B472AA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31" creationId="{F6F695CC-9C26-4103-B8CF-C1C505F3167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32" creationId="{A620AF12-4BC9-4E1E-9671-B6BF95F2C7F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33" creationId="{E0B0D396-5DD0-49D8-B037-DFF185F0698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34" creationId="{90A24C98-F7D7-4168-9F3B-DD3E86B1960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35" creationId="{78E51910-4C67-4319-9990-180E462A99D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36" creationId="{CA03938A-DBDB-4EBE-A708-87985B166008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37" creationId="{2AC20FA4-3785-47EF-A2E4-CF7448E2C910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38" creationId="{C1F7FBFD-CEAD-443E-92AD-95730D7743A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39" creationId="{EB989B1B-5DB9-4981-B8DA-D36B96170EB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40" creationId="{1FC51CBB-573A-4032-84C5-05A948FD007E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41" creationId="{36D0683D-8F72-438E-A5B0-FDFDA7ABB69E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42" creationId="{6DDCDE0A-3E80-465C-BAF3-B8FDF4BFA65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43" creationId="{51D0789C-BCD4-4BA6-BF08-30E6B14E8EF6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44" creationId="{04D3E417-93C2-402B-85C0-E9CA0CE32EC1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45" creationId="{E1D559D4-1577-4774-A091-780B5736F66F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46" creationId="{B1F3E534-8686-411C-9052-0A277A5BE8A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47" creationId="{23D8AF92-EA40-4DE7-8E39-369AF545ABA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48" creationId="{6B55B537-C26E-4C70-8B6A-AC424BAA4A84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49" creationId="{C3138745-E5A7-4041-96E9-3A269493F19E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50" creationId="{E27071F6-FBAD-4177-85F4-B9EB9492532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51" creationId="{1883AC2B-B47C-47C1-8E7A-1E118F0EB36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52" creationId="{37E3FC2E-FCC2-46C3-BC23-358A6C95CC8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53" creationId="{0C27DE3B-F1D0-477F-9163-9F9C1A274C7E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54" creationId="{56931E13-8C20-4E33-9FBB-D65A9AA7FE4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55" creationId="{072E5E6A-E086-4AD1-85CB-17FECFD7C97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56" creationId="{D10C7205-9381-4D95-B9C1-908DC3C75794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57" creationId="{89EB41A6-2983-4F20-B466-43BD4CAC90A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58" creationId="{ED358EFE-FC52-4315-A1DB-40E0EC94D81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59" creationId="{1AAAF18F-CAB2-41BC-8D09-C5ACCDD1DA07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60" creationId="{FE348C0C-A55A-4AB2-9F86-68385F9F9E22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61" creationId="{DE399CEC-D2EF-4806-8DBE-5849490C4A4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62" creationId="{7D95A42F-5B32-48B2-81DE-2BB827A95B8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63" creationId="{105E361C-1901-4660-A6A1-75DF1CD4AA0E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64" creationId="{0BA80043-2F95-447E-B1E8-BF0DA30A514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65" creationId="{885A7E0B-B7DF-4EAD-AD8A-CD2AA5271AF3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66" creationId="{872E2263-F4B9-4CED-A812-C34BC282E693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67" creationId="{3CB56FBB-8C2C-4860-84B6-16196FAF36B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68" creationId="{58D279BC-CCE9-4DF9-A0D9-8B99B4ABD0B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69" creationId="{87CD92B9-CE66-43CD-88F8-05CF61C11B31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70" creationId="{0F7625ED-0C90-42CE-BC3C-4221DB38F578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71" creationId="{1235D5FC-CC39-4073-924A-0FE2E93B1F46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72" creationId="{ED364DE8-B42B-48E1-AC03-FB7B201722E3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73" creationId="{8AEA77F4-AC0F-46A6-9F51-152E0FC038E6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74" creationId="{D8686439-A04E-437B-AA71-39BF9B671C3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75" creationId="{ADF825D7-A8AB-4F2E-9499-FED3956D0D98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76" creationId="{9E28D1AA-ACA3-40A8-A217-9B12766C8D73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77" creationId="{C50AAD1E-DFB8-45A7-B0A8-D940D28966DF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78" creationId="{1D494D4D-74A9-49F5-B305-1363AE76E8CE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79" creationId="{0F8F5B2A-32B2-43D9-9FFE-E7C50FBDBCA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80" creationId="{31FFE997-7DFF-46CC-B0F5-97B9A9945CDD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81" creationId="{32237BF7-5EE1-4249-9AFC-7C71BD0E35D7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82" creationId="{B0E47408-957C-46B0-8BB0-C9F4900CA32A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83" creationId="{551C560B-5BAB-4669-811C-AFFC0C674D5A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84" creationId="{898C7084-A7DD-45CE-BF53-96334BF9B1F2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85" creationId="{50182B64-B158-457E-A285-6A444C9F4448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86" creationId="{D4D7DAB7-F3EA-4527-B9B1-448BE6E35F6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87" creationId="{96FB43E9-2303-4767-8892-A142F89C863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88" creationId="{1AACA79A-60A0-44B7-AD9D-45CB06167DA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89" creationId="{9B49689B-2F7D-422F-B73B-41837376B5D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90" creationId="{E4F2D540-DF67-4336-8431-BAB49CFB0C63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91" creationId="{00F9832D-4B2E-4E8F-9F1D-56FF86151B71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92" creationId="{17C0C7E4-B1CF-421B-A657-D548D3D210F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93" creationId="{14EE88F0-F180-4CE5-AE74-440D63DE667D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94" creationId="{B191BCB2-640E-42D0-9E52-15EBC33FCF6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95" creationId="{B3FBB06C-3BB6-4B14-979A-D857E5550C22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96" creationId="{1DFFA5F7-E35C-4C72-90BD-19DF08D41483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97" creationId="{82B2D880-F76C-4D23-A49A-3A4B6B54B4FF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98" creationId="{76236AAC-CE6C-4FDE-A2D9-084C6BD23258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99" creationId="{88A9E6FC-4FD2-43C3-BFEC-243D0C9BCFA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00" creationId="{4BFA8020-DFCD-4D14-9324-9927E2BA75A7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01" creationId="{4DC401BB-3146-451A-BAED-7C8EA0CBA502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02" creationId="{B8E4BE3C-07FA-453E-B1CC-2BEF9E6F32F6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03" creationId="{301C51C7-D3BB-4B7A-8747-4EC281A869C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04" creationId="{79B5E936-4F3B-4085-860F-8CC4C83BECD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05" creationId="{70A7A87A-6009-4CE6-875F-576DF3045317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06" creationId="{6C0C3089-24A5-461C-AEE4-8E5293514D5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07" creationId="{0BD47A1E-EB62-4D29-B5D9-FBC88630B12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08" creationId="{B8EA237D-8FEB-461B-9594-2E8AC17CC1D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09" creationId="{12944645-57D8-4D1C-934E-88E30812EEFE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10" creationId="{70E4D372-232B-4E1B-97AE-C8281B1AA4AF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11" creationId="{83DD2A3F-F1B0-4D0A-A2B1-C04A41B5B03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12" creationId="{2F59B62D-7F01-461A-BEDE-A7323B8425E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13" creationId="{0B519DE3-E880-48A4-BE32-524AFD946D83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14" creationId="{D4FF6BA9-99F1-4F9D-AA2A-FC753C471CD8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15" creationId="{78A6F758-44AB-45DB-AAD8-A7B8A3B0EEF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16" creationId="{FFFF6249-F73B-40B5-BC95-E512557125A8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17" creationId="{68256965-5FCE-4999-A9E8-130F86F6CA9F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18" creationId="{69782EA6-9A29-4D1B-9E4D-A9C7284C672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19" creationId="{F37E24E8-FE1B-460B-BAA3-1B525AC9DA5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20" creationId="{EDCD75EA-22C3-48B6-B40F-C809BA41D4A3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21" creationId="{F3DDCA52-76B2-40E8-9D9E-983F3C6BA2F8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22" creationId="{7D1DD88D-6331-4F07-855F-B4E731A303A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23" creationId="{303B43EC-37E7-42BB-9445-0C4969CE1D28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24" creationId="{DD1EBD59-A1FC-41DE-97BB-18440155F1B4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25" creationId="{02652CAF-054F-4083-8CE7-013F19CE55FD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26" creationId="{AC27E614-1892-4064-A544-CDC0476257BE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27" creationId="{CE1056FA-65AB-414A-B26C-06F63045F3D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28" creationId="{9B89C003-C8F9-4131-A80E-16EDA2544EA6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29" creationId="{0A2E0656-7D74-4705-91CD-E8312F49D1E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30" creationId="{B3150E31-07FC-426F-A69F-F652DB66FE3E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31" creationId="{B849225D-B9DD-4226-B436-9804D5AD2C73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32" creationId="{A2108ED8-49B6-4B9C-B174-1D3A283FEC5A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33" creationId="{231668CA-9D7B-4724-8BEA-112B063B160E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34" creationId="{48F26257-3150-4E43-BFAC-ED96BC1143F4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35" creationId="{2F56A853-00A5-4314-B0FC-64F6A042077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36" creationId="{CF90AA58-A0E4-4D53-9EE8-9A287D331296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37" creationId="{7C6CD6FB-13DC-42E2-8CAD-87F4AD674550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38" creationId="{E7270621-F9E0-44A4-9198-CDBCB801F38E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39" creationId="{881C8586-04C7-4AFC-B392-28B299EACDFF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40" creationId="{56093DFD-2AEC-40A9-93CF-96096FE0346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41" creationId="{73DFC9FC-0826-42A1-9002-B35A31F80CCD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42" creationId="{6CE8C8A4-E286-4BBE-9E3E-535B504CA93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43" creationId="{67BBEFAB-C052-42A5-86EA-7B3D3CFB2E5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44" creationId="{D7795532-1F01-4BC5-A3CC-E768FA04E84A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45" creationId="{B3B929F1-C86C-4330-B27F-5DF45102BB12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46" creationId="{7258744E-C17C-441E-B523-EC5F07B78266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47" creationId="{391AB044-DBD7-4006-843E-F0DC0756C097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48" creationId="{91326EFD-E6E9-4877-9080-AC741556444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49" creationId="{5353C847-458D-495E-BC8E-D9561976EFB4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50" creationId="{EE0D2B7D-2AC1-4347-B533-847940AF129D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51" creationId="{B372C601-6D76-4A85-92B5-E0F4F9062042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52" creationId="{4E7B8FC1-DB89-4A81-A5B2-BF7059E0C537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53" creationId="{75C7898E-C227-4D34-9370-CF4D4380D2B0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54" creationId="{D7BB5771-0D45-45BD-B876-C0DFFAF18732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55" creationId="{31F47526-F350-458E-9CD4-06488A98ED0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56" creationId="{04B87342-E99C-4494-AB88-26F1BBB3DEED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57" creationId="{9A256184-A062-4904-B8FF-C9C40B60FC9E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58" creationId="{D26396B7-243A-4EDA-A5AF-0F3C86A0602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59" creationId="{3E4CF760-D944-4B56-8B78-B5B79028DA1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60" creationId="{8AD6AF94-3A89-4DA7-8002-6B055FABE5C2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61" creationId="{940D26EA-D20A-4B98-9AC5-05C18B8786F0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62" creationId="{5B20E42F-284D-4693-AA37-FDA261FCC448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63" creationId="{C1A0021C-53A3-4E48-9724-C8C56868BAD3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64" creationId="{C8DE0038-57A3-4502-81D2-8D2F588242F6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65" creationId="{1EA8852C-88E9-4366-8B40-CCB440C7215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66" creationId="{843266ED-9B9B-485C-A27D-02421245EC0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67" creationId="{2877E94A-0179-47AF-968B-8A337D5C38C6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68" creationId="{943B1603-95B4-40EB-9C73-00C16A8BA6ED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69" creationId="{F4BDD78A-38FD-4AB9-8382-87E8D241C8B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70" creationId="{232D0BE9-B885-4544-A60F-ED4485F6C69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71" creationId="{33CD3E0E-98E2-46E8-93BF-AD8057C548C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72" creationId="{1E498030-D4F1-4F24-A7AC-A8FCE8409236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73" creationId="{12760DB6-9933-4423-9A86-4EC6CEEF8522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74" creationId="{451D4ACB-D4CB-4204-B915-669F637FE192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75" creationId="{75339FAB-78D9-4DA3-A174-B41F604164B1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76" creationId="{4EF23606-77DB-4ABF-8D1C-EA0B934AF04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77" creationId="{A76AE3DF-3143-4064-9D04-0A9E5DC492AA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78" creationId="{C6796952-8FAE-4636-BCA9-92134CB98DB0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79" creationId="{60B8C85C-F209-4954-BE18-50683EC36EC4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80" creationId="{E27513E5-1C6A-43B3-9CD2-F94038CB926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81" creationId="{847E350F-8F19-43A3-8EB3-6FFC79FD6C03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82" creationId="{EDFDDCBA-3AFC-4481-8989-FD7841B1FC8F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83" creationId="{DC43ED1C-0429-4367-9F34-C2FAA243EF98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84" creationId="{73446020-15AD-4600-9E96-E21C9E7046F6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85" creationId="{21280E2B-74DD-4E22-A956-C360320E4756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86" creationId="{E531A269-CE88-48CA-A385-C714423E949A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87" creationId="{D9D77CD4-2940-47FF-BF41-C2FEBBEA971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88" creationId="{D298A8A8-5B95-4820-9D86-3BBEE7247370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89" creationId="{78BA5B80-C49B-44E2-9F8D-B5E690B166C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90" creationId="{FC21573B-07DA-4EFF-89AC-9910396EE563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91" creationId="{0BBAC677-8CC9-40E5-9970-9B382510BCF7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92" creationId="{9E49BDFF-ACF8-413D-BE7E-7A23BDF25378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93" creationId="{B43F2035-36E8-427D-A2B7-33748D9BB595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94" creationId="{B4C2E73D-7301-496E-AD70-803762D4D832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95" creationId="{D089DDF4-4567-456B-83D2-9EFF1DFF20B2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96" creationId="{176B0C73-DA95-4D8D-85E3-C2B5D650DAF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97" creationId="{90B1A5AE-57A8-4503-B817-F6CA6D46F390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98" creationId="{2EF9BB9E-7DB5-462B-B622-F288ADB0A571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199" creationId="{06EFDF09-9463-4E62-9028-4DFDE264E948}"/>
          </ac:spMkLst>
        </pc:spChg>
        <pc:spChg chg="add del mod">
          <ac:chgData name="Samer Mouksassi" userId="c18f5e46-7090-425a-a75d-5998e99a8397" providerId="ADAL" clId="{CB773DE5-67C4-40BA-BAE6-D4998717D43E}" dt="2022-02-13T18:35:56.256" v="971" actId="478"/>
          <ac:spMkLst>
            <pc:docMk/>
            <pc:sldMk cId="3038559790" sldId="267"/>
            <ac:spMk id="200" creationId="{6B4B828D-947A-45CB-90FB-1F9E85905DCE}"/>
          </ac:spMkLst>
        </pc:spChg>
        <pc:spChg chg="add del mod">
          <ac:chgData name="Samer Mouksassi" userId="c18f5e46-7090-425a-a75d-5998e99a8397" providerId="ADAL" clId="{CB773DE5-67C4-40BA-BAE6-D4998717D43E}" dt="2022-02-13T18:36:00.734" v="973" actId="478"/>
          <ac:spMkLst>
            <pc:docMk/>
            <pc:sldMk cId="3038559790" sldId="267"/>
            <ac:spMk id="201" creationId="{0DFE7329-EA9F-43FC-8DD4-89F23CFDAD3D}"/>
          </ac:spMkLst>
        </pc:spChg>
        <pc:spChg chg="add del mod">
          <ac:chgData name="Samer Mouksassi" userId="c18f5e46-7090-425a-a75d-5998e99a8397" providerId="ADAL" clId="{CB773DE5-67C4-40BA-BAE6-D4998717D43E}" dt="2022-02-13T18:35:53.873" v="970" actId="478"/>
          <ac:spMkLst>
            <pc:docMk/>
            <pc:sldMk cId="3038559790" sldId="267"/>
            <ac:spMk id="202" creationId="{05FD665F-5603-47DD-AF9D-128B43CD13ED}"/>
          </ac:spMkLst>
        </pc:spChg>
        <pc:spChg chg="add del mod">
          <ac:chgData name="Samer Mouksassi" userId="c18f5e46-7090-425a-a75d-5998e99a8397" providerId="ADAL" clId="{CB773DE5-67C4-40BA-BAE6-D4998717D43E}" dt="2022-02-13T18:35:58.328" v="972" actId="478"/>
          <ac:spMkLst>
            <pc:docMk/>
            <pc:sldMk cId="3038559790" sldId="267"/>
            <ac:spMk id="203" creationId="{D856FE34-9F60-4690-8215-2F1640963F92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04" creationId="{2C780C01-BA17-42E2-9C66-9235866AD91C}"/>
          </ac:spMkLst>
        </pc:spChg>
        <pc:spChg chg="add del mod">
          <ac:chgData name="Samer Mouksassi" userId="c18f5e46-7090-425a-a75d-5998e99a8397" providerId="ADAL" clId="{CB773DE5-67C4-40BA-BAE6-D4998717D43E}" dt="2022-02-13T18:36:51.540" v="982" actId="478"/>
          <ac:spMkLst>
            <pc:docMk/>
            <pc:sldMk cId="3038559790" sldId="267"/>
            <ac:spMk id="205" creationId="{979FAADE-0C8F-4F78-B7EA-C2163867227A}"/>
          </ac:spMkLst>
        </pc:spChg>
        <pc:spChg chg="add del mod">
          <ac:chgData name="Samer Mouksassi" userId="c18f5e46-7090-425a-a75d-5998e99a8397" providerId="ADAL" clId="{CB773DE5-67C4-40BA-BAE6-D4998717D43E}" dt="2022-02-13T18:36:51.540" v="982" actId="478"/>
          <ac:spMkLst>
            <pc:docMk/>
            <pc:sldMk cId="3038559790" sldId="267"/>
            <ac:spMk id="206" creationId="{581D47CF-D19B-45E2-A522-DE7B899B409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07" creationId="{1B0A674E-DF8B-48F3-BE7E-59572196AF9C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08" creationId="{82039C28-0713-4177-AF07-999BD380ECC2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09" creationId="{4A78B4C5-89E1-4A19-88B7-AA804495538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10" creationId="{5DD350A0-DF0E-4DE4-BC1E-DFD952074E7A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11" creationId="{F654B8B4-7C02-4FFE-9059-4A5D74DA03F6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12" creationId="{52E80F0B-3858-46DB-BE0A-2C1986C695D0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13" creationId="{379E948F-39A5-47E6-B2A8-C778D34A2489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14" creationId="{59DE4995-758B-46DE-8A37-55ECAB730950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15" creationId="{852D4456-B04A-4FC5-8575-D0749A8B48C7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16" creationId="{5CAD1DDF-AA96-4FDE-9EC2-152BB629AB33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17" creationId="{68E635AC-1087-408C-A670-5FC0523CA14B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18" creationId="{866A58EB-D0F0-4428-8FB2-CA3C3D0C0CDD}"/>
          </ac:spMkLst>
        </pc:spChg>
        <pc:spChg chg="add mod">
          <ac:chgData name="Samer Mouksassi" userId="c18f5e46-7090-425a-a75d-5998e99a8397" providerId="ADAL" clId="{CB773DE5-67C4-40BA-BAE6-D4998717D43E}" dt="2022-02-13T18:36:28.141" v="976" actId="164"/>
          <ac:spMkLst>
            <pc:docMk/>
            <pc:sldMk cId="3038559790" sldId="267"/>
            <ac:spMk id="219" creationId="{8A584287-302C-485A-8FC8-B1B473F80CD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22" creationId="{98DBA885-DC53-43B2-95A6-B59192B3B105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23" creationId="{B6334808-9516-4CFE-B1EB-C5C2FCFBF8C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24" creationId="{6847DD89-338C-4D2A-AF1B-B4BD4AA89BC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25" creationId="{238F1A64-FCC7-48DF-A940-DF8DAC152A9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26" creationId="{7AA9F15E-D6A4-449D-AC27-11D2C39B7C41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27" creationId="{F553D64E-FC95-4B48-88E7-19200D73528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28" creationId="{7519C235-C31E-4CEE-8332-8E29A63F6A4A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29" creationId="{9232FF84-5767-4F32-AF63-426E1002E4C7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30" creationId="{33FDB88F-F78D-4114-8947-E44DD3BCF4A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31" creationId="{77722687-E516-4357-8A9E-9407AEA14CC7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32" creationId="{1D470557-D6BD-47E7-B7B5-02B06B384C9E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33" creationId="{D8D22C75-4652-44E2-8523-455FBD72AA81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34" creationId="{85091935-0F85-4C3C-9FDD-9F08258BD4C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35" creationId="{9A18BA25-6277-4E59-B55D-16B3FDE498E6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36" creationId="{CED760A3-F14B-4732-A4A3-5C1F888B3565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37" creationId="{E64F58A2-EC12-446A-BBB6-D6225774AA47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38" creationId="{33D07C06-D0FC-4B65-8F1B-5196928223EB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39" creationId="{904699A0-6872-48BF-B06E-88E70237C381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40" creationId="{5CF44ADC-D610-4AE3-963D-B4FA72611200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41" creationId="{713CDED3-3377-435C-B9BA-B926382A15E0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42" creationId="{31971A8F-B464-4205-9170-BC25057906AF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43" creationId="{623B4BF1-B03E-4B7B-BB77-990D5CE83C2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44" creationId="{537AFD01-0351-4873-A188-5E35A5A305C7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45" creationId="{02B47460-0589-496A-A574-22591C9D1FA8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46" creationId="{65CCAFE0-6682-488A-BFB7-5D84883F36D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47" creationId="{326492C1-D4FB-4952-AE74-462250B744B6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48" creationId="{308BB365-5204-4352-9A93-AB5FFB6A440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49" creationId="{77201F30-A3F2-43EC-AF49-9E353F0DF129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50" creationId="{5C2B137C-3434-4AB0-BFD4-9FA3A7AE66DB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51" creationId="{0C85104B-8BC5-44DF-98A8-1862AEC7066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52" creationId="{CDF73B0C-0A24-4F45-AD3B-65E168BEB2F1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53" creationId="{F12E5383-F749-4C97-B4BA-D566104C353A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54" creationId="{331A289B-6030-4903-ABD8-763B7A519F9F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55" creationId="{60FD050A-EA0C-42CD-96A4-EA3F055095A1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56" creationId="{41ADC9DB-44DD-4FB2-9D48-72FBA8CE10C2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57" creationId="{EC9B75A6-74ED-4912-8D79-B2A3B397E429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58" creationId="{63E09B25-24E1-429C-AD11-84B2FB2C4957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59" creationId="{A9B1D38A-CB1C-4783-8194-57E70CB0349B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60" creationId="{07301105-3D14-43D0-9EE9-B201197E90F8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61" creationId="{076E4A99-FAB8-411D-AFED-E67BBC9405D6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62" creationId="{AE821237-43E1-4C6A-9D16-561776D7679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63" creationId="{EA5DFB8E-300A-4808-814F-F82AAAFC0C20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64" creationId="{6B15459A-7C59-4B7A-8C47-F0FFD5BCC067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65" creationId="{BA4262AF-B0DD-4002-B981-70BF851AFA4E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66" creationId="{460FBF2F-6C23-4495-BF0C-4DC137B740E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67" creationId="{6F172C3C-2D53-41D4-88FD-1E72EC02B018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68" creationId="{F609DC74-4442-453D-9098-896026F96482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69" creationId="{166CC6B2-050D-46C9-A994-7D8F4C95067B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70" creationId="{22AF803E-E135-4A5D-BC7F-59661F123A61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71" creationId="{0156E28B-216B-4CF7-B7EF-21E891022A6F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72" creationId="{7752BD96-C6C7-4419-AA64-2D218379A10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73" creationId="{4CB6E538-999B-4FD0-9AE7-54D833ABBD66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74" creationId="{E5DEA59A-C5CD-4320-99FA-EFC23C60265A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75" creationId="{8BBAA482-EDA8-4834-8E4D-7F77482F570B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76" creationId="{CE8F6325-1F40-4DE1-A58A-4FB329D4887F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77" creationId="{8E41D95A-9C54-46FD-86E6-D16A87392540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78" creationId="{729D2957-DD7A-4B8F-BB1E-1CE81A0A608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79" creationId="{3DC4CC11-8314-41C3-92C8-03D630ABEC12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80" creationId="{7F214F1F-9E32-4485-A40C-B2579AB5C32B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81" creationId="{CA02E24B-36E3-4016-B0AA-B6F5C242F1C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82" creationId="{7DF7EF3F-1520-42D5-B0C4-B7C8387128F1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83" creationId="{BF940999-6E85-4016-A380-BDC7B306B7A9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84" creationId="{C626916D-4347-43E9-ADB0-6889422C0C2B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85" creationId="{5856032F-598D-4786-8DF1-E32925ACB7E2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86" creationId="{CEB92EE1-8726-40DA-9273-B196C99E0027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87" creationId="{A8A1E502-1DB6-452F-87D1-3F906111F806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88" creationId="{06C7EE45-635B-477E-801E-399590E9DDC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89" creationId="{38CB2602-E1E3-4AE2-8FF9-B8D1B8AF229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90" creationId="{FBB338D6-5BEB-4B85-AE4E-89ABE09AA8A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91" creationId="{99132B73-E54E-4BBF-BCF3-952526247171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92" creationId="{CF57D107-1B5B-48CE-8D62-1E53F3C785F7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93" creationId="{09CBCFA6-B2A4-4E8A-BFD4-18A8F3C5BCDF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94" creationId="{A3293D77-8644-4BFC-AF8F-6D8D0318A79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95" creationId="{9246B778-AC03-4F52-8519-5CA90CFF314A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96" creationId="{BE547889-F22B-4723-9BF0-5D0D5A2CDCB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97" creationId="{2E831DFA-4B55-444F-886D-CAC2D3E6DCDE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98" creationId="{E4A49254-8703-4F8A-AE07-E52B3D6C4E5A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299" creationId="{9FD05130-8E84-431B-90CD-8F5FB879F45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00" creationId="{C4F8B1FA-44E7-49F7-9945-2CC5455C1BE8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01" creationId="{31FCF2A5-DA0D-4202-97F3-0F29A5E40F9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02" creationId="{C355E23C-D09B-4B54-9A69-B16D93D7739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03" creationId="{07271F25-AF69-4781-A8BA-7E0EDE8E7096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04" creationId="{2CD3FC66-BD0D-4EA9-97C7-C798BAA526E5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05" creationId="{59AFA7C7-3849-4F7F-B9D9-B28603D0C51E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06" creationId="{760F44A9-B88E-4CAD-83EC-8368B0A4AD42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07" creationId="{F83A9287-CE7A-4AA0-B61D-9047BEBE47D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08" creationId="{420002B3-740B-4254-ABE1-ADD8A260549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09" creationId="{0884B520-504B-43C3-ADDE-78872C5F04D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10" creationId="{05B05727-4A96-4A6E-BEB5-743FAC73AC8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11" creationId="{BAB6DFC0-4868-43C2-B474-DAECE7BD0852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12" creationId="{89DE6E80-B9A2-4E40-A092-80A9A815A946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13" creationId="{8B647BE6-23B5-45DD-8922-318C12CD473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14" creationId="{B4B77D19-7C01-4241-9B92-5DD12425D75E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15" creationId="{8E2F4B8A-2371-448A-BA98-B8FF749C0020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16" creationId="{D3FE6603-A499-4279-862D-82E10C1C8555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17" creationId="{66721A16-F6B7-40F8-AFFB-D47CF8C2908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18" creationId="{99D1C777-A5B1-4A26-8D87-8D264BE63260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19" creationId="{FCC4BC4D-1C7F-4C8A-A1A1-2E73FC87962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20" creationId="{6F89DFB8-4E04-43A8-ADB8-1AC7C271EF18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21" creationId="{771C1463-8423-4BF5-8FC1-E20C379381A1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22" creationId="{17824D23-A959-4487-9139-EC7E911A1A95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23" creationId="{B1CCBE72-E60C-4ACD-944A-51E513505DC6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24" creationId="{D8965952-0FDE-48F4-B82F-716D551258D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25" creationId="{83F57760-4A07-4B52-B778-E6A2D721F9FA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26" creationId="{2148AB03-55D3-403D-B72F-D93AD254C4F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27" creationId="{183F355B-9484-43EC-81A3-09C4FA1E6157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28" creationId="{C3193AD9-03BC-4C55-8873-6E805F371F21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29" creationId="{714B6EDA-8CE7-468F-B6E4-52C618A7CAD9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30" creationId="{8EC3748B-A373-46B3-9238-12314ACC7E8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31" creationId="{C5F19FDE-E3F9-4FDD-ADC3-B0EF29AC4DEA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32" creationId="{33409F44-145B-4806-B359-85625D79B9C1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33" creationId="{6143A710-68D1-4294-AE0D-CA16544689DE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34" creationId="{DB551069-336A-4D8F-B413-9DDB37FD93B1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35" creationId="{CC289DE8-16B8-443C-9F67-0D2A3B3E32F9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36" creationId="{245B9716-AA0A-452C-AAA3-88629C714D81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37" creationId="{CC626D77-8115-48AE-B201-96CCFBFAB4F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38" creationId="{C95F8D3B-9F5B-4FD6-BDAE-FD5A7F5F6B7F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39" creationId="{519AF215-3126-4444-9492-9BD26DB5EC5A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40" creationId="{81CED94E-F477-4D7F-8B3D-83C5BF91F97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41" creationId="{F22FC5FE-3F8E-457A-9727-C81041A127A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42" creationId="{1EF7CF41-D8A8-4734-8387-536C5BFCE73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43" creationId="{8445C0CD-9218-4667-8AD6-AE956906806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44" creationId="{C67956EA-8FCC-4165-A907-A7B6AD091350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45" creationId="{18D96F8A-83C8-4014-82FA-4B497B07D7B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46" creationId="{3493668C-0563-43DA-8634-7FAC883BF672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47" creationId="{2B9E9A9C-28AB-4460-8A05-5A2AB7315766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48" creationId="{537733FF-AFA6-4430-81AF-E7929BF09FC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49" creationId="{10709CD5-2D0D-4616-B9B3-B0208767FAAE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50" creationId="{FD449D6E-9228-4A20-A631-95D3CEBFEF20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51" creationId="{BD32A450-AAD6-4813-BED4-F40C19BC4FB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52" creationId="{13837C88-D7C0-45D8-A806-2288AD1D7AC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53" creationId="{C7E3F2FF-71A6-4C25-B947-D4C80F5CEBC2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54" creationId="{96D40057-3588-4842-A155-63E0080F369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55" creationId="{4EA71068-1C3C-4C04-BEE6-B28B78EB7B7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56" creationId="{C3C7773F-B151-4165-9BA1-D6ACD6738E0B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57" creationId="{CA8F2129-EACD-43D9-B2F3-60013B6824A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58" creationId="{DAFFC04A-B0F4-4D33-9312-3A429D9C994F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59" creationId="{FA4810DB-0E6A-44EA-A959-9D29FE52374F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60" creationId="{0730DC76-CF05-44A4-8068-27FF38E0F00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61" creationId="{E0064567-DEE6-43C4-9B21-58C3C0EFEBE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62" creationId="{9622E996-452A-4DCD-87EB-044CDFE97B7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63" creationId="{D94E808F-F6E3-402E-9D4E-A8D97CD8C7F0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64" creationId="{E2000B7E-0CD1-4EF9-AC6F-9876DC2F3AF7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65" creationId="{68F8B324-6821-41E5-AD64-FA8242124C9F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66" creationId="{C76DCC47-BF69-42F2-AEC9-96CFAC435E7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67" creationId="{7AB45C07-C1AD-4A36-9E9D-526E97DF7FFE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68" creationId="{643D076F-78D1-4E6B-A669-BCC1A3095859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69" creationId="{86B91BCE-C82E-450C-A0DE-0CD237ABA2A8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70" creationId="{D3AA368D-FFDB-48FA-852B-C63DBDDF71C0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71" creationId="{C5C91EF1-2390-4B7E-9582-19634E64053F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72" creationId="{F30CE6F7-1AF5-4C88-BE5A-8FB693851AF2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73" creationId="{27E9736E-EEAD-4B1D-82CC-A05C3134096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74" creationId="{887EA46C-1E72-43E3-AB21-5E718C35A81F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75" creationId="{3FF0556F-A9F6-4394-B4EC-1C7FFBCBC251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76" creationId="{6DDA4A4E-7192-498E-98EB-2017697843B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77" creationId="{302D7716-ABF0-4D9C-AF4C-0AA85C52C6B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78" creationId="{B674E98F-D4E4-48B6-9EFA-02455E83EFEA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79" creationId="{D4F246EB-C37E-4D73-861E-C3CDEB98FD52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80" creationId="{0863D3FA-E8C1-4AD2-9A58-ED036A5F2DF9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81" creationId="{D8F8D111-2E12-4E88-8ADA-E42EFD35C59A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82" creationId="{816F71CC-823D-4512-BD7F-7FECDE306418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83" creationId="{8D32E923-0B46-48CF-BC10-BA9F0DEE5849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84" creationId="{55554296-5209-4492-BCF7-D8291BA3D716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85" creationId="{BAA24D60-A243-4AAB-8B22-38F3E62F276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86" creationId="{5D519F83-105E-42B0-A85A-106ADE1C2747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87" creationId="{A6509E13-EF59-4B9B-AA6C-74F61DE3196B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88" creationId="{E0EDE06C-C958-4B91-B305-B6A9F72CF1D5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89" creationId="{50385967-D7A1-464E-BCDE-50286171A04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90" creationId="{50282510-FBED-476A-9A6A-7F400806C60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91" creationId="{72D1F4AF-07B7-4886-87A5-6084CAFE9DE6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92" creationId="{71ABD5EB-C1A0-49BD-8ABC-B36C025C7D4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93" creationId="{911A6D28-A708-4D3F-BFFD-A43175EBA42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94" creationId="{F53F987B-1CE3-4D48-9017-A4149B035622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95" creationId="{6D5C7BCE-903A-46F9-AD6A-E6D5D01A841A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96" creationId="{A415CBC1-6C6A-48D0-BC76-C0F1D241E3DE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97" creationId="{8891C4C4-BDC7-4798-B0E8-4CDE2BA5D617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98" creationId="{1E06F5C9-944B-4517-B8EA-1058300D2B9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399" creationId="{B14B32C1-CD94-4603-828F-EE627ED786B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00" creationId="{0E05074B-42C4-4522-BBAB-BE2E3F84D3F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01" creationId="{9EBBEBF6-FF61-4697-B2A8-7E5C9CA6888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02" creationId="{95DF5305-B81B-40F3-80F0-FBA8B69EB7FF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03" creationId="{8F128F4D-97A2-43FE-84AC-B3D87D1499C7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04" creationId="{EF2E02FD-2B53-487B-83F5-6A5D6250D6AE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05" creationId="{C5223221-C6A1-4796-9177-9B5F768A178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06" creationId="{BC75B125-70D8-4114-BF94-FDC2FC875B5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07" creationId="{9E520107-66E3-4CCF-BE0F-1F24C9BBFA7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08" creationId="{63FCA3F8-8907-4091-AF5C-7468569C0C5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09" creationId="{608F4F10-DF8D-43A2-BD94-9F22E5B2736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10" creationId="{9497C802-F2CD-479C-BD65-005814756351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11" creationId="{75B5DF2A-5695-4F49-AA2B-A9A10B39F60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12" creationId="{72A5B16E-4235-463D-9199-0C723B9CB1FF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13" creationId="{BD7ACACA-A386-4F6B-9855-C6B162855C4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14" creationId="{D72ABAA3-DA9F-485F-986A-5391CE99FFBF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15" creationId="{9BE4DF8F-89A0-4816-AE9E-2EB6B6D86287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16" creationId="{ECC2BAB1-0742-4888-9271-261C2A5E3090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17" creationId="{E149E4BD-A29F-4882-A0D2-2ED1C98CA68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18" creationId="{80FA41C6-0265-4EC8-AD67-096A5543630B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19" creationId="{83EEA299-BE5D-43C0-9CF1-0007B4080E1C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20" creationId="{24EB17EE-7EA0-47F8-9981-606ADD78EACE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21" creationId="{28BBEAD2-B835-421B-9CF4-06D30C9707F9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22" creationId="{50560AFA-7AA8-49D6-AB0D-2F647B9ED469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23" creationId="{554EB660-1C62-48F0-B949-B1F89DAA01AA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24" creationId="{F0ACC4C3-DD0D-4DDE-80D6-8CE80D7832D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25" creationId="{02F60555-20DC-4858-8AFE-65B818F322E5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26" creationId="{F6938F43-13C1-4507-9217-3084902FFF25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27" creationId="{E4B372BA-C096-48D9-8413-712DEE45B942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28" creationId="{E0F4748C-FA11-4FBA-8648-85BB52FA4B48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29" creationId="{047FD97C-02CE-493E-91BB-701C68F211E9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30" creationId="{E473C738-1FDE-4FA4-ABE8-46747B281C13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31" creationId="{741E1FC6-8E71-462F-A4DE-D37AA96E1634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32" creationId="{12D21641-D68E-4241-84E2-77AE60EB1EFD}"/>
          </ac:spMkLst>
        </pc:spChg>
        <pc:spChg chg="mod">
          <ac:chgData name="Samer Mouksassi" userId="c18f5e46-7090-425a-a75d-5998e99a8397" providerId="ADAL" clId="{CB773DE5-67C4-40BA-BAE6-D4998717D43E}" dt="2022-02-13T18:36:40.928" v="981"/>
          <ac:spMkLst>
            <pc:docMk/>
            <pc:sldMk cId="3038559790" sldId="267"/>
            <ac:spMk id="433" creationId="{C6A4D886-9BAD-4A79-9789-0B1F15B33338}"/>
          </ac:spMkLst>
        </pc:spChg>
        <pc:spChg chg="add del mod">
          <ac:chgData name="Samer Mouksassi" userId="c18f5e46-7090-425a-a75d-5998e99a8397" providerId="ADAL" clId="{CB773DE5-67C4-40BA-BAE6-D4998717D43E}" dt="2022-02-13T18:36:57.401" v="984" actId="21"/>
          <ac:spMkLst>
            <pc:docMk/>
            <pc:sldMk cId="3038559790" sldId="267"/>
            <ac:spMk id="434" creationId="{32A7598B-E3AD-4AE6-AC71-5B523A8051E2}"/>
          </ac:spMkLst>
        </pc:spChg>
        <pc:spChg chg="add del mod">
          <ac:chgData name="Samer Mouksassi" userId="c18f5e46-7090-425a-a75d-5998e99a8397" providerId="ADAL" clId="{CB773DE5-67C4-40BA-BAE6-D4998717D43E}" dt="2022-02-13T18:36:57.401" v="984" actId="21"/>
          <ac:spMkLst>
            <pc:docMk/>
            <pc:sldMk cId="3038559790" sldId="267"/>
            <ac:spMk id="435" creationId="{87116B80-118F-4BBD-8655-1987A5CF3D2A}"/>
          </ac:spMkLst>
        </pc:spChg>
        <pc:spChg chg="add del mod">
          <ac:chgData name="Samer Mouksassi" userId="c18f5e46-7090-425a-a75d-5998e99a8397" providerId="ADAL" clId="{CB773DE5-67C4-40BA-BAE6-D4998717D43E}" dt="2022-02-13T18:36:57.401" v="984" actId="21"/>
          <ac:spMkLst>
            <pc:docMk/>
            <pc:sldMk cId="3038559790" sldId="267"/>
            <ac:spMk id="436" creationId="{BC347388-BDE8-478E-99F4-3414DF29FAFE}"/>
          </ac:spMkLst>
        </pc:spChg>
        <pc:grpChg chg="add del mod">
          <ac:chgData name="Samer Mouksassi" userId="c18f5e46-7090-425a-a75d-5998e99a8397" providerId="ADAL" clId="{CB773DE5-67C4-40BA-BAE6-D4998717D43E}" dt="2022-02-13T18:36:28.799" v="977" actId="21"/>
          <ac:grpSpMkLst>
            <pc:docMk/>
            <pc:sldMk cId="3038559790" sldId="267"/>
            <ac:grpSpMk id="220" creationId="{C89F163F-F14C-40A4-B3DA-1E573407276F}"/>
          </ac:grpSpMkLst>
        </pc:grpChg>
        <pc:grpChg chg="add del mod">
          <ac:chgData name="Samer Mouksassi" userId="c18f5e46-7090-425a-a75d-5998e99a8397" providerId="ADAL" clId="{CB773DE5-67C4-40BA-BAE6-D4998717D43E}" dt="2022-02-13T18:36:57.401" v="984" actId="21"/>
          <ac:grpSpMkLst>
            <pc:docMk/>
            <pc:sldMk cId="3038559790" sldId="267"/>
            <ac:grpSpMk id="221" creationId="{7AEF2631-2225-4320-A8AA-64E934C88B33}"/>
          </ac:grpSpMkLst>
        </pc:grpChg>
      </pc:sldChg>
      <pc:sldChg chg="addSp delSp modSp new del mod">
        <pc:chgData name="Samer Mouksassi" userId="c18f5e46-7090-425a-a75d-5998e99a8397" providerId="ADAL" clId="{CB773DE5-67C4-40BA-BAE6-D4998717D43E}" dt="2022-02-13T19:05:20.298" v="1603" actId="47"/>
        <pc:sldMkLst>
          <pc:docMk/>
          <pc:sldMk cId="1587123627" sldId="268"/>
        </pc:sldMkLst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3" creationId="{8261AC2F-6B67-4188-A97B-5FBED50FBBE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4" creationId="{6063A718-0E38-44DE-ABBB-F7A1A78DAAB9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5" creationId="{0530F32C-A5FD-4DF0-B0C3-A3BEC7ACC735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6" creationId="{488EF100-2144-4E7E-91CF-DF72714D63F3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7" creationId="{A152CC4D-E1D6-4F36-AF15-FBDA361B4EE1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8" creationId="{C26D546F-71A1-42C1-9263-2A6D7B36F66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9" creationId="{2BF5F32D-A39F-4D97-960D-CE6B88DB9088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0" creationId="{E7748007-6724-44DA-84C3-75C781FDF7A7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1" creationId="{F34D7EE5-15C3-499C-9C5B-B11FAE5E30E2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2" creationId="{975AFFD2-D5EC-4336-B441-CA9DFBED032F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3" creationId="{0CD9F8E9-1105-4C10-817F-185DEF1FB049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4" creationId="{662FC3B9-5177-4B9F-8EFA-D5D77B783D51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5" creationId="{7BC39DFF-9D72-4192-B6E4-F90CF29701F8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6" creationId="{D0084681-ED5E-4CD8-979B-C9F5E0E77E06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7" creationId="{4D5C1B35-AB6B-4945-95D3-92183BAAB9E5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8" creationId="{D77204F4-BA32-4FDC-9BA8-E12EDCCAADB8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9" creationId="{65095F71-F928-43D6-9134-760B0E98DFF4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20" creationId="{E32961A5-A673-492D-AB3E-B7EEFA4AECCA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21" creationId="{5B13BAF4-01D6-45E6-886B-528298DB9C15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22" creationId="{77E799F4-4C85-4043-A014-AD714717A537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23" creationId="{AFFF2B42-D3DE-4E11-94B3-279A916BBE6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24" creationId="{43E95B52-0405-49AE-8F3A-57CAD23FB731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25" creationId="{D6A689AC-13D2-49F6-A125-2DFE20367C51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26" creationId="{24956C7B-8172-487D-ABC3-BDFFD50BA420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27" creationId="{131E5A41-8D44-4523-8029-AC0E6B22D5D3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28" creationId="{C2173AF9-0557-46A3-934A-DC78C3321B98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29" creationId="{6F3FA808-B25F-44C7-850A-5B13BD593AC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30" creationId="{FCE2B241-92AA-4537-A0A5-F5DC8F9FFE1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31" creationId="{41264915-D108-43BA-8426-C6E7F5198C46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32" creationId="{FAC93D2F-9424-48D9-B488-97E085C86578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33" creationId="{CD46E964-6AE2-4243-BB27-F0EEE2D63ED1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34" creationId="{A7B864CE-3CC0-4023-B332-20F241407513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35" creationId="{87102385-2312-4BA1-A00A-C6DC9459E27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36" creationId="{0297E026-8617-4B69-9118-3B03B9157AE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37" creationId="{14F62E44-3BE5-4A2F-8CE3-4A268955F0D6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38" creationId="{6ACA3140-6015-44F5-BEB6-3D5B659DFE99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39" creationId="{AA6D550F-D67F-4760-8B5B-51E026428F08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40" creationId="{9FD762DD-6ABC-4B1E-8B2D-4F62DB2A67E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41" creationId="{43508BB8-7742-4BE6-AF67-C99D86BE1C06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42" creationId="{442EEB81-E6E3-47AE-9DAE-CE1DFF2B1601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43" creationId="{4FEE374A-8286-47A3-AB23-067F3214F64E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44" creationId="{9B75566E-83B4-4473-84AF-174837A9A9E0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45" creationId="{F9DE44E3-7D34-4029-898A-300A1788A7C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46" creationId="{057EA5D3-1856-4F18-8480-7BA1F70AB445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47" creationId="{014E31EE-239A-4B55-81AF-BAFB7ED35CE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48" creationId="{2FE7BBE6-77B9-40DE-BA09-F9DA5FDE2FA6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49" creationId="{9222128D-77AA-4E02-BE72-C3C9F51C270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50" creationId="{93D04BB5-F45D-441F-B202-57132B5539A1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51" creationId="{F56AF7C0-BEF2-428B-8800-2C1B430418EA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52" creationId="{32E39E78-7F24-4176-8D08-3866CFCB86E0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53" creationId="{E99F2B18-9FE6-4948-9DDF-FF7E1FA4FA7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54" creationId="{EE690E5A-3EF6-4386-8C12-63702658472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55" creationId="{BD486356-CC2D-4E54-A8E1-4C3D90427937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56" creationId="{A542A29C-E32E-49C0-91BA-CDD02B513F73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57" creationId="{2B977003-6D87-4B0F-B485-CB3493D56E05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58" creationId="{700B5FF4-46FB-4C4F-BA07-9CABA312285A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59" creationId="{894001B9-0A5D-4984-9043-3AE285DDD2DD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60" creationId="{61932DCC-D45C-4BAA-AADF-F57FEE6A5D74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61" creationId="{A12A466E-1851-4016-A77D-F6C5344438ED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62" creationId="{50317540-1322-43D2-82D0-F8A9457586D0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63" creationId="{EA64C6E2-5842-4732-815B-123282AA03B3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64" creationId="{92271EAF-095A-4277-B8BD-8D4F57724429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65" creationId="{85827405-3A51-4036-A4AC-13A2FCA83364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66" creationId="{392216CD-76EA-4003-BD87-C4536EAC3A95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67" creationId="{D5AD6F57-C403-4FF7-AE74-EBB7D7B75626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68" creationId="{FFA2AF25-D0A5-44F9-B3A0-2F243CB22098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69" creationId="{F7063412-EB4A-4550-9A5A-01472E54DB9E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70" creationId="{426C5BF1-A55B-4FAD-8935-CBC7A1D4E96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71" creationId="{60D9C5BE-B92A-4846-A660-3851799D7164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72" creationId="{F18D3928-C78A-4158-9768-CFCC07EB557A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73" creationId="{2C51A2AC-B934-4825-8D0F-A1B048B89BC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74" creationId="{35ACA35B-32E6-4E2C-B88C-FD5C2A0B7B5D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75" creationId="{0623A713-DC28-4376-931E-B3FCC699E97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76" creationId="{D5E73B93-ABFD-4D6E-A17C-6FC93AC4F184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77" creationId="{8FD1C68F-6CA5-488F-B9E9-0236CBB3A413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78" creationId="{5B7B46FA-8B29-4FB3-8B4C-FF29F6A95D28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79" creationId="{44F734AA-708D-44DF-87F9-16B901AA3C53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80" creationId="{E06C5C4A-9AE5-4391-AF68-C8F69628DE6D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81" creationId="{E515CB6E-BAE0-478F-A5D6-FFE64641832A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82" creationId="{D9A638CA-0E03-48D8-8076-83465A8F6FD7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83" creationId="{585FB441-1488-4DCF-A758-988F96D1C70E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84" creationId="{A72B3E7C-C762-4CE5-9F3A-95ACCA3F3743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85" creationId="{56A8716C-1047-4A2F-90C6-4CA0B5A66DE5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86" creationId="{06426CF1-C29C-43A9-A7A8-7DAA42409824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87" creationId="{3922055F-7757-4A15-AB8C-850919E5EC0F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88" creationId="{85D94FB8-D025-4802-9B7E-1C4F3266BDFE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89" creationId="{99C93C9B-BAE0-45C7-8FDF-0C77B6D939E0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90" creationId="{8A84B797-76D1-438A-ACD1-A07AD43F768F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91" creationId="{5CEE1240-D233-4602-9993-C38A0DD94134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92" creationId="{D84F9168-D7CF-43D1-B731-D8528D39F488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93" creationId="{7779600E-E508-480A-827D-94F801EA3CA4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94" creationId="{7E3D35E8-7C0D-4AFD-A709-1763F9C004CA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95" creationId="{9E2DF8B9-BF57-42AD-A303-C4F7B55B9FDF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96" creationId="{9AA9349F-3C73-47E5-86AF-939787055973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97" creationId="{CCF25C67-F38D-491A-BED0-54E2E6B9AB3D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98" creationId="{F738DF13-C337-4253-83A9-820A1B13808F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99" creationId="{34CA14CD-8738-4BF2-BD2F-EEB89567CA97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00" creationId="{2E1D08C7-446D-4F41-B4C5-FA520EEAE764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01" creationId="{E0908898-E38E-42B7-90F6-2902D44082B3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02" creationId="{A5B4F50F-DF88-4404-B8F9-D71779B54C17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03" creationId="{CDF99D6C-66EB-4131-90BC-5890E85B1E2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04" creationId="{655CEFED-51ED-406C-8A7D-D8D00E81957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05" creationId="{5E8632B3-7331-400D-9918-C07F7EF7E385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06" creationId="{05747301-5C0D-4B0C-B093-D2518FD4F7C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07" creationId="{1135AA43-8778-4C12-963B-038EACA486D4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08" creationId="{1A5DDC1C-48CB-429D-85B8-4D0E10B28349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09" creationId="{C211167A-9065-4A9C-A34F-21D8E8D50B41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10" creationId="{C35BF628-50C6-4406-9401-343753004DB7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11" creationId="{E86139DF-C103-4B25-83C4-211EB940429A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12" creationId="{8A6D540A-7038-4F19-B7EC-ADAF3A0B03D5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13" creationId="{21612D42-F369-43F1-A209-A042C16ED4F8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14" creationId="{2A8EDE0B-D8B5-4DFE-BDB0-E27E1A3BBB2A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15" creationId="{BDC53BB7-6D06-4000-A711-B9BAB386E689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16" creationId="{FFC863CB-6E22-40D5-BF73-4ADF79AA725A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17" creationId="{8B241634-E962-4171-B08A-77B88F3D9CD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18" creationId="{CA390E60-A57B-4C0B-8C2E-669A62AE3B8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19" creationId="{CBBC3E92-0988-46F9-9DF5-C30C695A5BC1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20" creationId="{AEEB546A-E7AC-4720-8988-830E434F6D86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21" creationId="{0812B44C-EFAD-488F-85F8-3E3604D6B57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22" creationId="{2CE3313A-D85A-4B36-B550-36AD6CA18D85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23" creationId="{0DD5C461-4AF0-438B-B78B-1229C55C420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24" creationId="{6443E5FF-6916-4904-8091-964FAADBD05D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25" creationId="{3678C99D-9697-4A18-BFB3-4B5704069F6D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26" creationId="{49024CEE-BDC2-44D4-861D-D2523F85407F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27" creationId="{664F1392-BBFE-4775-9866-792581A1D974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28" creationId="{B002C1A4-47C2-4FCD-BF59-A88023AD2D2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29" creationId="{0B9B1AA5-5216-487B-903B-5C1ADB60FC16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30" creationId="{3AF68B29-3B19-4E88-B78A-20D616B9D97F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31" creationId="{A2A176EB-1754-498B-A7FA-4BE3732C75F4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32" creationId="{F937BA44-177A-4828-BAFA-E1C57130BEF9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33" creationId="{72345934-8DF8-462E-8215-F76B9027D06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34" creationId="{6400F7E6-F08C-4447-9F4D-760ADAC14686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35" creationId="{4DE2C1EC-39AE-4E8C-8C75-2788DCF47502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36" creationId="{CEDB1713-6EA0-4DB5-9D81-360EAF3951B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37" creationId="{E9AF1BCA-7D5B-4E28-BE8E-309F3027E13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38" creationId="{4E0D3810-FADB-443E-82AD-726DFA30AE5D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39" creationId="{F8F0E5F7-9E49-4C58-AE6F-69B732F93C5F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40" creationId="{255EF603-E87A-402D-9CAC-1B5DED40A25D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41" creationId="{23CC10B6-3510-459A-BC6F-8B882AC4EEE0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42" creationId="{6D26726C-0B71-4D95-A880-78DA78AEF344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43" creationId="{42A1E6BE-8C57-4F6D-BA23-975F178BD65E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44" creationId="{409FB198-AF5C-4095-9AAE-BD9A89F0DC37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45" creationId="{EBF033C6-954D-4686-B95F-46ED9BCECD41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46" creationId="{AFF4D5F9-C62A-43C9-A996-7422889C0053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47" creationId="{9B8427C8-9FBC-49D0-A150-E3D0E3C0697A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48" creationId="{E6F119F1-1EF8-4CB7-8261-FE2E75753600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49" creationId="{E842CDA7-B2A5-41B8-B159-AF015687E366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50" creationId="{3B541662-005F-4016-8CF5-1E3E47A49137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51" creationId="{655FE1B8-CD8B-457C-88B8-30B17C532107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52" creationId="{2A66B0DB-C0FB-42DD-BC41-2E1D2BFD6299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53" creationId="{FB925DB6-DFC0-4682-BED6-366CC738320D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54" creationId="{1FD029CF-8059-4BE3-B91E-532ED0A49405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55" creationId="{0B60C407-2A84-47CE-8599-2E6E1820EAF5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56" creationId="{3F2C6A0D-0F60-4ABC-8AC5-9EEB876462DE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57" creationId="{E5048632-93B1-496C-85A2-048D85852ABF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58" creationId="{823C56A3-89AE-48CC-A803-EE0797EB83E4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59" creationId="{BF84E17A-9589-4D92-B2AD-D3334AA827F6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60" creationId="{AA2D3114-B94E-450C-B130-961FA1C4AC0E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61" creationId="{C5FB596D-BB14-4F31-A7F8-FC60CE50B7A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62" creationId="{A7C69DE8-A5C5-46D1-AFCA-6594E73CAF3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63" creationId="{4B76E61F-A2C8-489D-825E-63AF0A95E956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64" creationId="{F002E519-38FF-4803-B5A2-19739B55125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65" creationId="{285E95EA-4F4C-4C4B-BFD7-08A986E35ED8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66" creationId="{7204301E-992D-432C-915C-56D6DE4E54D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67" creationId="{891D1751-2FD7-4653-82C2-40B3952EC993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68" creationId="{C838B4CA-3AEB-40E4-8F75-0544FFB81F7B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69" creationId="{E86BCD76-C7EE-4DF5-804C-E67FA4595DE5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70" creationId="{B9F47125-C1BC-43A2-9D92-CEC93374DF3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71" creationId="{A427DAC3-82D8-4802-8E3A-7B1D4C79F9AA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72" creationId="{45435C75-2E0A-4E4A-B711-769C7DE30F31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73" creationId="{5C016677-8F80-4B9A-86A6-671E36EEB583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74" creationId="{DD305543-FCD4-4039-B580-2D7AE3D1B4A0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75" creationId="{835D3DC5-A495-4423-9154-27A08519D7F7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76" creationId="{D7278DAD-D6F4-4CC1-81F4-DB3CB87F911F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77" creationId="{A2FA834A-E614-441E-9520-DE80E0B95A7F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78" creationId="{33EB47D0-2919-4876-AD18-31044C85B085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79" creationId="{7E6171FB-466A-403A-B7C8-EC445CAB2EC3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80" creationId="{55FD0F04-995A-4385-B82D-FADF7FE0C1FA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81" creationId="{305FD146-016C-4D27-9A69-2F3640835721}"/>
          </ac:spMkLst>
        </pc:spChg>
        <pc:spChg chg="add del mod">
          <ac:chgData name="Samer Mouksassi" userId="c18f5e46-7090-425a-a75d-5998e99a8397" providerId="ADAL" clId="{CB773DE5-67C4-40BA-BAE6-D4998717D43E}" dt="2022-02-13T18:44:32.407" v="1030"/>
          <ac:spMkLst>
            <pc:docMk/>
            <pc:sldMk cId="1587123627" sldId="268"/>
            <ac:spMk id="182" creationId="{E576BC16-039E-4A87-8FB2-0A7E1FC8BDBD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84" creationId="{7E68B161-162F-4A0E-82D6-903489C37406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85" creationId="{D9204289-444E-4ECB-B8AF-22D2716436C2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86" creationId="{E62A31A9-7105-439B-B2C9-BE95CFA84B4A}"/>
          </ac:spMkLst>
        </pc:spChg>
        <pc:spChg chg="add del mod">
          <ac:chgData name="Samer Mouksassi" userId="c18f5e46-7090-425a-a75d-5998e99a8397" providerId="ADAL" clId="{CB773DE5-67C4-40BA-BAE6-D4998717D43E}" dt="2022-02-13T18:44:32.407" v="1030"/>
          <ac:spMkLst>
            <pc:docMk/>
            <pc:sldMk cId="1587123627" sldId="268"/>
            <ac:spMk id="187" creationId="{9ACD1C9A-81B6-4538-8E07-DD4F015E7FF6}"/>
          </ac:spMkLst>
        </pc:spChg>
        <pc:spChg chg="add del mod">
          <ac:chgData name="Samer Mouksassi" userId="c18f5e46-7090-425a-a75d-5998e99a8397" providerId="ADAL" clId="{CB773DE5-67C4-40BA-BAE6-D4998717D43E}" dt="2022-02-13T18:44:32.407" v="1030"/>
          <ac:spMkLst>
            <pc:docMk/>
            <pc:sldMk cId="1587123627" sldId="268"/>
            <ac:spMk id="188" creationId="{73A9EBAA-0197-4B4E-9773-B51715BA15F0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90" creationId="{99AEE5E2-C28B-46F7-825D-475E7FB616A4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93" creationId="{DDCB606B-6B47-4493-8A79-12644AD597EF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94" creationId="{650F7D46-CF00-448C-9B98-AD11B57D3839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95" creationId="{7DA09908-8BA0-4C92-A9A1-C805C3B7E331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96" creationId="{34FE152E-F5EF-4389-BEDA-4B1BBCA7B02C}"/>
          </ac:spMkLst>
        </pc:spChg>
        <pc:spChg chg="mod">
          <ac:chgData name="Samer Mouksassi" userId="c18f5e46-7090-425a-a75d-5998e99a8397" providerId="ADAL" clId="{CB773DE5-67C4-40BA-BAE6-D4998717D43E}" dt="2022-02-13T18:44:30.035" v="1029"/>
          <ac:spMkLst>
            <pc:docMk/>
            <pc:sldMk cId="1587123627" sldId="268"/>
            <ac:spMk id="197" creationId="{A1DBB4B8-BC3E-46A7-A7F8-0D54B07C14F5}"/>
          </ac:spMkLst>
        </pc:spChg>
        <pc:spChg chg="add del mod">
          <ac:chgData name="Samer Mouksassi" userId="c18f5e46-7090-425a-a75d-5998e99a8397" providerId="ADAL" clId="{CB773DE5-67C4-40BA-BAE6-D4998717D43E}" dt="2022-02-13T18:44:32.407" v="1030"/>
          <ac:spMkLst>
            <pc:docMk/>
            <pc:sldMk cId="1587123627" sldId="268"/>
            <ac:spMk id="198" creationId="{A88F8FFA-205F-4A15-9257-13621CC04EEE}"/>
          </ac:spMkLst>
        </pc:spChg>
        <pc:spChg chg="add del mod">
          <ac:chgData name="Samer Mouksassi" userId="c18f5e46-7090-425a-a75d-5998e99a8397" providerId="ADAL" clId="{CB773DE5-67C4-40BA-BAE6-D4998717D43E}" dt="2022-02-13T18:44:32.407" v="1030"/>
          <ac:spMkLst>
            <pc:docMk/>
            <pc:sldMk cId="1587123627" sldId="268"/>
            <ac:spMk id="199" creationId="{784E0B40-B5A9-4D73-96D7-7D735678C856}"/>
          </ac:spMkLst>
        </pc:spChg>
        <pc:spChg chg="add del mod">
          <ac:chgData name="Samer Mouksassi" userId="c18f5e46-7090-425a-a75d-5998e99a8397" providerId="ADAL" clId="{CB773DE5-67C4-40BA-BAE6-D4998717D43E}" dt="2022-02-13T18:44:32.407" v="1030"/>
          <ac:spMkLst>
            <pc:docMk/>
            <pc:sldMk cId="1587123627" sldId="268"/>
            <ac:spMk id="200" creationId="{E610E6CD-EBF0-470C-B852-0594EBBAFDF8}"/>
          </ac:spMkLst>
        </pc:spChg>
        <pc:spChg chg="add del mod">
          <ac:chgData name="Samer Mouksassi" userId="c18f5e46-7090-425a-a75d-5998e99a8397" providerId="ADAL" clId="{CB773DE5-67C4-40BA-BAE6-D4998717D43E}" dt="2022-02-13T18:44:32.407" v="1030"/>
          <ac:spMkLst>
            <pc:docMk/>
            <pc:sldMk cId="1587123627" sldId="268"/>
            <ac:spMk id="201" creationId="{90DDD9CB-0373-491A-B511-6B2E2015975D}"/>
          </ac:spMkLst>
        </pc:spChg>
        <pc:spChg chg="add del mod">
          <ac:chgData name="Samer Mouksassi" userId="c18f5e46-7090-425a-a75d-5998e99a8397" providerId="ADAL" clId="{CB773DE5-67C4-40BA-BAE6-D4998717D43E}" dt="2022-02-13T18:44:32.407" v="1030"/>
          <ac:spMkLst>
            <pc:docMk/>
            <pc:sldMk cId="1587123627" sldId="268"/>
            <ac:spMk id="202" creationId="{DDC6C500-A734-498F-A3C1-B4E07D0AD906}"/>
          </ac:spMkLst>
        </pc:spChg>
        <pc:spChg chg="add del mod">
          <ac:chgData name="Samer Mouksassi" userId="c18f5e46-7090-425a-a75d-5998e99a8397" providerId="ADAL" clId="{CB773DE5-67C4-40BA-BAE6-D4998717D43E}" dt="2022-02-13T18:44:32.407" v="1030"/>
          <ac:spMkLst>
            <pc:docMk/>
            <pc:sldMk cId="1587123627" sldId="268"/>
            <ac:spMk id="203" creationId="{3E28EB17-97CE-4650-BE78-9732D8EFD60A}"/>
          </ac:spMkLst>
        </pc:spChg>
        <pc:spChg chg="add del mod">
          <ac:chgData name="Samer Mouksassi" userId="c18f5e46-7090-425a-a75d-5998e99a8397" providerId="ADAL" clId="{CB773DE5-67C4-40BA-BAE6-D4998717D43E}" dt="2022-02-13T18:44:32.407" v="1030"/>
          <ac:spMkLst>
            <pc:docMk/>
            <pc:sldMk cId="1587123627" sldId="268"/>
            <ac:spMk id="204" creationId="{F30AAE8F-B507-4627-B914-708AB898AE2C}"/>
          </ac:spMkLst>
        </pc:spChg>
        <pc:spChg chg="add del mod">
          <ac:chgData name="Samer Mouksassi" userId="c18f5e46-7090-425a-a75d-5998e99a8397" providerId="ADAL" clId="{CB773DE5-67C4-40BA-BAE6-D4998717D43E}" dt="2022-02-13T18:44:32.407" v="1030"/>
          <ac:spMkLst>
            <pc:docMk/>
            <pc:sldMk cId="1587123627" sldId="268"/>
            <ac:spMk id="205" creationId="{0141C803-DA26-4FFF-813B-2A944ABB2D85}"/>
          </ac:spMkLst>
        </pc:spChg>
        <pc:spChg chg="add del mod">
          <ac:chgData name="Samer Mouksassi" userId="c18f5e46-7090-425a-a75d-5998e99a8397" providerId="ADAL" clId="{CB773DE5-67C4-40BA-BAE6-D4998717D43E}" dt="2022-02-13T18:44:32.407" v="1030"/>
          <ac:spMkLst>
            <pc:docMk/>
            <pc:sldMk cId="1587123627" sldId="268"/>
            <ac:spMk id="206" creationId="{BC8EC0E6-5825-4EF3-AF0B-D434FC9F699A}"/>
          </ac:spMkLst>
        </pc:spChg>
        <pc:spChg chg="add del mod">
          <ac:chgData name="Samer Mouksassi" userId="c18f5e46-7090-425a-a75d-5998e99a8397" providerId="ADAL" clId="{CB773DE5-67C4-40BA-BAE6-D4998717D43E}" dt="2022-02-13T18:44:32.407" v="1030"/>
          <ac:spMkLst>
            <pc:docMk/>
            <pc:sldMk cId="1587123627" sldId="268"/>
            <ac:spMk id="207" creationId="{35B336F6-493B-486B-8E42-68B0FF829865}"/>
          </ac:spMkLst>
        </pc:spChg>
        <pc:spChg chg="add del mod">
          <ac:chgData name="Samer Mouksassi" userId="c18f5e46-7090-425a-a75d-5998e99a8397" providerId="ADAL" clId="{CB773DE5-67C4-40BA-BAE6-D4998717D43E}" dt="2022-02-13T18:44:32.407" v="1030"/>
          <ac:spMkLst>
            <pc:docMk/>
            <pc:sldMk cId="1587123627" sldId="268"/>
            <ac:spMk id="208" creationId="{9C1CB732-35A8-4E98-83E9-183ED6F201C1}"/>
          </ac:spMkLst>
        </pc:spChg>
        <pc:spChg chg="add del mod">
          <ac:chgData name="Samer Mouksassi" userId="c18f5e46-7090-425a-a75d-5998e99a8397" providerId="ADAL" clId="{CB773DE5-67C4-40BA-BAE6-D4998717D43E}" dt="2022-02-13T18:44:32.407" v="1030"/>
          <ac:spMkLst>
            <pc:docMk/>
            <pc:sldMk cId="1587123627" sldId="268"/>
            <ac:spMk id="209" creationId="{EE063232-F1B4-45F3-8D3A-10448E2487D9}"/>
          </ac:spMkLst>
        </pc:spChg>
        <pc:spChg chg="add del mod">
          <ac:chgData name="Samer Mouksassi" userId="c18f5e46-7090-425a-a75d-5998e99a8397" providerId="ADAL" clId="{CB773DE5-67C4-40BA-BAE6-D4998717D43E}" dt="2022-02-13T18:44:32.407" v="1030"/>
          <ac:spMkLst>
            <pc:docMk/>
            <pc:sldMk cId="1587123627" sldId="268"/>
            <ac:spMk id="210" creationId="{E8FB169E-4FB9-4DF5-BF8A-DD506B7FB087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12" creationId="{31DA58B3-372E-4A6A-B406-FBD7EF3F9096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13" creationId="{0F8B5ADE-AC2B-466F-84C9-063AEB0E4AD0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14" creationId="{8AF0095E-CF30-4F09-A7B6-663F962B3665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15" creationId="{26B89F66-989E-44F8-955E-980179AB7E02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16" creationId="{EF88E6F0-8DA5-45DC-8BD7-7096057D5764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17" creationId="{3788D697-752E-4D60-9ABC-11BC54D790A6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18" creationId="{CA1EDEA2-020E-4285-BEA1-0411F480AD0D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19" creationId="{2F404A06-740F-43DF-9464-3F9CEAD89588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20" creationId="{8D8EAE6D-179F-47AF-BB96-D284BFA01ABE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21" creationId="{81B65538-1A75-4585-95F4-0F607D6F2FE5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22" creationId="{45A5029E-623E-4CD9-86CA-E6EA6D55F6FF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23" creationId="{5064368B-92D5-49DE-99B4-2558A7AA0BDD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24" creationId="{57119AFA-78C6-4C9A-8721-244FCBF9BE23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25" creationId="{B98C3A8F-5B45-4C53-B689-27C002D20256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26" creationId="{45E803FB-B607-4D0A-AC3A-9660EAB8ECEC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27" creationId="{A4EB6B76-293B-4272-A49A-A04D1F925ADD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28" creationId="{5A00929B-3608-450D-B883-4DAFA3D10DD0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29" creationId="{474E9475-303D-402D-BB52-6FD0076A0E6A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30" creationId="{C3F9A34C-C24B-49D3-886A-55BE68F675DC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31" creationId="{6C991BC5-C712-4AB6-90E7-0445674A3ED2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32" creationId="{C5B1834C-C14B-4A6A-AB4C-865C2E9CF061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33" creationId="{34D578B3-EC87-43F0-8D59-E8B98EF56479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34" creationId="{6D7E19C5-2AA7-4F82-84CF-1D50BFBD547A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35" creationId="{42B6F010-BA7F-4ED8-9EF8-9274398F472A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36" creationId="{47C95973-DB70-4705-9E5E-7E0C0660D646}"/>
          </ac:spMkLst>
        </pc:spChg>
        <pc:spChg chg="del mod topLvl">
          <ac:chgData name="Samer Mouksassi" userId="c18f5e46-7090-425a-a75d-5998e99a8397" providerId="ADAL" clId="{CB773DE5-67C4-40BA-BAE6-D4998717D43E}" dt="2022-02-13T18:44:49.149" v="1035" actId="21"/>
          <ac:spMkLst>
            <pc:docMk/>
            <pc:sldMk cId="1587123627" sldId="268"/>
            <ac:spMk id="237" creationId="{FE5DD210-DC1D-432B-8E5B-8F6DF776D61E}"/>
          </ac:spMkLst>
        </pc:spChg>
        <pc:spChg chg="del mod topLvl">
          <ac:chgData name="Samer Mouksassi" userId="c18f5e46-7090-425a-a75d-5998e99a8397" providerId="ADAL" clId="{CB773DE5-67C4-40BA-BAE6-D4998717D43E}" dt="2022-02-13T18:44:49.149" v="1035" actId="21"/>
          <ac:spMkLst>
            <pc:docMk/>
            <pc:sldMk cId="1587123627" sldId="268"/>
            <ac:spMk id="238" creationId="{F780B142-AEEC-4274-930A-5A2D7745CDA1}"/>
          </ac:spMkLst>
        </pc:spChg>
        <pc:spChg chg="del mod topLvl">
          <ac:chgData name="Samer Mouksassi" userId="c18f5e46-7090-425a-a75d-5998e99a8397" providerId="ADAL" clId="{CB773DE5-67C4-40BA-BAE6-D4998717D43E}" dt="2022-02-13T18:44:49.149" v="1035" actId="21"/>
          <ac:spMkLst>
            <pc:docMk/>
            <pc:sldMk cId="1587123627" sldId="268"/>
            <ac:spMk id="239" creationId="{552FFD20-4CB6-41EB-A810-383279EFD1B9}"/>
          </ac:spMkLst>
        </pc:spChg>
        <pc:spChg chg="del mod topLvl">
          <ac:chgData name="Samer Mouksassi" userId="c18f5e46-7090-425a-a75d-5998e99a8397" providerId="ADAL" clId="{CB773DE5-67C4-40BA-BAE6-D4998717D43E}" dt="2022-02-13T18:44:49.149" v="1035" actId="21"/>
          <ac:spMkLst>
            <pc:docMk/>
            <pc:sldMk cId="1587123627" sldId="268"/>
            <ac:spMk id="240" creationId="{B169E871-DD1C-416E-853A-66597C066060}"/>
          </ac:spMkLst>
        </pc:spChg>
        <pc:spChg chg="del mod topLvl">
          <ac:chgData name="Samer Mouksassi" userId="c18f5e46-7090-425a-a75d-5998e99a8397" providerId="ADAL" clId="{CB773DE5-67C4-40BA-BAE6-D4998717D43E}" dt="2022-02-13T18:44:49.149" v="1035" actId="21"/>
          <ac:spMkLst>
            <pc:docMk/>
            <pc:sldMk cId="1587123627" sldId="268"/>
            <ac:spMk id="241" creationId="{4A87BC6C-F6B5-48AD-8E3C-9B3AAE291771}"/>
          </ac:spMkLst>
        </pc:spChg>
        <pc:spChg chg="del mod topLvl">
          <ac:chgData name="Samer Mouksassi" userId="c18f5e46-7090-425a-a75d-5998e99a8397" providerId="ADAL" clId="{CB773DE5-67C4-40BA-BAE6-D4998717D43E}" dt="2022-02-13T18:44:49.149" v="1035" actId="21"/>
          <ac:spMkLst>
            <pc:docMk/>
            <pc:sldMk cId="1587123627" sldId="268"/>
            <ac:spMk id="242" creationId="{1975136A-A91A-4956-A76A-89EB023626A3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43" creationId="{07B20228-2FF5-41AB-8EB8-2D28668E7A23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44" creationId="{49BB1553-E81D-49C9-913C-3F0D6714E50A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45" creationId="{F33EF68B-6EBF-47C3-B934-43130E4C37D5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46" creationId="{89FB5724-61FD-438A-A684-4E52F05768D5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247" creationId="{ADAED0D7-8502-4A49-A0E3-814F4F79D4A0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48" creationId="{08EC7644-6331-46BD-A04E-7F1C8C5BE95C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49" creationId="{9D0D640B-008A-4440-96D9-CC7725A12658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50" creationId="{5A564938-EE63-472A-8BC6-76F3EED1B755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51" creationId="{81768100-A8C7-4806-9E79-2D4231D344B2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52" creationId="{436A4018-BA41-42F2-92C3-C27AACB00890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53" creationId="{295B5574-DBB0-4F9C-9257-7C0855014627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54" creationId="{629CFFDE-7E83-4462-AEBD-4F089764F3D7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55" creationId="{045D9B46-E9B6-436F-A342-621C32750B02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56" creationId="{42E4304A-D223-4946-927F-E18804BEAA0A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57" creationId="{87B87ECE-A280-414E-BD82-1ADD4321BD4B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58" creationId="{9C7C7EF3-2952-45DC-B7CA-D8707B7584DD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59" creationId="{3E73FA99-685B-479A-AD4B-9D0D492FAAE6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60" creationId="{AC595C7D-51FA-46D4-9A6C-7A917CB88D3D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61" creationId="{671F0ACA-5AC1-46CC-84A9-D7EA9A58F94D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62" creationId="{BDE2259B-F555-4168-8100-06250A912F6A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63" creationId="{306997ED-DF36-4A8B-A444-F7B0522FD096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64" creationId="{90D3EF6D-849D-4F89-A27A-07227360960A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65" creationId="{96A3B018-4456-4C1A-997B-896FE8C99D09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66" creationId="{B78BEE80-E3F7-4FDA-85DE-2AE91A9DC1C9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67" creationId="{FA56B5D5-A402-4D4A-8B15-9BE702FB44FA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68" creationId="{9A5464BD-4956-41AB-AFEC-776C8E05AF2E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69" creationId="{C096E524-B82F-47B7-9B4D-3DBB5215BBAC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70" creationId="{17786FB2-226A-4282-9628-A80AED75DDF2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71" creationId="{748D05B5-9CF6-4313-A506-E6B0C6582669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72" creationId="{DBCB8291-EFAA-4DFD-97FA-8B02282C4D66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73" creationId="{40D46D11-00B7-41C8-8383-443DBADFEA9F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74" creationId="{BFBF18AA-AD93-47B6-B03E-7FBB150D6D1D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75" creationId="{D7EA2B56-7BB0-480E-AC75-2751E95DEAC1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76" creationId="{4217945B-E642-4A0D-9941-68D8074F36A9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77" creationId="{ECD5E1FD-585B-4A18-9222-DDBACF9A04EA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78" creationId="{225190DB-6DD1-44EF-8BCE-9C1B47B7B7C3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79" creationId="{3BB22AC2-A367-4688-8D4C-35AEDDAC56B7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80" creationId="{343C1E63-0201-4069-84AB-30D5B0BBCB14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81" creationId="{75D75292-9D92-4E38-8C75-205A36834608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82" creationId="{2CF84AA0-E744-4517-849B-702D8731ED4C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83" creationId="{7DF03E04-CEBF-4DC9-BCC2-F1FA1D0E43F2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84" creationId="{A3595724-2359-4F77-AB62-35AAF205CB2A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85" creationId="{61591BD1-8D46-4329-BB77-7BB51CA7B043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86" creationId="{1E7B76F7-CDF2-4608-9378-0208EE5242AE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87" creationId="{38B29045-ED78-4D05-9952-EF2CC8570FAB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88" creationId="{E53E93A6-B191-43F5-A98D-83FB4BBC486F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89" creationId="{D1EC08DF-BAEA-413A-9541-CEFDFB17C77F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90" creationId="{7D59E66D-2A3F-4D77-B4F7-C1CF637BAE90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91" creationId="{226DC782-F01A-4E43-9582-4C55F78BA454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92" creationId="{64E6221C-2B20-43AE-B4D6-4727D01F7D25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93" creationId="{9B13276F-7E1F-4DC7-9265-14211C07EE87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94" creationId="{7FA9F8FB-CD9C-4D38-9726-67E7EDECB1B2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95" creationId="{3ADBAFBC-3963-418E-BC0D-B320A6F9E943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96" creationId="{022BF981-0AB3-49D8-9562-076096FCE489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97" creationId="{C0266972-50AA-4898-ACB8-E279B76FA163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98" creationId="{1FE4C697-5685-432D-9C61-81C268BB814A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299" creationId="{E71A04F3-72A7-4594-A784-B68CC7B7F0F8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00" creationId="{108F57E0-2201-45BC-A5B1-1A204F81E907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01" creationId="{8287C3E4-18F2-49FC-AA72-79DCFE891E0C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02" creationId="{2573CB65-5EF4-4110-BBF1-417B74CCE560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03" creationId="{64FBD0CE-07C1-4312-8807-898C313E4322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04" creationId="{5435E4F4-14D6-4FFF-BC13-E9DE3CC2F7A6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05" creationId="{1BFE0329-C204-4633-8075-A85CFCFA571F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06" creationId="{B30CE7DC-7483-46BA-BD46-5E5390A94E96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07" creationId="{119F72A6-5207-4326-B676-B09F1FF3C4CB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08" creationId="{ECA06942-479C-465F-A707-220F9CE56C71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09" creationId="{98201EFA-FC84-4906-A223-A88A2FD440BC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10" creationId="{93BEB93D-2D98-426A-A2A9-3F5AAC731C61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11" creationId="{1CFAF56B-B077-4798-9125-4C0294E49C90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12" creationId="{8D98A94A-4673-4D12-801F-B3F27579DC86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13" creationId="{7EBD0E89-7152-4980-824B-5DFB429D0B83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14" creationId="{21E1598A-C2C4-48AC-9133-8F70F0A2934C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15" creationId="{EEFE6557-5E6A-45E1-BF44-325642DBFA73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16" creationId="{FADAF971-B175-400C-B404-3E798F6BE758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17" creationId="{29E08167-B482-4DDF-89E1-9A544E8FF870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18" creationId="{88752E83-B80B-4E45-A7A9-1B840D8480D6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19" creationId="{5E517E55-3186-4D2F-8727-E3D69148EE21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20" creationId="{1CB84FAA-0926-4844-9507-2181C5D05AA6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21" creationId="{7B2EF3B9-700A-493E-93C6-D09535C986E1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22" creationId="{0141B3CB-0B89-4957-92F9-1E820BEBE0A5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23" creationId="{46E6E024-B756-4DA1-8876-963D54F2E16A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24" creationId="{94220FA4-A953-490E-BFA0-0F848812CB7D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25" creationId="{1E84565E-5D93-4894-AE49-35CB54470066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26" creationId="{8F991984-97D1-4E8C-BF02-EF115195201A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27" creationId="{E634D0F1-547F-47E3-8B86-CC9C99433478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28" creationId="{9AF140D6-4556-4095-B9BB-1110376C3ED4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29" creationId="{A7AC223E-699D-448B-A5A4-A98B84598A9C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30" creationId="{91836815-7690-468F-B487-9FAEC269220C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31" creationId="{63B26F8B-D376-4AD2-8048-F0F4F3F81058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32" creationId="{A9E93F08-45BA-4357-801B-9B807A3FA806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33" creationId="{00E8CC08-3F5E-4BC9-8CE1-57FFBD3F8C9B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34" creationId="{D5A5FAF7-6750-4C24-B709-C67B92ACA96B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35" creationId="{8E7D9E27-ECF2-4A77-B192-DC76539D6602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36" creationId="{12B8D3BB-94FF-4BF2-A0FA-DCBCF3C2B472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37" creationId="{736E35FE-23C9-4CF9-B157-CEDF277D5B87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38" creationId="{DD1AF818-33FE-4532-8BB2-EA20989581E5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39" creationId="{6C2B4C4A-DC22-466A-8C78-AD4888B46657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40" creationId="{595E40C5-7CB9-4B23-B224-12FE0B1BD146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41" creationId="{4000E717-2265-4CBA-BCAB-CA7D0DF3E6CB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42" creationId="{8131BBCB-FBA6-4AFE-9DC1-4B4DFC4616F6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43" creationId="{EFBD1F9B-F342-416D-A67A-F1F8810D7183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44" creationId="{2B2D1059-61A2-478A-B4A0-732214BD93D6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45" creationId="{12A8CBCE-B74E-48E5-B608-8887B3159AA2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46" creationId="{21EE2796-AF0D-4825-AC6B-C91910C918C5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47" creationId="{0199B8EE-EA44-47B7-81AC-62749CE2791C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48" creationId="{3D1B9DE0-282E-4A58-8259-D216C2239435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49" creationId="{D1740279-7663-4282-808D-2D1D0378084F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50" creationId="{EF3AD7C1-7C5D-4332-8496-144F39B29F73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51" creationId="{86C713E0-B79B-4458-AA09-C68C6F11F7FC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52" creationId="{5E7B160A-F83F-444F-B3D9-057670219264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53" creationId="{A3B12189-6B65-4521-BE1D-6351C9B6A972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54" creationId="{23F422C1-D0D4-4141-950E-670F5B2F75EE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55" creationId="{38E9E3D7-0071-4FA4-85F8-406358695793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56" creationId="{BF7EB80A-8219-461E-B2BB-9388F936103E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57" creationId="{E846365A-4E1A-4115-A3FE-1701215DD217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58" creationId="{71C7CBF0-C645-4C0B-B1E5-4C4DBFD4A204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59" creationId="{C0DA37B4-2532-4D59-B6C0-D512205585D3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60" creationId="{2EE71E04-CB2B-417C-8E04-B9E70E74905E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61" creationId="{8BA3C494-EA50-4243-B385-75539D7C9489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62" creationId="{30A93E01-F417-4B3A-9778-7CBDFC41F43D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63" creationId="{CFB2EEA7-DB9C-4CF9-BE9C-A7F0C5124F05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64" creationId="{6D6B8571-B008-40CE-ADB4-E775058B4B74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65" creationId="{4CA60800-86FF-4938-9DE6-F0AAA482AEE0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66" creationId="{F28B41A0-EFDA-4909-A909-CCF718C5B457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67" creationId="{0B3B19BD-15AD-403C-BD94-5CADBAD316CD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68" creationId="{9E1B6EF1-CD8E-49C8-A2AB-2B518AC8D70F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69" creationId="{5BF5BDA3-A0B1-4737-A96A-6B0E39C29560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70" creationId="{7E9B27D2-63C8-4A69-9D79-A3AC199B03EC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71" creationId="{F6E6C0B7-2671-499D-8C80-B89BBD44C412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72" creationId="{C0DBB5E3-DD50-4B76-B32E-F4D294C9D17B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73" creationId="{58DB5885-C17E-4317-A2FE-FED16AC8ACF2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74" creationId="{FF0306D3-F4EB-4998-A8CC-F6F7D3B5AF09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75" creationId="{69B8726C-383F-4D04-9049-961ECB3CF044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76" creationId="{CFEB34E4-A8DB-4B47-81DD-AC251EF09DFD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77" creationId="{C9E2C711-5E85-4FF0-8473-012885F8E8DE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78" creationId="{05BDB9C0-947E-496A-84EB-2DE8BA5D6378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79" creationId="{EA56C99B-C204-4B00-92B4-253379EA8525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80" creationId="{E75A6C42-4B20-4619-9084-53799A406AEC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81" creationId="{4C4E4A2B-2151-43F5-98C1-841CBE8CAF3D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82" creationId="{211F9C5D-0613-46BA-BB36-B839164FD7B2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83" creationId="{7341CBA5-A024-48C7-B25A-E527DC640702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84" creationId="{CD2DA4AC-BF5A-4861-8E18-1003A6C4FEF5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85" creationId="{2D974C52-66C9-48F3-9DF3-A7C172D8B03B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86" creationId="{52C52EDC-13AE-48C9-91CD-15DC8427A924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87" creationId="{25C370BE-CE19-4E14-B72F-343309ADCB89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88" creationId="{AD0EEDC9-390E-4D70-B4B0-CD80EAE89472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89" creationId="{FD42BC00-DAEB-49FE-B82B-4641B1751AEF}"/>
          </ac:spMkLst>
        </pc:spChg>
        <pc:spChg chg="mod topLvl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390" creationId="{D1E2AADE-6E0A-435B-81C2-1C5CC6949D73}"/>
          </ac:spMkLst>
        </pc:spChg>
        <pc:spChg chg="add del mod">
          <ac:chgData name="Samer Mouksassi" userId="c18f5e46-7090-425a-a75d-5998e99a8397" providerId="ADAL" clId="{CB773DE5-67C4-40BA-BAE6-D4998717D43E}" dt="2022-02-13T18:44:49.149" v="1035" actId="21"/>
          <ac:spMkLst>
            <pc:docMk/>
            <pc:sldMk cId="1587123627" sldId="268"/>
            <ac:spMk id="391" creationId="{25DBEF3C-FAA8-478C-B2C6-70B0F1F833C6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393" creationId="{52991047-9FD4-4F6A-BF77-BC9DEDA045C1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394" creationId="{404FBF19-5BED-49DE-9FAE-C95BAD3DB0B3}"/>
          </ac:spMkLst>
        </pc:spChg>
        <pc:spChg chg="del mod topLvl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395" creationId="{AFC8A53D-4997-46FC-A2C0-FCF413E001E5}"/>
          </ac:spMkLst>
        </pc:spChg>
        <pc:spChg chg="add del mod">
          <ac:chgData name="Samer Mouksassi" userId="c18f5e46-7090-425a-a75d-5998e99a8397" providerId="ADAL" clId="{CB773DE5-67C4-40BA-BAE6-D4998717D43E}" dt="2022-02-13T18:58:54.920" v="1380" actId="478"/>
          <ac:spMkLst>
            <pc:docMk/>
            <pc:sldMk cId="1587123627" sldId="268"/>
            <ac:spMk id="396" creationId="{284F66E7-B254-45FD-A6EE-920F4456330C}"/>
          </ac:spMkLst>
        </pc:spChg>
        <pc:spChg chg="add mod">
          <ac:chgData name="Samer Mouksassi" userId="c18f5e46-7090-425a-a75d-5998e99a8397" providerId="ADAL" clId="{CB773DE5-67C4-40BA-BAE6-D4998717D43E}" dt="2022-02-13T18:44:39.096" v="1033" actId="164"/>
          <ac:spMkLst>
            <pc:docMk/>
            <pc:sldMk cId="1587123627" sldId="268"/>
            <ac:spMk id="397" creationId="{A78B27A2-4E64-4391-9E73-F1E37E25125D}"/>
          </ac:spMkLst>
        </pc:spChg>
        <pc:spChg chg="del mod topLvl">
          <ac:chgData name="Samer Mouksassi" userId="c18f5e46-7090-425a-a75d-5998e99a8397" providerId="ADAL" clId="{CB773DE5-67C4-40BA-BAE6-D4998717D43E}" dt="2022-02-13T18:44:49.149" v="1035" actId="21"/>
          <ac:spMkLst>
            <pc:docMk/>
            <pc:sldMk cId="1587123627" sldId="268"/>
            <ac:spMk id="399" creationId="{40D61E81-269E-482E-98F9-0B6B0B7D792E}"/>
          </ac:spMkLst>
        </pc:spChg>
        <pc:spChg chg="del mod topLvl">
          <ac:chgData name="Samer Mouksassi" userId="c18f5e46-7090-425a-a75d-5998e99a8397" providerId="ADAL" clId="{CB773DE5-67C4-40BA-BAE6-D4998717D43E}" dt="2022-02-13T18:44:49.149" v="1035" actId="21"/>
          <ac:spMkLst>
            <pc:docMk/>
            <pc:sldMk cId="1587123627" sldId="268"/>
            <ac:spMk id="402" creationId="{A02816A0-4092-4950-B0CD-EC22BDE74E04}"/>
          </ac:spMkLst>
        </pc:spChg>
        <pc:spChg chg="mod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403" creationId="{C812ECD8-F146-42BB-8932-6CCB11B976BB}"/>
          </ac:spMkLst>
        </pc:spChg>
        <pc:spChg chg="mod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404" creationId="{515DCC57-246F-4C90-877F-F1DC60BDB35D}"/>
          </ac:spMkLst>
        </pc:spChg>
        <pc:spChg chg="mod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405" creationId="{07BEA809-5D1D-41CA-A0FA-210D1D6C43AC}"/>
          </ac:spMkLst>
        </pc:spChg>
        <pc:spChg chg="mod">
          <ac:chgData name="Samer Mouksassi" userId="c18f5e46-7090-425a-a75d-5998e99a8397" providerId="ADAL" clId="{CB773DE5-67C4-40BA-BAE6-D4998717D43E}" dt="2022-02-13T18:44:43.339" v="1034" actId="165"/>
          <ac:spMkLst>
            <pc:docMk/>
            <pc:sldMk cId="1587123627" sldId="268"/>
            <ac:spMk id="406" creationId="{C1740E32-0EF6-472E-87CE-FBA46A4B1F78}"/>
          </ac:spMkLst>
        </pc:spChg>
        <pc:spChg chg="add del mod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407" creationId="{FA1BBF01-87EF-47CB-A96C-038F2F24F0F9}"/>
          </ac:spMkLst>
        </pc:spChg>
        <pc:spChg chg="add del mod">
          <ac:chgData name="Samer Mouksassi" userId="c18f5e46-7090-425a-a75d-5998e99a8397" providerId="ADAL" clId="{CB773DE5-67C4-40BA-BAE6-D4998717D43E}" dt="2022-02-13T18:58:51.749" v="1379" actId="478"/>
          <ac:spMkLst>
            <pc:docMk/>
            <pc:sldMk cId="1587123627" sldId="268"/>
            <ac:spMk id="408" creationId="{B1DB8025-B6A0-4BC9-9505-24DE6022B99D}"/>
          </ac:spMkLst>
        </pc:spChg>
        <pc:spChg chg="add mod">
          <ac:chgData name="Samer Mouksassi" userId="c18f5e46-7090-425a-a75d-5998e99a8397" providerId="ADAL" clId="{CB773DE5-67C4-40BA-BAE6-D4998717D43E}" dt="2022-02-13T18:44:39.096" v="1033" actId="164"/>
          <ac:spMkLst>
            <pc:docMk/>
            <pc:sldMk cId="1587123627" sldId="268"/>
            <ac:spMk id="409" creationId="{692A3719-7A17-492C-9BE9-E8C33D929375}"/>
          </ac:spMkLst>
        </pc:spChg>
        <pc:spChg chg="add mod">
          <ac:chgData name="Samer Mouksassi" userId="c18f5e46-7090-425a-a75d-5998e99a8397" providerId="ADAL" clId="{CB773DE5-67C4-40BA-BAE6-D4998717D43E}" dt="2022-02-13T18:44:39.096" v="1033" actId="164"/>
          <ac:spMkLst>
            <pc:docMk/>
            <pc:sldMk cId="1587123627" sldId="268"/>
            <ac:spMk id="410" creationId="{D51B987D-65CF-4013-9F32-D8C75E3DFBC8}"/>
          </ac:spMkLst>
        </pc:spChg>
        <pc:spChg chg="add mod">
          <ac:chgData name="Samer Mouksassi" userId="c18f5e46-7090-425a-a75d-5998e99a8397" providerId="ADAL" clId="{CB773DE5-67C4-40BA-BAE6-D4998717D43E}" dt="2022-02-13T18:44:39.096" v="1033" actId="164"/>
          <ac:spMkLst>
            <pc:docMk/>
            <pc:sldMk cId="1587123627" sldId="268"/>
            <ac:spMk id="411" creationId="{86016D3A-CA18-489A-98CC-5CCDEC5F64C0}"/>
          </ac:spMkLst>
        </pc:spChg>
        <pc:spChg chg="add mod">
          <ac:chgData name="Samer Mouksassi" userId="c18f5e46-7090-425a-a75d-5998e99a8397" providerId="ADAL" clId="{CB773DE5-67C4-40BA-BAE6-D4998717D43E}" dt="2022-02-13T18:44:39.096" v="1033" actId="164"/>
          <ac:spMkLst>
            <pc:docMk/>
            <pc:sldMk cId="1587123627" sldId="268"/>
            <ac:spMk id="412" creationId="{2EC10D5D-4328-48D6-A8FB-738F536E9806}"/>
          </ac:spMkLst>
        </pc:spChg>
        <pc:spChg chg="add mod">
          <ac:chgData name="Samer Mouksassi" userId="c18f5e46-7090-425a-a75d-5998e99a8397" providerId="ADAL" clId="{CB773DE5-67C4-40BA-BAE6-D4998717D43E}" dt="2022-02-13T18:44:39.096" v="1033" actId="164"/>
          <ac:spMkLst>
            <pc:docMk/>
            <pc:sldMk cId="1587123627" sldId="268"/>
            <ac:spMk id="413" creationId="{A1644CB0-AFDF-4262-91C4-982A3989D517}"/>
          </ac:spMkLst>
        </pc:spChg>
        <pc:spChg chg="add mod">
          <ac:chgData name="Samer Mouksassi" userId="c18f5e46-7090-425a-a75d-5998e99a8397" providerId="ADAL" clId="{CB773DE5-67C4-40BA-BAE6-D4998717D43E}" dt="2022-02-13T18:44:39.096" v="1033" actId="164"/>
          <ac:spMkLst>
            <pc:docMk/>
            <pc:sldMk cId="1587123627" sldId="268"/>
            <ac:spMk id="414" creationId="{8940693E-B435-4F1F-B180-76EAF484A2D7}"/>
          </ac:spMkLst>
        </pc:spChg>
        <pc:spChg chg="add mod">
          <ac:chgData name="Samer Mouksassi" userId="c18f5e46-7090-425a-a75d-5998e99a8397" providerId="ADAL" clId="{CB773DE5-67C4-40BA-BAE6-D4998717D43E}" dt="2022-02-13T18:44:39.096" v="1033" actId="164"/>
          <ac:spMkLst>
            <pc:docMk/>
            <pc:sldMk cId="1587123627" sldId="268"/>
            <ac:spMk id="415" creationId="{7FC3C773-0112-4865-8A11-E8560874896C}"/>
          </ac:spMkLst>
        </pc:spChg>
        <pc:spChg chg="add mod">
          <ac:chgData name="Samer Mouksassi" userId="c18f5e46-7090-425a-a75d-5998e99a8397" providerId="ADAL" clId="{CB773DE5-67C4-40BA-BAE6-D4998717D43E}" dt="2022-02-13T18:44:39.096" v="1033" actId="164"/>
          <ac:spMkLst>
            <pc:docMk/>
            <pc:sldMk cId="1587123627" sldId="268"/>
            <ac:spMk id="416" creationId="{A24BEE8A-9F1E-483F-B366-3A8918A6137C}"/>
          </ac:spMkLst>
        </pc:spChg>
        <pc:spChg chg="add mod">
          <ac:chgData name="Samer Mouksassi" userId="c18f5e46-7090-425a-a75d-5998e99a8397" providerId="ADAL" clId="{CB773DE5-67C4-40BA-BAE6-D4998717D43E}" dt="2022-02-13T18:44:39.096" v="1033" actId="164"/>
          <ac:spMkLst>
            <pc:docMk/>
            <pc:sldMk cId="1587123627" sldId="268"/>
            <ac:spMk id="417" creationId="{A18249EE-1D87-47DD-93C8-C668F99A917D}"/>
          </ac:spMkLst>
        </pc:spChg>
        <pc:spChg chg="add del mod">
          <ac:chgData name="Samer Mouksassi" userId="c18f5e46-7090-425a-a75d-5998e99a8397" providerId="ADAL" clId="{CB773DE5-67C4-40BA-BAE6-D4998717D43E}" dt="2022-02-13T18:58:54.920" v="1380" actId="478"/>
          <ac:spMkLst>
            <pc:docMk/>
            <pc:sldMk cId="1587123627" sldId="268"/>
            <ac:spMk id="418" creationId="{59DA5724-3319-44AD-97CA-798944EC6E80}"/>
          </ac:spMkLst>
        </pc:spChg>
        <pc:spChg chg="add del mod">
          <ac:chgData name="Samer Mouksassi" userId="c18f5e46-7090-425a-a75d-5998e99a8397" providerId="ADAL" clId="{CB773DE5-67C4-40BA-BAE6-D4998717D43E}" dt="2022-02-13T18:58:54.920" v="1380" actId="478"/>
          <ac:spMkLst>
            <pc:docMk/>
            <pc:sldMk cId="1587123627" sldId="268"/>
            <ac:spMk id="419" creationId="{C4160DC0-8FAF-4D6C-9868-ECECD3A1E4B8}"/>
          </ac:spMkLst>
        </pc:spChg>
        <pc:spChg chg="add mod">
          <ac:chgData name="Samer Mouksassi" userId="c18f5e46-7090-425a-a75d-5998e99a8397" providerId="ADAL" clId="{CB773DE5-67C4-40BA-BAE6-D4998717D43E}" dt="2022-02-13T18:59:59.278" v="1396" actId="571"/>
          <ac:spMkLst>
            <pc:docMk/>
            <pc:sldMk cId="1587123627" sldId="268"/>
            <ac:spMk id="421" creationId="{E2AC3C5F-CCA5-4781-87E2-24C4865D6484}"/>
          </ac:spMkLst>
        </pc:spChg>
        <pc:spChg chg="add mod">
          <ac:chgData name="Samer Mouksassi" userId="c18f5e46-7090-425a-a75d-5998e99a8397" providerId="ADAL" clId="{CB773DE5-67C4-40BA-BAE6-D4998717D43E}" dt="2022-02-13T18:59:59.278" v="1396" actId="571"/>
          <ac:spMkLst>
            <pc:docMk/>
            <pc:sldMk cId="1587123627" sldId="268"/>
            <ac:spMk id="422" creationId="{167927AD-DCB8-49DF-9492-72D2E28CEC23}"/>
          </ac:spMkLst>
        </pc:spChg>
        <pc:spChg chg="add mod">
          <ac:chgData name="Samer Mouksassi" userId="c18f5e46-7090-425a-a75d-5998e99a8397" providerId="ADAL" clId="{CB773DE5-67C4-40BA-BAE6-D4998717D43E}" dt="2022-02-13T18:59:59.278" v="1396" actId="571"/>
          <ac:spMkLst>
            <pc:docMk/>
            <pc:sldMk cId="1587123627" sldId="268"/>
            <ac:spMk id="423" creationId="{6B0EB507-A318-45F9-BCE0-302AEA512DE9}"/>
          </ac:spMkLst>
        </pc:spChg>
        <pc:spChg chg="add mod">
          <ac:chgData name="Samer Mouksassi" userId="c18f5e46-7090-425a-a75d-5998e99a8397" providerId="ADAL" clId="{CB773DE5-67C4-40BA-BAE6-D4998717D43E}" dt="2022-02-13T18:59:59.278" v="1396" actId="571"/>
          <ac:spMkLst>
            <pc:docMk/>
            <pc:sldMk cId="1587123627" sldId="268"/>
            <ac:spMk id="424" creationId="{1EFFAA51-B08E-4181-8FC7-40B13FE70BC9}"/>
          </ac:spMkLst>
        </pc:spChg>
        <pc:spChg chg="add mod">
          <ac:chgData name="Samer Mouksassi" userId="c18f5e46-7090-425a-a75d-5998e99a8397" providerId="ADAL" clId="{CB773DE5-67C4-40BA-BAE6-D4998717D43E}" dt="2022-02-13T18:59:59.278" v="1396" actId="571"/>
          <ac:spMkLst>
            <pc:docMk/>
            <pc:sldMk cId="1587123627" sldId="268"/>
            <ac:spMk id="425" creationId="{3AA10C65-66CF-47AC-952F-5D4896F03E75}"/>
          </ac:spMkLst>
        </pc:spChg>
        <pc:spChg chg="add mod">
          <ac:chgData name="Samer Mouksassi" userId="c18f5e46-7090-425a-a75d-5998e99a8397" providerId="ADAL" clId="{CB773DE5-67C4-40BA-BAE6-D4998717D43E}" dt="2022-02-13T18:59:59.278" v="1396" actId="571"/>
          <ac:spMkLst>
            <pc:docMk/>
            <pc:sldMk cId="1587123627" sldId="268"/>
            <ac:spMk id="426" creationId="{6DF9C620-ECBA-4BC1-B6F2-EBCB22129636}"/>
          </ac:spMkLst>
        </pc:spChg>
        <pc:spChg chg="add mod">
          <ac:chgData name="Samer Mouksassi" userId="c18f5e46-7090-425a-a75d-5998e99a8397" providerId="ADAL" clId="{CB773DE5-67C4-40BA-BAE6-D4998717D43E}" dt="2022-02-13T18:59:59.278" v="1396" actId="571"/>
          <ac:spMkLst>
            <pc:docMk/>
            <pc:sldMk cId="1587123627" sldId="268"/>
            <ac:spMk id="427" creationId="{1A180F05-4F5C-4301-9B58-AA5346D70214}"/>
          </ac:spMkLst>
        </pc:spChg>
        <pc:spChg chg="add mod">
          <ac:chgData name="Samer Mouksassi" userId="c18f5e46-7090-425a-a75d-5998e99a8397" providerId="ADAL" clId="{CB773DE5-67C4-40BA-BAE6-D4998717D43E}" dt="2022-02-13T18:59:59.278" v="1396" actId="571"/>
          <ac:spMkLst>
            <pc:docMk/>
            <pc:sldMk cId="1587123627" sldId="268"/>
            <ac:spMk id="428" creationId="{3197A6C6-2661-4852-B23C-CD9C4B50ACC9}"/>
          </ac:spMkLst>
        </pc:spChg>
        <pc:grpChg chg="add del mod">
          <ac:chgData name="Samer Mouksassi" userId="c18f5e46-7090-425a-a75d-5998e99a8397" providerId="ADAL" clId="{CB773DE5-67C4-40BA-BAE6-D4998717D43E}" dt="2022-02-13T18:44:32.407" v="1030"/>
          <ac:grpSpMkLst>
            <pc:docMk/>
            <pc:sldMk cId="1587123627" sldId="268"/>
            <ac:grpSpMk id="2" creationId="{F65D98FF-2C4F-4E74-A2DA-C536A212F03C}"/>
          </ac:grpSpMkLst>
        </pc:grpChg>
        <pc:grpChg chg="add del mod">
          <ac:chgData name="Samer Mouksassi" userId="c18f5e46-7090-425a-a75d-5998e99a8397" providerId="ADAL" clId="{CB773DE5-67C4-40BA-BAE6-D4998717D43E}" dt="2022-02-13T18:44:32.407" v="1030"/>
          <ac:grpSpMkLst>
            <pc:docMk/>
            <pc:sldMk cId="1587123627" sldId="268"/>
            <ac:grpSpMk id="183" creationId="{6A739A91-2287-4EB8-A321-F670C2F18F9D}"/>
          </ac:grpSpMkLst>
        </pc:grpChg>
        <pc:grpChg chg="add del mod">
          <ac:chgData name="Samer Mouksassi" userId="c18f5e46-7090-425a-a75d-5998e99a8397" providerId="ADAL" clId="{CB773DE5-67C4-40BA-BAE6-D4998717D43E}" dt="2022-02-13T18:44:32.407" v="1030"/>
          <ac:grpSpMkLst>
            <pc:docMk/>
            <pc:sldMk cId="1587123627" sldId="268"/>
            <ac:grpSpMk id="189" creationId="{D80F4A7A-EFF2-49F4-B4C7-C9BD33CA5F97}"/>
          </ac:grpSpMkLst>
        </pc:grpChg>
        <pc:grpChg chg="mod">
          <ac:chgData name="Samer Mouksassi" userId="c18f5e46-7090-425a-a75d-5998e99a8397" providerId="ADAL" clId="{CB773DE5-67C4-40BA-BAE6-D4998717D43E}" dt="2022-02-13T18:44:30.035" v="1029"/>
          <ac:grpSpMkLst>
            <pc:docMk/>
            <pc:sldMk cId="1587123627" sldId="268"/>
            <ac:grpSpMk id="191" creationId="{16762374-E054-4926-AD6F-1AC463909FD6}"/>
          </ac:grpSpMkLst>
        </pc:grpChg>
        <pc:grpChg chg="mod">
          <ac:chgData name="Samer Mouksassi" userId="c18f5e46-7090-425a-a75d-5998e99a8397" providerId="ADAL" clId="{CB773DE5-67C4-40BA-BAE6-D4998717D43E}" dt="2022-02-13T18:44:30.035" v="1029"/>
          <ac:grpSpMkLst>
            <pc:docMk/>
            <pc:sldMk cId="1587123627" sldId="268"/>
            <ac:grpSpMk id="192" creationId="{52F1EB59-D056-4BB8-8F6E-44A834697B37}"/>
          </ac:grpSpMkLst>
        </pc:grpChg>
        <pc:grpChg chg="add del mod">
          <ac:chgData name="Samer Mouksassi" userId="c18f5e46-7090-425a-a75d-5998e99a8397" providerId="ADAL" clId="{CB773DE5-67C4-40BA-BAE6-D4998717D43E}" dt="2022-02-13T18:44:43.339" v="1034" actId="165"/>
          <ac:grpSpMkLst>
            <pc:docMk/>
            <pc:sldMk cId="1587123627" sldId="268"/>
            <ac:grpSpMk id="211" creationId="{7320453F-0B10-41D0-90A8-9A29CADC740F}"/>
          </ac:grpSpMkLst>
        </pc:grpChg>
        <pc:grpChg chg="add del mod">
          <ac:chgData name="Samer Mouksassi" userId="c18f5e46-7090-425a-a75d-5998e99a8397" providerId="ADAL" clId="{CB773DE5-67C4-40BA-BAE6-D4998717D43E}" dt="2022-02-13T18:44:43.339" v="1034" actId="165"/>
          <ac:grpSpMkLst>
            <pc:docMk/>
            <pc:sldMk cId="1587123627" sldId="268"/>
            <ac:grpSpMk id="392" creationId="{DFC9E016-688D-46FE-87FE-3AE4B01642C1}"/>
          </ac:grpSpMkLst>
        </pc:grpChg>
        <pc:grpChg chg="add del mod">
          <ac:chgData name="Samer Mouksassi" userId="c18f5e46-7090-425a-a75d-5998e99a8397" providerId="ADAL" clId="{CB773DE5-67C4-40BA-BAE6-D4998717D43E}" dt="2022-02-13T18:44:43.339" v="1034" actId="165"/>
          <ac:grpSpMkLst>
            <pc:docMk/>
            <pc:sldMk cId="1587123627" sldId="268"/>
            <ac:grpSpMk id="398" creationId="{04B361D1-D572-49B8-9FCD-42B66BF09FC3}"/>
          </ac:grpSpMkLst>
        </pc:grpChg>
        <pc:grpChg chg="del mod topLvl">
          <ac:chgData name="Samer Mouksassi" userId="c18f5e46-7090-425a-a75d-5998e99a8397" providerId="ADAL" clId="{CB773DE5-67C4-40BA-BAE6-D4998717D43E}" dt="2022-02-13T18:44:49.149" v="1035" actId="21"/>
          <ac:grpSpMkLst>
            <pc:docMk/>
            <pc:sldMk cId="1587123627" sldId="268"/>
            <ac:grpSpMk id="400" creationId="{BE34BDBA-C901-4DF8-B0C9-6760FCC00BC9}"/>
          </ac:grpSpMkLst>
        </pc:grpChg>
        <pc:grpChg chg="del mod topLvl">
          <ac:chgData name="Samer Mouksassi" userId="c18f5e46-7090-425a-a75d-5998e99a8397" providerId="ADAL" clId="{CB773DE5-67C4-40BA-BAE6-D4998717D43E}" dt="2022-02-13T18:44:49.149" v="1035" actId="21"/>
          <ac:grpSpMkLst>
            <pc:docMk/>
            <pc:sldMk cId="1587123627" sldId="268"/>
            <ac:grpSpMk id="401" creationId="{4BC5D5DD-41D5-4736-8C63-3C8F73C77836}"/>
          </ac:grpSpMkLst>
        </pc:grpChg>
        <pc:grpChg chg="add mod">
          <ac:chgData name="Samer Mouksassi" userId="c18f5e46-7090-425a-a75d-5998e99a8397" providerId="ADAL" clId="{CB773DE5-67C4-40BA-BAE6-D4998717D43E}" dt="2022-02-13T18:44:39.096" v="1033" actId="164"/>
          <ac:grpSpMkLst>
            <pc:docMk/>
            <pc:sldMk cId="1587123627" sldId="268"/>
            <ac:grpSpMk id="420" creationId="{D214AFC9-0C60-40F0-A94D-309C6BB766A2}"/>
          </ac:grpSpMkLst>
        </pc:grpChg>
      </pc:sldChg>
      <pc:sldChg chg="addSp modSp new mod">
        <pc:chgData name="Samer Mouksassi" userId="c18f5e46-7090-425a-a75d-5998e99a8397" providerId="ADAL" clId="{CB773DE5-67C4-40BA-BAE6-D4998717D43E}" dt="2022-02-14T09:18:28.897" v="1902" actId="1076"/>
        <pc:sldMkLst>
          <pc:docMk/>
          <pc:sldMk cId="2242553059" sldId="268"/>
        </pc:sldMkLst>
        <pc:picChg chg="add mod">
          <ac:chgData name="Samer Mouksassi" userId="c18f5e46-7090-425a-a75d-5998e99a8397" providerId="ADAL" clId="{CB773DE5-67C4-40BA-BAE6-D4998717D43E}" dt="2022-02-14T09:18:28.897" v="1902" actId="1076"/>
          <ac:picMkLst>
            <pc:docMk/>
            <pc:sldMk cId="2242553059" sldId="268"/>
            <ac:picMk id="3" creationId="{CF55A722-C706-49FC-83D8-B635C74D05CC}"/>
          </ac:picMkLst>
        </pc:picChg>
      </pc:sldChg>
      <pc:sldChg chg="add">
        <pc:chgData name="Samer Mouksassi" userId="c18f5e46-7090-425a-a75d-5998e99a8397" providerId="ADAL" clId="{CB773DE5-67C4-40BA-BAE6-D4998717D43E}" dt="2022-02-14T09:03:51.105" v="1859"/>
        <pc:sldMkLst>
          <pc:docMk/>
          <pc:sldMk cId="0" sldId="275"/>
        </pc:sldMkLst>
      </pc:sldChg>
      <pc:sldChg chg="modSp add mod">
        <pc:chgData name="Samer Mouksassi" userId="c18f5e46-7090-425a-a75d-5998e99a8397" providerId="ADAL" clId="{CB773DE5-67C4-40BA-BAE6-D4998717D43E}" dt="2022-02-14T09:18:25.130" v="1901" actId="1076"/>
        <pc:sldMkLst>
          <pc:docMk/>
          <pc:sldMk cId="4089076904" sldId="277"/>
        </pc:sldMkLst>
        <pc:picChg chg="mod">
          <ac:chgData name="Samer Mouksassi" userId="c18f5e46-7090-425a-a75d-5998e99a8397" providerId="ADAL" clId="{CB773DE5-67C4-40BA-BAE6-D4998717D43E}" dt="2022-02-14T09:18:25.130" v="1901" actId="1076"/>
          <ac:picMkLst>
            <pc:docMk/>
            <pc:sldMk cId="4089076904" sldId="277"/>
            <ac:picMk id="3" creationId="{A1374145-6673-42D4-875E-AD14D19E8B6F}"/>
          </ac:picMkLst>
        </pc:picChg>
      </pc:sldChg>
      <pc:sldChg chg="add">
        <pc:chgData name="Samer Mouksassi" userId="c18f5e46-7090-425a-a75d-5998e99a8397" providerId="ADAL" clId="{CB773DE5-67C4-40BA-BAE6-D4998717D43E}" dt="2022-02-14T09:03:51.105" v="1859"/>
        <pc:sldMkLst>
          <pc:docMk/>
          <pc:sldMk cId="563318220" sldId="278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13T18:43:36.07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A9C1-EA4D-40BC-88C1-9F149B79D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10C9E8-16DF-41EB-B417-091F43505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ACD2E-7BD1-4376-BFF8-B58CF8639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7BAB-09B1-4471-BC9E-AB32C720B072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78EFD-230C-4131-9641-5E2A1E1AC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60338-0049-48AC-B778-4BEA48C23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6A5A-DC91-40BD-94DA-8704F0D6F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72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05A8-2D9D-4370-B18C-EC35FDAD0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152D1-0B85-497A-8AEB-3A7B84D4A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8B93D-69F9-4F24-9597-6592DDEFD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7BAB-09B1-4471-BC9E-AB32C720B072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9E72F-6104-4D23-B6E2-B36DE279A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7E3D4-05DF-42C0-BDF9-B6062279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6A5A-DC91-40BD-94DA-8704F0D6F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78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FCA24-CB9A-4525-BE1E-D25E160E3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38D64-F3AC-4A3A-AB47-C710F3372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4B9BC-9D55-463C-8F5B-F6110437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7BAB-09B1-4471-BC9E-AB32C720B072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CE5E0-E272-4D05-9469-D895A331F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A15C-5DCE-4073-ADF2-8303E9B7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6A5A-DC91-40BD-94DA-8704F0D6F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82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9E3DD-81A0-4806-B6D9-E2E9DF36A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682E0-732C-4C3C-A731-4DC522635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A3571-1211-4437-9031-0172DD35F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56A7D-714C-474C-9B13-0FEE6066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7BAB-09B1-4471-BC9E-AB32C720B072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413E4-550E-4C8E-90FB-409B08192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D0BDD-FF2D-47DA-910D-7316A4DAA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6A5A-DC91-40BD-94DA-8704F0D6F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27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0EDA0-1EFC-4FFA-8C35-DABFB7DC0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7E74A-7D19-44BF-86DD-99F1AD8AB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501E9-A968-494A-B879-AD2D2406C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F6524-FCCA-42B1-A99D-EE6F986BAD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2FD89-9BC9-4545-B37F-F723F4A12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C56BE8-D5F4-4FDC-BB51-C80029704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7BAB-09B1-4471-BC9E-AB32C720B072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D79CD5-61C5-4662-B1D3-F4BBBF4A2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657422-5483-4C30-8084-0B1897A4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6A5A-DC91-40BD-94DA-8704F0D6F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7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013DF-A632-4073-B5D1-AC4ABAF29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51801B-AC67-4F9F-B998-BF84D1841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7BAB-09B1-4471-BC9E-AB32C720B072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0459A-3F1F-423B-B169-D66D943AB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31C4A-EF64-4F0D-958F-C70E02F2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6A5A-DC91-40BD-94DA-8704F0D6F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96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16F6B-B895-4855-BFDE-25A9A8CE7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7BAB-09B1-4471-BC9E-AB32C720B072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8DFA6C-4CC2-4102-B76D-5B0AFAFA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E6BD7-7F0F-4D0D-B49B-A817AE051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6A5A-DC91-40BD-94DA-8704F0D6F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09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A6CBD-5587-4886-B552-E6317E9E7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26A5E-0516-4D34-B28D-52F2ED74E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3EEE2-0684-43A5-AF2A-B2A7C1ED6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2EDC0-09A9-4547-A61E-DE072374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7BAB-09B1-4471-BC9E-AB32C720B072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51D91-EA34-43C0-896A-448A03A1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BF418-1E04-4B80-835D-6C75EBDF3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6A5A-DC91-40BD-94DA-8704F0D6F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06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97B9-D537-464A-8C4C-353DF0EB6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0F2EA4-CD8A-4059-8527-9F3F7DE49F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EEC9F-1B2B-4466-9CE6-4963E3BEB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11B60-F19C-41AD-828F-9CEFA7CA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7BAB-09B1-4471-BC9E-AB32C720B072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2B5BF-19FE-420E-8542-40B11FD95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2652-FAE0-4082-89EE-DA31448F4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6A5A-DC91-40BD-94DA-8704F0D6F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05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13DCF-628B-48E6-ACAC-FB2BB1A6B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3E2B6-243B-4870-8330-56AEE06C8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FFF6C-4E0B-4B64-AE94-5EB93404F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7BAB-09B1-4471-BC9E-AB32C720B072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A6C29-3CD3-490C-9671-CF0782468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B7CD8-1707-40BA-AB6C-FDE42F797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6A5A-DC91-40BD-94DA-8704F0D6F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31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0C284E-EA69-41CF-90EC-7105AAC0E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00C40-5AA3-48E3-8265-B647E450E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F6FCA-98F2-4F25-9152-E6F3C2BE6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7BAB-09B1-4471-BC9E-AB32C720B072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FC9E0-B92F-4992-91F5-6B818F8FD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CEC31-3C5A-4724-8304-DEEE4F845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6A5A-DC91-40BD-94DA-8704F0D6F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5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274FF3-290D-4476-A0D5-EF76BACB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ECA46-885F-4781-B763-6A7447F89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81675-266D-4FF8-8A68-C4C27E92B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97BAB-09B1-4471-BC9E-AB32C720B072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1610D-69A5-4C89-B882-2A4D07984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125D3-83C6-466A-997C-A910EAB9A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26A5A-DC91-40BD-94DA-8704F0D6F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671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93C87FD-4965-4752-B3B3-DDD07D4FB2E3}"/>
              </a:ext>
            </a:extLst>
          </p:cNvPr>
          <p:cNvGrpSpPr/>
          <p:nvPr/>
        </p:nvGrpSpPr>
        <p:grpSpPr>
          <a:xfrm>
            <a:off x="4413805" y="976350"/>
            <a:ext cx="3141854" cy="1758573"/>
            <a:chOff x="763200" y="1915200"/>
            <a:chExt cx="2396257" cy="10872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86417F9-A63E-4AAB-9D7D-1A260E8CD5BC}"/>
                </a:ext>
              </a:extLst>
            </p:cNvPr>
            <p:cNvCxnSpPr/>
            <p:nvPr/>
          </p:nvCxnSpPr>
          <p:spPr>
            <a:xfrm>
              <a:off x="763200" y="1915200"/>
              <a:ext cx="0" cy="10872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D725363-533F-4BB3-9D5A-8AE81C4EB176}"/>
                </a:ext>
              </a:extLst>
            </p:cNvPr>
            <p:cNvCxnSpPr/>
            <p:nvPr/>
          </p:nvCxnSpPr>
          <p:spPr>
            <a:xfrm>
              <a:off x="763200" y="3002400"/>
              <a:ext cx="23962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4BA1BA9-73E0-459E-8D4B-A39A5B7B466C}"/>
              </a:ext>
            </a:extLst>
          </p:cNvPr>
          <p:cNvSpPr txBox="1"/>
          <p:nvPr/>
        </p:nvSpPr>
        <p:spPr>
          <a:xfrm>
            <a:off x="3582095" y="2679243"/>
            <a:ext cx="1314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solidFill>
                  <a:schemeClr val="tx2"/>
                </a:solidFill>
              </a:rPr>
              <a:t>Pandemic Day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B8E332FD-B527-4F21-B0ED-2685FA6E387B}"/>
              </a:ext>
            </a:extLst>
          </p:cNvPr>
          <p:cNvSpPr/>
          <p:nvPr/>
        </p:nvSpPr>
        <p:spPr>
          <a:xfrm rot="10800000">
            <a:off x="4613225" y="2223356"/>
            <a:ext cx="504151" cy="138691"/>
          </a:xfrm>
          <a:prstGeom prst="leftRightArrow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E8D1D1E-DE0E-4BB6-BEB6-4FDFDB11B297}"/>
                  </a:ext>
                </a:extLst>
              </p14:cNvPr>
              <p14:cNvContentPartPr/>
              <p14:nvPr/>
            </p14:nvContentPartPr>
            <p14:xfrm>
              <a:off x="10240641" y="1413632"/>
              <a:ext cx="312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E8D1D1E-DE0E-4BB6-BEB6-4FDFDB11B2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25041" y="1305632"/>
                <a:ext cx="312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x34">
            <a:extLst>
              <a:ext uri="{FF2B5EF4-FFF2-40B4-BE49-F238E27FC236}">
                <a16:creationId xmlns:a16="http://schemas.microsoft.com/office/drawing/2014/main" id="{CA2853C4-EFFE-47F6-93BE-3DD8CAD3D7FB}"/>
              </a:ext>
            </a:extLst>
          </p:cNvPr>
          <p:cNvSpPr/>
          <p:nvPr/>
        </p:nvSpPr>
        <p:spPr>
          <a:xfrm>
            <a:off x="3928475" y="2500995"/>
            <a:ext cx="310723" cy="16545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1/2</a:t>
            </a:r>
          </a:p>
        </p:txBody>
      </p:sp>
      <p:sp>
        <p:nvSpPr>
          <p:cNvPr id="31" name="tx35">
            <a:extLst>
              <a:ext uri="{FF2B5EF4-FFF2-40B4-BE49-F238E27FC236}">
                <a16:creationId xmlns:a16="http://schemas.microsoft.com/office/drawing/2014/main" id="{9A4FF0B8-CE88-4880-A828-7A186166D181}"/>
              </a:ext>
            </a:extLst>
          </p:cNvPr>
          <p:cNvSpPr/>
          <p:nvPr/>
        </p:nvSpPr>
        <p:spPr>
          <a:xfrm>
            <a:off x="4114887" y="1909976"/>
            <a:ext cx="124311" cy="16065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2" name="tx36">
            <a:extLst>
              <a:ext uri="{FF2B5EF4-FFF2-40B4-BE49-F238E27FC236}">
                <a16:creationId xmlns:a16="http://schemas.microsoft.com/office/drawing/2014/main" id="{8F2135C5-FDEC-4DE3-84CC-B9356C7D68E4}"/>
              </a:ext>
            </a:extLst>
          </p:cNvPr>
          <p:cNvSpPr/>
          <p:nvPr/>
        </p:nvSpPr>
        <p:spPr>
          <a:xfrm>
            <a:off x="3990685" y="962784"/>
            <a:ext cx="248513" cy="1634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 3</a:t>
            </a:r>
          </a:p>
        </p:txBody>
      </p:sp>
      <p:sp>
        <p:nvSpPr>
          <p:cNvPr id="33" name="pl37">
            <a:extLst>
              <a:ext uri="{FF2B5EF4-FFF2-40B4-BE49-F238E27FC236}">
                <a16:creationId xmlns:a16="http://schemas.microsoft.com/office/drawing/2014/main" id="{F5E09A33-11C7-4F33-A895-D2524EEB2FA0}"/>
              </a:ext>
            </a:extLst>
          </p:cNvPr>
          <p:cNvSpPr/>
          <p:nvPr/>
        </p:nvSpPr>
        <p:spPr>
          <a:xfrm>
            <a:off x="4294869" y="2586452"/>
            <a:ext cx="69589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" name="pl38">
            <a:extLst>
              <a:ext uri="{FF2B5EF4-FFF2-40B4-BE49-F238E27FC236}">
                <a16:creationId xmlns:a16="http://schemas.microsoft.com/office/drawing/2014/main" id="{5B13CAC4-FD75-4938-AD07-81E86692573B}"/>
              </a:ext>
            </a:extLst>
          </p:cNvPr>
          <p:cNvSpPr/>
          <p:nvPr/>
        </p:nvSpPr>
        <p:spPr>
          <a:xfrm>
            <a:off x="4294869" y="1990631"/>
            <a:ext cx="69589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" name="pl39">
            <a:extLst>
              <a:ext uri="{FF2B5EF4-FFF2-40B4-BE49-F238E27FC236}">
                <a16:creationId xmlns:a16="http://schemas.microsoft.com/office/drawing/2014/main" id="{1332CCFD-B106-4DFF-B8BE-15B020E313A3}"/>
              </a:ext>
            </a:extLst>
          </p:cNvPr>
          <p:cNvSpPr/>
          <p:nvPr/>
        </p:nvSpPr>
        <p:spPr>
          <a:xfrm>
            <a:off x="4294869" y="1046277"/>
            <a:ext cx="69589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" name="tx54">
            <a:extLst>
              <a:ext uri="{FF2B5EF4-FFF2-40B4-BE49-F238E27FC236}">
                <a16:creationId xmlns:a16="http://schemas.microsoft.com/office/drawing/2014/main" id="{6CB890C7-5C1D-4231-A209-378A21DEBE77}"/>
              </a:ext>
            </a:extLst>
          </p:cNvPr>
          <p:cNvSpPr/>
          <p:nvPr/>
        </p:nvSpPr>
        <p:spPr>
          <a:xfrm>
            <a:off x="1813700" y="828916"/>
            <a:ext cx="1486958" cy="7404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14"/>
              </a:lnSpc>
            </a:pPr>
            <a:r>
              <a:rPr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Odds-ratio</a:t>
            </a:r>
            <a:b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for death</a:t>
            </a:r>
          </a:p>
        </p:txBody>
      </p:sp>
      <p:sp>
        <p:nvSpPr>
          <p:cNvPr id="37" name="tx54">
            <a:extLst>
              <a:ext uri="{FF2B5EF4-FFF2-40B4-BE49-F238E27FC236}">
                <a16:creationId xmlns:a16="http://schemas.microsoft.com/office/drawing/2014/main" id="{CB26EE2E-5778-4863-B33C-3286442FA051}"/>
              </a:ext>
            </a:extLst>
          </p:cNvPr>
          <p:cNvSpPr/>
          <p:nvPr/>
        </p:nvSpPr>
        <p:spPr>
          <a:xfrm rot="16200000">
            <a:off x="2970660" y="2393167"/>
            <a:ext cx="998938" cy="2162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14"/>
              </a:lnSpc>
            </a:pPr>
            <a:r>
              <a:rPr lang="en-US" sz="145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Better</a:t>
            </a:r>
            <a:endParaRPr sz="1451" dirty="0">
              <a:solidFill>
                <a:schemeClr val="bg1">
                  <a:lumMod val="65000"/>
                </a:schemeClr>
              </a:solidFill>
              <a:latin typeface="Arial"/>
              <a:cs typeface="Arial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8DA5A36-5771-47B8-9D5D-902626FE825A}"/>
              </a:ext>
            </a:extLst>
          </p:cNvPr>
          <p:cNvGrpSpPr/>
          <p:nvPr/>
        </p:nvGrpSpPr>
        <p:grpSpPr>
          <a:xfrm rot="16200000">
            <a:off x="3365684" y="2417498"/>
            <a:ext cx="760377" cy="207295"/>
            <a:chOff x="7470589" y="6844408"/>
            <a:chExt cx="838527" cy="228600"/>
          </a:xfrm>
        </p:grpSpPr>
        <p:sp>
          <p:nvSpPr>
            <p:cNvPr id="39" name="pl81">
              <a:extLst>
                <a:ext uri="{FF2B5EF4-FFF2-40B4-BE49-F238E27FC236}">
                  <a16:creationId xmlns:a16="http://schemas.microsoft.com/office/drawing/2014/main" id="{F45FF5A2-09F4-42CD-98EE-9A477902954E}"/>
                </a:ext>
              </a:extLst>
            </p:cNvPr>
            <p:cNvSpPr/>
            <p:nvPr/>
          </p:nvSpPr>
          <p:spPr>
            <a:xfrm flipV="1">
              <a:off x="7470590" y="6912989"/>
              <a:ext cx="838526" cy="45719"/>
            </a:xfrm>
            <a:custGeom>
              <a:avLst/>
              <a:gdLst/>
              <a:ahLst/>
              <a:cxnLst/>
              <a:rect l="0" t="0" r="0" b="0"/>
              <a:pathLst>
                <a:path w="2022349">
                  <a:moveTo>
                    <a:pt x="0" y="0"/>
                  </a:moveTo>
                  <a:lnTo>
                    <a:pt x="202234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0" name="pl84">
              <a:extLst>
                <a:ext uri="{FF2B5EF4-FFF2-40B4-BE49-F238E27FC236}">
                  <a16:creationId xmlns:a16="http://schemas.microsoft.com/office/drawing/2014/main" id="{43B8DFB6-1D2F-47E4-A1CB-E9BCA26D9EBA}"/>
                </a:ext>
              </a:extLst>
            </p:cNvPr>
            <p:cNvSpPr/>
            <p:nvPr/>
          </p:nvSpPr>
          <p:spPr>
            <a:xfrm>
              <a:off x="7470589" y="6844408"/>
              <a:ext cx="197973" cy="228600"/>
            </a:xfrm>
            <a:custGeom>
              <a:avLst/>
              <a:gdLst/>
              <a:ahLst/>
              <a:cxnLst/>
              <a:rect l="0" t="0" r="0" b="0"/>
              <a:pathLst>
                <a:path w="197973" h="228600">
                  <a:moveTo>
                    <a:pt x="197973" y="0"/>
                  </a:moveTo>
                  <a:lnTo>
                    <a:pt x="0" y="114300"/>
                  </a:lnTo>
                  <a:lnTo>
                    <a:pt x="197973" y="22860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25B042-7E9A-41E1-BBBC-8F564AE69FE8}"/>
              </a:ext>
            </a:extLst>
          </p:cNvPr>
          <p:cNvGrpSpPr/>
          <p:nvPr/>
        </p:nvGrpSpPr>
        <p:grpSpPr>
          <a:xfrm rot="5400000">
            <a:off x="3347683" y="1390384"/>
            <a:ext cx="760377" cy="207295"/>
            <a:chOff x="7470589" y="6844408"/>
            <a:chExt cx="838527" cy="228600"/>
          </a:xfrm>
        </p:grpSpPr>
        <p:sp>
          <p:nvSpPr>
            <p:cNvPr id="42" name="pl81">
              <a:extLst>
                <a:ext uri="{FF2B5EF4-FFF2-40B4-BE49-F238E27FC236}">
                  <a16:creationId xmlns:a16="http://schemas.microsoft.com/office/drawing/2014/main" id="{4334C25D-AC9E-4118-96F9-D8FFADB333DA}"/>
                </a:ext>
              </a:extLst>
            </p:cNvPr>
            <p:cNvSpPr/>
            <p:nvPr/>
          </p:nvSpPr>
          <p:spPr>
            <a:xfrm flipV="1">
              <a:off x="7470590" y="6912989"/>
              <a:ext cx="838526" cy="45719"/>
            </a:xfrm>
            <a:custGeom>
              <a:avLst/>
              <a:gdLst/>
              <a:ahLst/>
              <a:cxnLst/>
              <a:rect l="0" t="0" r="0" b="0"/>
              <a:pathLst>
                <a:path w="2022349">
                  <a:moveTo>
                    <a:pt x="0" y="0"/>
                  </a:moveTo>
                  <a:lnTo>
                    <a:pt x="202234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>
                <a:solidFill>
                  <a:srgbClr val="FF0000"/>
                </a:solidFill>
              </a:endParaRPr>
            </a:p>
          </p:txBody>
        </p:sp>
        <p:sp>
          <p:nvSpPr>
            <p:cNvPr id="43" name="pl84">
              <a:extLst>
                <a:ext uri="{FF2B5EF4-FFF2-40B4-BE49-F238E27FC236}">
                  <a16:creationId xmlns:a16="http://schemas.microsoft.com/office/drawing/2014/main" id="{CA48169B-0423-46E1-910B-A752D6F4B53F}"/>
                </a:ext>
              </a:extLst>
            </p:cNvPr>
            <p:cNvSpPr/>
            <p:nvPr/>
          </p:nvSpPr>
          <p:spPr>
            <a:xfrm>
              <a:off x="7470589" y="6844408"/>
              <a:ext cx="197973" cy="228600"/>
            </a:xfrm>
            <a:custGeom>
              <a:avLst/>
              <a:gdLst/>
              <a:ahLst/>
              <a:cxnLst/>
              <a:rect l="0" t="0" r="0" b="0"/>
              <a:pathLst>
                <a:path w="197973" h="228600">
                  <a:moveTo>
                    <a:pt x="197973" y="0"/>
                  </a:moveTo>
                  <a:lnTo>
                    <a:pt x="0" y="114300"/>
                  </a:lnTo>
                  <a:lnTo>
                    <a:pt x="197973" y="22860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>
                <a:solidFill>
                  <a:srgbClr val="FF0000"/>
                </a:solidFill>
              </a:endParaRPr>
            </a:p>
          </p:txBody>
        </p:sp>
      </p:grpSp>
      <p:sp>
        <p:nvSpPr>
          <p:cNvPr id="44" name="tx54">
            <a:extLst>
              <a:ext uri="{FF2B5EF4-FFF2-40B4-BE49-F238E27FC236}">
                <a16:creationId xmlns:a16="http://schemas.microsoft.com/office/drawing/2014/main" id="{4EDC67B8-8772-46C3-BC2B-A0E470ECBD5B}"/>
              </a:ext>
            </a:extLst>
          </p:cNvPr>
          <p:cNvSpPr/>
          <p:nvPr/>
        </p:nvSpPr>
        <p:spPr>
          <a:xfrm rot="16200000">
            <a:off x="2984431" y="1375240"/>
            <a:ext cx="998938" cy="2162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14"/>
              </a:lnSpc>
            </a:pPr>
            <a:r>
              <a:rPr lang="en-US" sz="145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Worst</a:t>
            </a:r>
            <a:endParaRPr sz="1451" dirty="0">
              <a:solidFill>
                <a:schemeClr val="bg1">
                  <a:lumMod val="6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A49C41-6AD2-4CC5-A15A-3CEDA0B1A8A6}"/>
              </a:ext>
            </a:extLst>
          </p:cNvPr>
          <p:cNvSpPr txBox="1"/>
          <p:nvPr/>
        </p:nvSpPr>
        <p:spPr>
          <a:xfrm>
            <a:off x="2327033" y="2340689"/>
            <a:ext cx="1601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00B050"/>
                </a:solidFill>
              </a:rPr>
              <a:t>Saves lives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AEE1F2-D971-43C8-9DDB-BCE87B4759C4}"/>
              </a:ext>
            </a:extLst>
          </p:cNvPr>
          <p:cNvSpPr txBox="1"/>
          <p:nvPr/>
        </p:nvSpPr>
        <p:spPr>
          <a:xfrm>
            <a:off x="1901285" y="1462946"/>
            <a:ext cx="2230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FF0000"/>
                </a:solidFill>
              </a:rPr>
              <a:t>Increases deaths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76B3C3-8B8A-4097-9027-C564ED34AFA8}"/>
              </a:ext>
            </a:extLst>
          </p:cNvPr>
          <p:cNvSpPr txBox="1"/>
          <p:nvPr/>
        </p:nvSpPr>
        <p:spPr>
          <a:xfrm>
            <a:off x="4521447" y="2369500"/>
            <a:ext cx="3141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Unclear 95%CI include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F553A9A3-1E40-438D-92EE-42B51EBEA7EA}"/>
              </a:ext>
            </a:extLst>
          </p:cNvPr>
          <p:cNvSpPr/>
          <p:nvPr/>
        </p:nvSpPr>
        <p:spPr>
          <a:xfrm>
            <a:off x="4562723" y="1192706"/>
            <a:ext cx="2110799" cy="897515"/>
          </a:xfrm>
          <a:custGeom>
            <a:avLst/>
            <a:gdLst>
              <a:gd name="connsiteX0" fmla="*/ 305379 w 2110799"/>
              <a:gd name="connsiteY0" fmla="*/ 6273 h 897515"/>
              <a:gd name="connsiteX1" fmla="*/ 677913 w 2110799"/>
              <a:gd name="connsiteY1" fmla="*/ 40139 h 897515"/>
              <a:gd name="connsiteX2" fmla="*/ 898046 w 2110799"/>
              <a:gd name="connsiteY2" fmla="*/ 285673 h 897515"/>
              <a:gd name="connsiteX3" fmla="*/ 1389113 w 2110799"/>
              <a:gd name="connsiteY3" fmla="*/ 531206 h 897515"/>
              <a:gd name="connsiteX4" fmla="*/ 1998713 w 2110799"/>
              <a:gd name="connsiteY4" fmla="*/ 607406 h 897515"/>
              <a:gd name="connsiteX5" fmla="*/ 2057979 w 2110799"/>
              <a:gd name="connsiteY5" fmla="*/ 869873 h 897515"/>
              <a:gd name="connsiteX6" fmla="*/ 1422979 w 2110799"/>
              <a:gd name="connsiteY6" fmla="*/ 886806 h 897515"/>
              <a:gd name="connsiteX7" fmla="*/ 965779 w 2110799"/>
              <a:gd name="connsiteY7" fmla="*/ 844473 h 897515"/>
              <a:gd name="connsiteX8" fmla="*/ 694846 w 2110799"/>
              <a:gd name="connsiteY8" fmla="*/ 700539 h 897515"/>
              <a:gd name="connsiteX9" fmla="*/ 288446 w 2110799"/>
              <a:gd name="connsiteY9" fmla="*/ 793673 h 897515"/>
              <a:gd name="connsiteX10" fmla="*/ 34446 w 2110799"/>
              <a:gd name="connsiteY10" fmla="*/ 785206 h 897515"/>
              <a:gd name="connsiteX11" fmla="*/ 34446 w 2110799"/>
              <a:gd name="connsiteY11" fmla="*/ 90939 h 897515"/>
              <a:gd name="connsiteX12" fmla="*/ 305379 w 2110799"/>
              <a:gd name="connsiteY12" fmla="*/ 6273 h 897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10799" h="897515">
                <a:moveTo>
                  <a:pt x="305379" y="6273"/>
                </a:moveTo>
                <a:cubicBezTo>
                  <a:pt x="412623" y="-2194"/>
                  <a:pt x="579135" y="-6428"/>
                  <a:pt x="677913" y="40139"/>
                </a:cubicBezTo>
                <a:cubicBezTo>
                  <a:pt x="776691" y="86706"/>
                  <a:pt x="779513" y="203829"/>
                  <a:pt x="898046" y="285673"/>
                </a:cubicBezTo>
                <a:cubicBezTo>
                  <a:pt x="1016579" y="367517"/>
                  <a:pt x="1205668" y="477584"/>
                  <a:pt x="1389113" y="531206"/>
                </a:cubicBezTo>
                <a:cubicBezTo>
                  <a:pt x="1572558" y="584828"/>
                  <a:pt x="1887235" y="550961"/>
                  <a:pt x="1998713" y="607406"/>
                </a:cubicBezTo>
                <a:cubicBezTo>
                  <a:pt x="2110191" y="663851"/>
                  <a:pt x="2153935" y="823306"/>
                  <a:pt x="2057979" y="869873"/>
                </a:cubicBezTo>
                <a:cubicBezTo>
                  <a:pt x="1962023" y="916440"/>
                  <a:pt x="1605012" y="891039"/>
                  <a:pt x="1422979" y="886806"/>
                </a:cubicBezTo>
                <a:cubicBezTo>
                  <a:pt x="1240946" y="882573"/>
                  <a:pt x="1087134" y="875517"/>
                  <a:pt x="965779" y="844473"/>
                </a:cubicBezTo>
                <a:cubicBezTo>
                  <a:pt x="844424" y="813429"/>
                  <a:pt x="807735" y="709006"/>
                  <a:pt x="694846" y="700539"/>
                </a:cubicBezTo>
                <a:cubicBezTo>
                  <a:pt x="581957" y="692072"/>
                  <a:pt x="398513" y="779562"/>
                  <a:pt x="288446" y="793673"/>
                </a:cubicBezTo>
                <a:cubicBezTo>
                  <a:pt x="178379" y="807784"/>
                  <a:pt x="76779" y="902328"/>
                  <a:pt x="34446" y="785206"/>
                </a:cubicBezTo>
                <a:cubicBezTo>
                  <a:pt x="-7887" y="668084"/>
                  <a:pt x="-14943" y="227817"/>
                  <a:pt x="34446" y="90939"/>
                </a:cubicBezTo>
                <a:cubicBezTo>
                  <a:pt x="83835" y="-45939"/>
                  <a:pt x="198135" y="14740"/>
                  <a:pt x="305379" y="6273"/>
                </a:cubicBezTo>
                <a:close/>
              </a:path>
            </a:pathLst>
          </a:custGeom>
          <a:solidFill>
            <a:srgbClr val="A2C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AEFEA180-4D12-4AB3-A989-66B0796E9FC7}"/>
              </a:ext>
            </a:extLst>
          </p:cNvPr>
          <p:cNvSpPr/>
          <p:nvPr/>
        </p:nvSpPr>
        <p:spPr>
          <a:xfrm>
            <a:off x="4604870" y="1659366"/>
            <a:ext cx="2023533" cy="350937"/>
          </a:xfrm>
          <a:custGeom>
            <a:avLst/>
            <a:gdLst>
              <a:gd name="connsiteX0" fmla="*/ 0 w 2023533"/>
              <a:gd name="connsiteY0" fmla="*/ 105403 h 350937"/>
              <a:gd name="connsiteX1" fmla="*/ 609600 w 2023533"/>
              <a:gd name="connsiteY1" fmla="*/ 3803 h 350937"/>
              <a:gd name="connsiteX2" fmla="*/ 922867 w 2023533"/>
              <a:gd name="connsiteY2" fmla="*/ 223937 h 350937"/>
              <a:gd name="connsiteX3" fmla="*/ 1143000 w 2023533"/>
              <a:gd name="connsiteY3" fmla="*/ 291670 h 350937"/>
              <a:gd name="connsiteX4" fmla="*/ 2023533 w 2023533"/>
              <a:gd name="connsiteY4" fmla="*/ 350937 h 350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3533" h="350937">
                <a:moveTo>
                  <a:pt x="0" y="105403"/>
                </a:moveTo>
                <a:cubicBezTo>
                  <a:pt x="227894" y="44725"/>
                  <a:pt x="455789" y="-15953"/>
                  <a:pt x="609600" y="3803"/>
                </a:cubicBezTo>
                <a:cubicBezTo>
                  <a:pt x="763411" y="23559"/>
                  <a:pt x="833967" y="175959"/>
                  <a:pt x="922867" y="223937"/>
                </a:cubicBezTo>
                <a:cubicBezTo>
                  <a:pt x="1011767" y="271915"/>
                  <a:pt x="959556" y="270503"/>
                  <a:pt x="1143000" y="291670"/>
                </a:cubicBezTo>
                <a:cubicBezTo>
                  <a:pt x="1326444" y="312837"/>
                  <a:pt x="1674988" y="331887"/>
                  <a:pt x="2023533" y="350937"/>
                </a:cubicBezTo>
              </a:path>
            </a:pathLst>
          </a:custGeom>
          <a:noFill/>
          <a:ln w="60325">
            <a:solidFill>
              <a:srgbClr val="73A0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pl28">
            <a:extLst>
              <a:ext uri="{FF2B5EF4-FFF2-40B4-BE49-F238E27FC236}">
                <a16:creationId xmlns:a16="http://schemas.microsoft.com/office/drawing/2014/main" id="{BBE04175-231B-4462-8292-15EEFB234465}"/>
              </a:ext>
            </a:extLst>
          </p:cNvPr>
          <p:cNvSpPr/>
          <p:nvPr/>
        </p:nvSpPr>
        <p:spPr>
          <a:xfrm>
            <a:off x="4471748" y="1990630"/>
            <a:ext cx="2928118" cy="70411"/>
          </a:xfrm>
          <a:custGeom>
            <a:avLst/>
            <a:gdLst/>
            <a:ahLst/>
            <a:cxnLst/>
            <a:rect l="0" t="0" r="0" b="0"/>
            <a:pathLst>
              <a:path w="8199934">
                <a:moveTo>
                  <a:pt x="0" y="0"/>
                </a:moveTo>
                <a:lnTo>
                  <a:pt x="8199934" y="0"/>
                </a:lnTo>
                <a:lnTo>
                  <a:pt x="8199934" y="0"/>
                </a:lnTo>
              </a:path>
            </a:pathLst>
          </a:custGeom>
          <a:ln w="40651" cap="flat">
            <a:solidFill>
              <a:srgbClr val="000000">
                <a:alpha val="50196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45F542E-3442-43A1-8E5E-EB25DE59EB76}"/>
              </a:ext>
            </a:extLst>
          </p:cNvPr>
          <p:cNvSpPr txBox="1"/>
          <p:nvPr/>
        </p:nvSpPr>
        <p:spPr>
          <a:xfrm>
            <a:off x="4576047" y="301805"/>
            <a:ext cx="17948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Odds Ratio Excluded 1 for the first time</a:t>
            </a:r>
          </a:p>
        </p:txBody>
      </p:sp>
      <p:sp>
        <p:nvSpPr>
          <p:cNvPr id="70" name="pl32">
            <a:extLst>
              <a:ext uri="{FF2B5EF4-FFF2-40B4-BE49-F238E27FC236}">
                <a16:creationId xmlns:a16="http://schemas.microsoft.com/office/drawing/2014/main" id="{54A2F682-4140-436F-880E-BE19BAD33E89}"/>
              </a:ext>
            </a:extLst>
          </p:cNvPr>
          <p:cNvSpPr/>
          <p:nvPr/>
        </p:nvSpPr>
        <p:spPr>
          <a:xfrm rot="15712211">
            <a:off x="4673518" y="1195481"/>
            <a:ext cx="640385" cy="335644"/>
          </a:xfrm>
          <a:custGeom>
            <a:avLst/>
            <a:gdLst/>
            <a:ahLst/>
            <a:cxnLst/>
            <a:rect l="0" t="0" r="0" b="0"/>
            <a:pathLst>
              <a:path w="753729" h="297339">
                <a:moveTo>
                  <a:pt x="753729" y="0"/>
                </a:moveTo>
                <a:lnTo>
                  <a:pt x="751764" y="2208"/>
                </a:lnTo>
                <a:lnTo>
                  <a:pt x="741353" y="13909"/>
                </a:lnTo>
                <a:lnTo>
                  <a:pt x="723443" y="34038"/>
                </a:lnTo>
                <a:lnTo>
                  <a:pt x="704431" y="55370"/>
                </a:lnTo>
                <a:lnTo>
                  <a:pt x="687044" y="74359"/>
                </a:lnTo>
                <a:lnTo>
                  <a:pt x="670753" y="91091"/>
                </a:lnTo>
                <a:lnTo>
                  <a:pt x="657473" y="103785"/>
                </a:lnTo>
                <a:lnTo>
                  <a:pt x="640750" y="118681"/>
                </a:lnTo>
                <a:lnTo>
                  <a:pt x="624320" y="132297"/>
                </a:lnTo>
                <a:lnTo>
                  <a:pt x="608944" y="144292"/>
                </a:lnTo>
                <a:lnTo>
                  <a:pt x="594144" y="155510"/>
                </a:lnTo>
                <a:lnTo>
                  <a:pt x="578117" y="167231"/>
                </a:lnTo>
                <a:lnTo>
                  <a:pt x="560266" y="179448"/>
                </a:lnTo>
                <a:lnTo>
                  <a:pt x="544985" y="189189"/>
                </a:lnTo>
                <a:lnTo>
                  <a:pt x="525700" y="200576"/>
                </a:lnTo>
                <a:lnTo>
                  <a:pt x="506950" y="210763"/>
                </a:lnTo>
                <a:lnTo>
                  <a:pt x="489548" y="219563"/>
                </a:lnTo>
                <a:lnTo>
                  <a:pt x="472860" y="227713"/>
                </a:lnTo>
                <a:lnTo>
                  <a:pt x="454871" y="236119"/>
                </a:lnTo>
                <a:lnTo>
                  <a:pt x="434997" y="244658"/>
                </a:lnTo>
                <a:lnTo>
                  <a:pt x="418123" y="251266"/>
                </a:lnTo>
                <a:lnTo>
                  <a:pt x="397002" y="258715"/>
                </a:lnTo>
                <a:lnTo>
                  <a:pt x="376638" y="265091"/>
                </a:lnTo>
                <a:lnTo>
                  <a:pt x="357864" y="270365"/>
                </a:lnTo>
                <a:lnTo>
                  <a:pt x="339917" y="275138"/>
                </a:lnTo>
                <a:lnTo>
                  <a:pt x="320643" y="279913"/>
                </a:lnTo>
                <a:lnTo>
                  <a:pt x="299495" y="284455"/>
                </a:lnTo>
                <a:lnTo>
                  <a:pt x="281662" y="287680"/>
                </a:lnTo>
                <a:lnTo>
                  <a:pt x="259501" y="290910"/>
                </a:lnTo>
                <a:lnTo>
                  <a:pt x="238289" y="293234"/>
                </a:lnTo>
                <a:lnTo>
                  <a:pt x="218850" y="294784"/>
                </a:lnTo>
                <a:lnTo>
                  <a:pt x="200318" y="296003"/>
                </a:lnTo>
                <a:lnTo>
                  <a:pt x="180486" y="296966"/>
                </a:lnTo>
                <a:lnTo>
                  <a:pt x="158858" y="297339"/>
                </a:lnTo>
                <a:lnTo>
                  <a:pt x="140738" y="297060"/>
                </a:lnTo>
                <a:lnTo>
                  <a:pt x="118180" y="295913"/>
                </a:lnTo>
                <a:lnTo>
                  <a:pt x="94587" y="293794"/>
                </a:lnTo>
                <a:lnTo>
                  <a:pt x="68472" y="290711"/>
                </a:lnTo>
                <a:lnTo>
                  <a:pt x="39833" y="287037"/>
                </a:lnTo>
                <a:lnTo>
                  <a:pt x="14510" y="283782"/>
                </a:lnTo>
                <a:lnTo>
                  <a:pt x="1645" y="282129"/>
                </a:lnTo>
                <a:lnTo>
                  <a:pt x="0" y="281917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headEnd type="none"/>
            <a:tailEnd type="arrow"/>
          </a:ln>
        </p:spPr>
        <p:txBody>
          <a:bodyPr/>
          <a:lstStyle/>
          <a:p>
            <a:endParaRPr>
              <a:solidFill>
                <a:srgbClr val="7F7F7F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1C6965F-0103-41E9-94D4-B9115D9966D0}"/>
              </a:ext>
            </a:extLst>
          </p:cNvPr>
          <p:cNvSpPr txBox="1"/>
          <p:nvPr/>
        </p:nvSpPr>
        <p:spPr>
          <a:xfrm>
            <a:off x="5689195" y="963239"/>
            <a:ext cx="28580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More Evidence accumulating showing no benefit</a:t>
            </a:r>
          </a:p>
        </p:txBody>
      </p:sp>
      <p:sp>
        <p:nvSpPr>
          <p:cNvPr id="72" name="Arrow: Left-Right 71">
            <a:extLst>
              <a:ext uri="{FF2B5EF4-FFF2-40B4-BE49-F238E27FC236}">
                <a16:creationId xmlns:a16="http://schemas.microsoft.com/office/drawing/2014/main" id="{0071EBA0-1CD4-4295-9274-ED76D4FF231C}"/>
              </a:ext>
            </a:extLst>
          </p:cNvPr>
          <p:cNvSpPr/>
          <p:nvPr/>
        </p:nvSpPr>
        <p:spPr>
          <a:xfrm rot="10800000">
            <a:off x="5768638" y="1496968"/>
            <a:ext cx="995859" cy="149691"/>
          </a:xfrm>
          <a:prstGeom prst="leftRightArrow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581F2A4-EB9D-4EF7-8FEC-0936D983B939}"/>
              </a:ext>
            </a:extLst>
          </p:cNvPr>
          <p:cNvGrpSpPr/>
          <p:nvPr/>
        </p:nvGrpSpPr>
        <p:grpSpPr>
          <a:xfrm>
            <a:off x="2608256" y="3210612"/>
            <a:ext cx="3141854" cy="1758573"/>
            <a:chOff x="763200" y="1915200"/>
            <a:chExt cx="2396257" cy="1087200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520A007-047E-4C36-9821-D7AE75AD3155}"/>
                </a:ext>
              </a:extLst>
            </p:cNvPr>
            <p:cNvCxnSpPr/>
            <p:nvPr/>
          </p:nvCxnSpPr>
          <p:spPr>
            <a:xfrm>
              <a:off x="763200" y="1915200"/>
              <a:ext cx="0" cy="10872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A787F1F-651C-4E35-AB48-B972B9BE299A}"/>
                </a:ext>
              </a:extLst>
            </p:cNvPr>
            <p:cNvCxnSpPr/>
            <p:nvPr/>
          </p:nvCxnSpPr>
          <p:spPr>
            <a:xfrm>
              <a:off x="763200" y="3002400"/>
              <a:ext cx="23962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88F470E6-0BA0-443F-8A0D-AE9C91583A4A}"/>
              </a:ext>
            </a:extLst>
          </p:cNvPr>
          <p:cNvSpPr txBox="1"/>
          <p:nvPr/>
        </p:nvSpPr>
        <p:spPr>
          <a:xfrm>
            <a:off x="5387644" y="5302747"/>
            <a:ext cx="1314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solidFill>
                  <a:schemeClr val="tx2"/>
                </a:solidFill>
              </a:rPr>
              <a:t>Pandemic Day</a:t>
            </a:r>
          </a:p>
        </p:txBody>
      </p:sp>
      <p:sp>
        <p:nvSpPr>
          <p:cNvPr id="103" name="tx105">
            <a:extLst>
              <a:ext uri="{FF2B5EF4-FFF2-40B4-BE49-F238E27FC236}">
                <a16:creationId xmlns:a16="http://schemas.microsoft.com/office/drawing/2014/main" id="{49D349F6-F5FD-4852-817A-621FE3138A4D}"/>
              </a:ext>
            </a:extLst>
          </p:cNvPr>
          <p:cNvSpPr/>
          <p:nvPr/>
        </p:nvSpPr>
        <p:spPr>
          <a:xfrm>
            <a:off x="-160350" y="3295574"/>
            <a:ext cx="1766249" cy="5039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995"/>
              </a:lnSpc>
            </a:pPr>
            <a:r>
              <a:rPr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Cumulative</a:t>
            </a:r>
            <a: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N</a:t>
            </a:r>
          </a:p>
          <a:p>
            <a:pPr>
              <a:lnSpc>
                <a:spcPts val="1995"/>
              </a:lnSpc>
            </a:pPr>
            <a: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and</a:t>
            </a:r>
          </a:p>
          <a:p>
            <a:pPr>
              <a:lnSpc>
                <a:spcPts val="1995"/>
              </a:lnSpc>
            </a:pPr>
            <a: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N of patients</a:t>
            </a:r>
            <a:endParaRPr sz="1451" b="1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04" name="tx112">
            <a:extLst>
              <a:ext uri="{FF2B5EF4-FFF2-40B4-BE49-F238E27FC236}">
                <a16:creationId xmlns:a16="http://schemas.microsoft.com/office/drawing/2014/main" id="{FA1E1950-66C8-43B8-95F8-DAC99B1A28D4}"/>
              </a:ext>
            </a:extLst>
          </p:cNvPr>
          <p:cNvSpPr/>
          <p:nvPr/>
        </p:nvSpPr>
        <p:spPr>
          <a:xfrm>
            <a:off x="1440113" y="4284257"/>
            <a:ext cx="1128947" cy="57225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596"/>
              </a:lnSpc>
            </a:pPr>
            <a: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Randomized</a:t>
            </a:r>
            <a:b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Controlled</a:t>
            </a:r>
            <a:b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Trials</a:t>
            </a:r>
            <a:endParaRPr sz="1596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05" name="tx111">
            <a:extLst>
              <a:ext uri="{FF2B5EF4-FFF2-40B4-BE49-F238E27FC236}">
                <a16:creationId xmlns:a16="http://schemas.microsoft.com/office/drawing/2014/main" id="{A130AB04-7B28-494C-8FC5-CFC688A0F6D4}"/>
              </a:ext>
            </a:extLst>
          </p:cNvPr>
          <p:cNvSpPr/>
          <p:nvPr/>
        </p:nvSpPr>
        <p:spPr>
          <a:xfrm>
            <a:off x="1501996" y="3557547"/>
            <a:ext cx="899622" cy="3488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596"/>
              </a:lnSpc>
            </a:pPr>
            <a:r>
              <a:rPr lang="en-US" sz="1596" dirty="0">
                <a:solidFill>
                  <a:srgbClr val="000000"/>
                </a:solidFill>
                <a:latin typeface="Arial"/>
                <a:cs typeface="Arial"/>
              </a:rPr>
              <a:t>Real World</a:t>
            </a:r>
            <a:br>
              <a:rPr lang="en-US" sz="1596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1596" dirty="0">
                <a:solidFill>
                  <a:srgbClr val="000000"/>
                </a:solidFill>
                <a:latin typeface="Arial"/>
                <a:cs typeface="Arial"/>
              </a:rPr>
              <a:t>Studies</a:t>
            </a:r>
            <a:endParaRPr sz="1596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6" name="pl116">
            <a:extLst>
              <a:ext uri="{FF2B5EF4-FFF2-40B4-BE49-F238E27FC236}">
                <a16:creationId xmlns:a16="http://schemas.microsoft.com/office/drawing/2014/main" id="{FBEFA366-8C1D-4C07-AFCA-7CBD65141555}"/>
              </a:ext>
            </a:extLst>
          </p:cNvPr>
          <p:cNvSpPr/>
          <p:nvPr/>
        </p:nvSpPr>
        <p:spPr>
          <a:xfrm>
            <a:off x="3208117" y="3733099"/>
            <a:ext cx="89453" cy="0"/>
          </a:xfrm>
          <a:custGeom>
            <a:avLst/>
            <a:gdLst/>
            <a:ahLst/>
            <a:cxnLst/>
            <a:rect l="0" t="0" r="0" b="0"/>
            <a:pathLst>
              <a:path w="89453">
                <a:moveTo>
                  <a:pt x="0" y="0"/>
                </a:moveTo>
                <a:lnTo>
                  <a:pt x="89453" y="0"/>
                </a:lnTo>
              </a:path>
            </a:pathLst>
          </a:custGeom>
          <a:ln w="340929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7" name="pl117">
            <a:extLst>
              <a:ext uri="{FF2B5EF4-FFF2-40B4-BE49-F238E27FC236}">
                <a16:creationId xmlns:a16="http://schemas.microsoft.com/office/drawing/2014/main" id="{60C98E77-45F7-4F8A-9D5D-05C2C475E599}"/>
              </a:ext>
            </a:extLst>
          </p:cNvPr>
          <p:cNvSpPr/>
          <p:nvPr/>
        </p:nvSpPr>
        <p:spPr>
          <a:xfrm>
            <a:off x="3297570" y="3733099"/>
            <a:ext cx="163998" cy="0"/>
          </a:xfrm>
          <a:custGeom>
            <a:avLst/>
            <a:gdLst/>
            <a:ahLst/>
            <a:cxnLst/>
            <a:rect l="0" t="0" r="0" b="0"/>
            <a:pathLst>
              <a:path w="163998">
                <a:moveTo>
                  <a:pt x="0" y="0"/>
                </a:moveTo>
                <a:lnTo>
                  <a:pt x="163998" y="0"/>
                </a:lnTo>
              </a:path>
            </a:pathLst>
          </a:custGeom>
          <a:ln w="340929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8" name="pl118">
            <a:extLst>
              <a:ext uri="{FF2B5EF4-FFF2-40B4-BE49-F238E27FC236}">
                <a16:creationId xmlns:a16="http://schemas.microsoft.com/office/drawing/2014/main" id="{E1B52862-9C6D-43B4-9598-50E77FFE5269}"/>
              </a:ext>
            </a:extLst>
          </p:cNvPr>
          <p:cNvSpPr/>
          <p:nvPr/>
        </p:nvSpPr>
        <p:spPr>
          <a:xfrm>
            <a:off x="3461569" y="3733099"/>
            <a:ext cx="149089" cy="0"/>
          </a:xfrm>
          <a:custGeom>
            <a:avLst/>
            <a:gdLst/>
            <a:ahLst/>
            <a:cxnLst/>
            <a:rect l="0" t="0" r="0" b="0"/>
            <a:pathLst>
              <a:path w="149089">
                <a:moveTo>
                  <a:pt x="0" y="0"/>
                </a:moveTo>
                <a:lnTo>
                  <a:pt x="149089" y="0"/>
                </a:lnTo>
              </a:path>
            </a:pathLst>
          </a:custGeom>
          <a:ln w="436233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9" name="pg168">
            <a:extLst>
              <a:ext uri="{FF2B5EF4-FFF2-40B4-BE49-F238E27FC236}">
                <a16:creationId xmlns:a16="http://schemas.microsoft.com/office/drawing/2014/main" id="{248DC03F-B696-4EE1-B604-AEA75B41073A}"/>
              </a:ext>
            </a:extLst>
          </p:cNvPr>
          <p:cNvSpPr/>
          <p:nvPr/>
        </p:nvSpPr>
        <p:spPr>
          <a:xfrm>
            <a:off x="3346589" y="3600331"/>
            <a:ext cx="229960" cy="199151"/>
          </a:xfrm>
          <a:custGeom>
            <a:avLst/>
            <a:gdLst/>
            <a:ahLst/>
            <a:cxnLst/>
            <a:rect l="0" t="0" r="0" b="0"/>
            <a:pathLst>
              <a:path w="229960" h="199151">
                <a:moveTo>
                  <a:pt x="114980" y="0"/>
                </a:moveTo>
                <a:lnTo>
                  <a:pt x="229960" y="199151"/>
                </a:lnTo>
                <a:lnTo>
                  <a:pt x="0" y="199151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0" name="pl111">
            <a:extLst>
              <a:ext uri="{FF2B5EF4-FFF2-40B4-BE49-F238E27FC236}">
                <a16:creationId xmlns:a16="http://schemas.microsoft.com/office/drawing/2014/main" id="{A1343A17-D496-4634-A587-CA37A77F6A6F}"/>
              </a:ext>
            </a:extLst>
          </p:cNvPr>
          <p:cNvSpPr/>
          <p:nvPr/>
        </p:nvSpPr>
        <p:spPr>
          <a:xfrm>
            <a:off x="2783106" y="3733099"/>
            <a:ext cx="149089" cy="0"/>
          </a:xfrm>
          <a:custGeom>
            <a:avLst/>
            <a:gdLst/>
            <a:ahLst/>
            <a:cxnLst/>
            <a:rect l="0" t="0" r="0" b="0"/>
            <a:pathLst>
              <a:path w="149089">
                <a:moveTo>
                  <a:pt x="0" y="0"/>
                </a:moveTo>
                <a:lnTo>
                  <a:pt x="149089" y="0"/>
                </a:lnTo>
              </a:path>
            </a:pathLst>
          </a:custGeom>
          <a:ln w="118801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1" name="pl112">
            <a:extLst>
              <a:ext uri="{FF2B5EF4-FFF2-40B4-BE49-F238E27FC236}">
                <a16:creationId xmlns:a16="http://schemas.microsoft.com/office/drawing/2014/main" id="{DF1205E6-C607-46B0-AE8C-7B919023900C}"/>
              </a:ext>
            </a:extLst>
          </p:cNvPr>
          <p:cNvSpPr/>
          <p:nvPr/>
        </p:nvSpPr>
        <p:spPr>
          <a:xfrm>
            <a:off x="2932196" y="3733099"/>
            <a:ext cx="119271" cy="0"/>
          </a:xfrm>
          <a:custGeom>
            <a:avLst/>
            <a:gdLst/>
            <a:ahLst/>
            <a:cxnLst/>
            <a:rect l="0" t="0" r="0" b="0"/>
            <a:pathLst>
              <a:path w="119271">
                <a:moveTo>
                  <a:pt x="0" y="0"/>
                </a:moveTo>
                <a:lnTo>
                  <a:pt x="119271" y="0"/>
                </a:lnTo>
              </a:path>
            </a:pathLst>
          </a:custGeom>
          <a:ln w="21188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" name="pl114">
            <a:extLst>
              <a:ext uri="{FF2B5EF4-FFF2-40B4-BE49-F238E27FC236}">
                <a16:creationId xmlns:a16="http://schemas.microsoft.com/office/drawing/2014/main" id="{A24345A3-BD36-4567-8D29-2246D42F929C}"/>
              </a:ext>
            </a:extLst>
          </p:cNvPr>
          <p:cNvSpPr/>
          <p:nvPr/>
        </p:nvSpPr>
        <p:spPr>
          <a:xfrm>
            <a:off x="3081286" y="3733099"/>
            <a:ext cx="104362" cy="0"/>
          </a:xfrm>
          <a:custGeom>
            <a:avLst/>
            <a:gdLst/>
            <a:ahLst/>
            <a:cxnLst/>
            <a:rect l="0" t="0" r="0" b="0"/>
            <a:pathLst>
              <a:path w="104362">
                <a:moveTo>
                  <a:pt x="0" y="0"/>
                </a:moveTo>
                <a:lnTo>
                  <a:pt x="104362" y="0"/>
                </a:lnTo>
              </a:path>
            </a:pathLst>
          </a:custGeom>
          <a:ln w="273624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" name="pl115">
            <a:extLst>
              <a:ext uri="{FF2B5EF4-FFF2-40B4-BE49-F238E27FC236}">
                <a16:creationId xmlns:a16="http://schemas.microsoft.com/office/drawing/2014/main" id="{47036238-422D-41C7-9EE4-156C909D9F2A}"/>
              </a:ext>
            </a:extLst>
          </p:cNvPr>
          <p:cNvSpPr/>
          <p:nvPr/>
        </p:nvSpPr>
        <p:spPr>
          <a:xfrm>
            <a:off x="3185649" y="3733099"/>
            <a:ext cx="29817" cy="0"/>
          </a:xfrm>
          <a:custGeom>
            <a:avLst/>
            <a:gdLst/>
            <a:ahLst/>
            <a:cxnLst/>
            <a:rect l="0" t="0" r="0" b="0"/>
            <a:pathLst>
              <a:path w="29817">
                <a:moveTo>
                  <a:pt x="0" y="0"/>
                </a:moveTo>
                <a:lnTo>
                  <a:pt x="29817" y="0"/>
                </a:lnTo>
              </a:path>
            </a:pathLst>
          </a:custGeom>
          <a:ln w="340929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" name="pg164">
            <a:extLst>
              <a:ext uri="{FF2B5EF4-FFF2-40B4-BE49-F238E27FC236}">
                <a16:creationId xmlns:a16="http://schemas.microsoft.com/office/drawing/2014/main" id="{5AE6D95F-CBD2-4D3C-8907-DDB5CB9899C8}"/>
              </a:ext>
            </a:extLst>
          </p:cNvPr>
          <p:cNvSpPr/>
          <p:nvPr/>
        </p:nvSpPr>
        <p:spPr>
          <a:xfrm>
            <a:off x="2726100" y="3667273"/>
            <a:ext cx="114013" cy="98738"/>
          </a:xfrm>
          <a:custGeom>
            <a:avLst/>
            <a:gdLst/>
            <a:ahLst/>
            <a:cxnLst/>
            <a:rect l="0" t="0" r="0" b="0"/>
            <a:pathLst>
              <a:path w="114013" h="98738">
                <a:moveTo>
                  <a:pt x="57006" y="0"/>
                </a:moveTo>
                <a:lnTo>
                  <a:pt x="114013" y="98738"/>
                </a:lnTo>
                <a:lnTo>
                  <a:pt x="0" y="9873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5" name="pg165">
            <a:extLst>
              <a:ext uri="{FF2B5EF4-FFF2-40B4-BE49-F238E27FC236}">
                <a16:creationId xmlns:a16="http://schemas.microsoft.com/office/drawing/2014/main" id="{EF5BDC5B-3F63-490D-8D7F-FC79A273D76F}"/>
              </a:ext>
            </a:extLst>
          </p:cNvPr>
          <p:cNvSpPr/>
          <p:nvPr/>
        </p:nvSpPr>
        <p:spPr>
          <a:xfrm>
            <a:off x="2856219" y="3645368"/>
            <a:ext cx="151954" cy="131596"/>
          </a:xfrm>
          <a:custGeom>
            <a:avLst/>
            <a:gdLst/>
            <a:ahLst/>
            <a:cxnLst/>
            <a:rect l="0" t="0" r="0" b="0"/>
            <a:pathLst>
              <a:path w="151954" h="131596">
                <a:moveTo>
                  <a:pt x="75977" y="0"/>
                </a:moveTo>
                <a:lnTo>
                  <a:pt x="151954" y="131596"/>
                </a:lnTo>
                <a:lnTo>
                  <a:pt x="0" y="1315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6" name="pg166">
            <a:extLst>
              <a:ext uri="{FF2B5EF4-FFF2-40B4-BE49-F238E27FC236}">
                <a16:creationId xmlns:a16="http://schemas.microsoft.com/office/drawing/2014/main" id="{2949109E-051A-49E1-935E-FAD3091E325C}"/>
              </a:ext>
            </a:extLst>
          </p:cNvPr>
          <p:cNvSpPr/>
          <p:nvPr/>
        </p:nvSpPr>
        <p:spPr>
          <a:xfrm>
            <a:off x="2976407" y="3646426"/>
            <a:ext cx="150121" cy="130008"/>
          </a:xfrm>
          <a:custGeom>
            <a:avLst/>
            <a:gdLst/>
            <a:ahLst/>
            <a:cxnLst/>
            <a:rect l="0" t="0" r="0" b="0"/>
            <a:pathLst>
              <a:path w="150121" h="130008">
                <a:moveTo>
                  <a:pt x="75060" y="0"/>
                </a:moveTo>
                <a:lnTo>
                  <a:pt x="150121" y="130008"/>
                </a:lnTo>
                <a:lnTo>
                  <a:pt x="0" y="13000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7" name="pg167">
            <a:extLst>
              <a:ext uri="{FF2B5EF4-FFF2-40B4-BE49-F238E27FC236}">
                <a16:creationId xmlns:a16="http://schemas.microsoft.com/office/drawing/2014/main" id="{E0496A98-D7F3-4E1C-9AA3-72F2AA22ECF2}"/>
              </a:ext>
            </a:extLst>
          </p:cNvPr>
          <p:cNvSpPr/>
          <p:nvPr/>
        </p:nvSpPr>
        <p:spPr>
          <a:xfrm>
            <a:off x="3098371" y="3632319"/>
            <a:ext cx="174556" cy="151170"/>
          </a:xfrm>
          <a:custGeom>
            <a:avLst/>
            <a:gdLst/>
            <a:ahLst/>
            <a:cxnLst/>
            <a:rect l="0" t="0" r="0" b="0"/>
            <a:pathLst>
              <a:path w="174556" h="151170">
                <a:moveTo>
                  <a:pt x="87278" y="0"/>
                </a:moveTo>
                <a:lnTo>
                  <a:pt x="174556" y="151170"/>
                </a:lnTo>
                <a:lnTo>
                  <a:pt x="0" y="15117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0" name="pl74">
            <a:extLst>
              <a:ext uri="{FF2B5EF4-FFF2-40B4-BE49-F238E27FC236}">
                <a16:creationId xmlns:a16="http://schemas.microsoft.com/office/drawing/2014/main" id="{30E7C005-37A3-4D47-95FF-8EB727150CFD}"/>
              </a:ext>
            </a:extLst>
          </p:cNvPr>
          <p:cNvSpPr/>
          <p:nvPr/>
        </p:nvSpPr>
        <p:spPr>
          <a:xfrm>
            <a:off x="3975262" y="4728115"/>
            <a:ext cx="104362" cy="0"/>
          </a:xfrm>
          <a:custGeom>
            <a:avLst/>
            <a:gdLst/>
            <a:ahLst/>
            <a:cxnLst/>
            <a:rect l="0" t="0" r="0" b="0"/>
            <a:pathLst>
              <a:path w="104362">
                <a:moveTo>
                  <a:pt x="0" y="0"/>
                </a:moveTo>
                <a:lnTo>
                  <a:pt x="104362" y="0"/>
                </a:lnTo>
              </a:path>
            </a:pathLst>
          </a:custGeom>
          <a:ln w="38749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1" name="pl76">
            <a:extLst>
              <a:ext uri="{FF2B5EF4-FFF2-40B4-BE49-F238E27FC236}">
                <a16:creationId xmlns:a16="http://schemas.microsoft.com/office/drawing/2014/main" id="{1321B1A9-A3B9-4445-B6E9-AE0EA699A425}"/>
              </a:ext>
            </a:extLst>
          </p:cNvPr>
          <p:cNvSpPr/>
          <p:nvPr/>
        </p:nvSpPr>
        <p:spPr>
          <a:xfrm>
            <a:off x="4213805" y="4728115"/>
            <a:ext cx="89453" cy="0"/>
          </a:xfrm>
          <a:custGeom>
            <a:avLst/>
            <a:gdLst/>
            <a:ahLst/>
            <a:cxnLst/>
            <a:rect l="0" t="0" r="0" b="0"/>
            <a:pathLst>
              <a:path w="89453">
                <a:moveTo>
                  <a:pt x="0" y="0"/>
                </a:moveTo>
                <a:lnTo>
                  <a:pt x="89453" y="0"/>
                </a:lnTo>
              </a:path>
            </a:pathLst>
          </a:custGeom>
          <a:ln w="303634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2" name="pl77">
            <a:extLst>
              <a:ext uri="{FF2B5EF4-FFF2-40B4-BE49-F238E27FC236}">
                <a16:creationId xmlns:a16="http://schemas.microsoft.com/office/drawing/2014/main" id="{4AB45420-6912-4524-B934-8F9C8060037A}"/>
              </a:ext>
            </a:extLst>
          </p:cNvPr>
          <p:cNvSpPr/>
          <p:nvPr/>
        </p:nvSpPr>
        <p:spPr>
          <a:xfrm>
            <a:off x="4303259" y="4728115"/>
            <a:ext cx="104362" cy="0"/>
          </a:xfrm>
          <a:custGeom>
            <a:avLst/>
            <a:gdLst/>
            <a:ahLst/>
            <a:cxnLst/>
            <a:rect l="0" t="0" r="0" b="0"/>
            <a:pathLst>
              <a:path w="104362">
                <a:moveTo>
                  <a:pt x="0" y="0"/>
                </a:moveTo>
                <a:lnTo>
                  <a:pt x="104362" y="0"/>
                </a:lnTo>
              </a:path>
            </a:pathLst>
          </a:custGeom>
          <a:ln w="315547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3" name="pl78">
            <a:extLst>
              <a:ext uri="{FF2B5EF4-FFF2-40B4-BE49-F238E27FC236}">
                <a16:creationId xmlns:a16="http://schemas.microsoft.com/office/drawing/2014/main" id="{DA96A64F-825A-47E1-AE01-BAD843727F61}"/>
              </a:ext>
            </a:extLst>
          </p:cNvPr>
          <p:cNvSpPr/>
          <p:nvPr/>
        </p:nvSpPr>
        <p:spPr>
          <a:xfrm>
            <a:off x="4407622" y="4728115"/>
            <a:ext cx="208725" cy="0"/>
          </a:xfrm>
          <a:custGeom>
            <a:avLst/>
            <a:gdLst/>
            <a:ahLst/>
            <a:cxnLst/>
            <a:rect l="0" t="0" r="0" b="0"/>
            <a:pathLst>
              <a:path w="208725">
                <a:moveTo>
                  <a:pt x="0" y="0"/>
                </a:moveTo>
                <a:lnTo>
                  <a:pt x="208725" y="0"/>
                </a:lnTo>
              </a:path>
            </a:pathLst>
          </a:custGeom>
          <a:ln w="315547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4" name="pl79">
            <a:extLst>
              <a:ext uri="{FF2B5EF4-FFF2-40B4-BE49-F238E27FC236}">
                <a16:creationId xmlns:a16="http://schemas.microsoft.com/office/drawing/2014/main" id="{FA580F2C-DEEB-4B10-9BD1-36D27ACBD420}"/>
              </a:ext>
            </a:extLst>
          </p:cNvPr>
          <p:cNvSpPr/>
          <p:nvPr/>
        </p:nvSpPr>
        <p:spPr>
          <a:xfrm>
            <a:off x="4616347" y="4728115"/>
            <a:ext cx="89453" cy="0"/>
          </a:xfrm>
          <a:custGeom>
            <a:avLst/>
            <a:gdLst/>
            <a:ahLst/>
            <a:cxnLst/>
            <a:rect l="0" t="0" r="0" b="0"/>
            <a:pathLst>
              <a:path w="89453">
                <a:moveTo>
                  <a:pt x="0" y="0"/>
                </a:moveTo>
                <a:lnTo>
                  <a:pt x="89453" y="0"/>
                </a:lnTo>
              </a:path>
            </a:pathLst>
          </a:custGeom>
          <a:ln w="315547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6" name="pt150">
            <a:extLst>
              <a:ext uri="{FF2B5EF4-FFF2-40B4-BE49-F238E27FC236}">
                <a16:creationId xmlns:a16="http://schemas.microsoft.com/office/drawing/2014/main" id="{9C38CC9F-A5A3-4FBE-BAE6-CCADCA274D45}"/>
              </a:ext>
            </a:extLst>
          </p:cNvPr>
          <p:cNvSpPr/>
          <p:nvPr/>
        </p:nvSpPr>
        <p:spPr>
          <a:xfrm>
            <a:off x="4685699" y="4708013"/>
            <a:ext cx="40204" cy="40204"/>
          </a:xfrm>
          <a:prstGeom prst="ellipse">
            <a:avLst/>
          </a:prstGeom>
          <a:solidFill>
            <a:srgbClr val="0000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7" name="pl74">
            <a:extLst>
              <a:ext uri="{FF2B5EF4-FFF2-40B4-BE49-F238E27FC236}">
                <a16:creationId xmlns:a16="http://schemas.microsoft.com/office/drawing/2014/main" id="{43D056C8-7376-44A7-B171-202BAE770D87}"/>
              </a:ext>
            </a:extLst>
          </p:cNvPr>
          <p:cNvSpPr/>
          <p:nvPr/>
        </p:nvSpPr>
        <p:spPr>
          <a:xfrm>
            <a:off x="4049080" y="4728115"/>
            <a:ext cx="104362" cy="0"/>
          </a:xfrm>
          <a:custGeom>
            <a:avLst/>
            <a:gdLst/>
            <a:ahLst/>
            <a:cxnLst/>
            <a:rect l="0" t="0" r="0" b="0"/>
            <a:pathLst>
              <a:path w="104362">
                <a:moveTo>
                  <a:pt x="0" y="0"/>
                </a:moveTo>
                <a:lnTo>
                  <a:pt x="104362" y="0"/>
                </a:lnTo>
              </a:path>
            </a:pathLst>
          </a:custGeom>
          <a:ln w="38749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8" name="pt148">
            <a:extLst>
              <a:ext uri="{FF2B5EF4-FFF2-40B4-BE49-F238E27FC236}">
                <a16:creationId xmlns:a16="http://schemas.microsoft.com/office/drawing/2014/main" id="{505E74B8-0E2F-403F-9C18-DC91142C06F0}"/>
              </a:ext>
            </a:extLst>
          </p:cNvPr>
          <p:cNvSpPr/>
          <p:nvPr/>
        </p:nvSpPr>
        <p:spPr>
          <a:xfrm>
            <a:off x="4120082" y="4634392"/>
            <a:ext cx="187446" cy="187446"/>
          </a:xfrm>
          <a:prstGeom prst="ellipse">
            <a:avLst/>
          </a:prstGeom>
          <a:solidFill>
            <a:srgbClr val="0000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9" name="Right Brace 138">
            <a:extLst>
              <a:ext uri="{FF2B5EF4-FFF2-40B4-BE49-F238E27FC236}">
                <a16:creationId xmlns:a16="http://schemas.microsoft.com/office/drawing/2014/main" id="{8ABED43F-5005-4E55-803D-2B0514022B90}"/>
              </a:ext>
            </a:extLst>
          </p:cNvPr>
          <p:cNvSpPr/>
          <p:nvPr/>
        </p:nvSpPr>
        <p:spPr>
          <a:xfrm>
            <a:off x="4239197" y="3513558"/>
            <a:ext cx="208775" cy="424882"/>
          </a:xfrm>
          <a:prstGeom prst="rightBrace">
            <a:avLst/>
          </a:prstGeom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2ED8088-9AF2-4C40-B2F9-75E755D13336}"/>
              </a:ext>
            </a:extLst>
          </p:cNvPr>
          <p:cNvSpPr txBox="1"/>
          <p:nvPr/>
        </p:nvSpPr>
        <p:spPr>
          <a:xfrm>
            <a:off x="4493546" y="3583358"/>
            <a:ext cx="1304708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rgbClr val="969696"/>
                </a:solidFill>
                <a:latin typeface="Arial"/>
                <a:cs typeface="Arial"/>
              </a:rPr>
              <a:t>Height proportional to Cumulative N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1C56A90-A125-4CF7-B268-892452D3DCE8}"/>
              </a:ext>
            </a:extLst>
          </p:cNvPr>
          <p:cNvSpPr txBox="1"/>
          <p:nvPr/>
        </p:nvSpPr>
        <p:spPr>
          <a:xfrm>
            <a:off x="3553455" y="339401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BEBEBE"/>
                </a:solidFill>
                <a:latin typeface="Arial"/>
                <a:cs typeface="Arial"/>
              </a:rPr>
              <a:t>Cumulative N Reached</a:t>
            </a:r>
            <a:endParaRPr lang="en-US" sz="12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E60DABF-D8FB-4957-99EA-B7D799F3D469}"/>
              </a:ext>
            </a:extLst>
          </p:cNvPr>
          <p:cNvSpPr txBox="1"/>
          <p:nvPr/>
        </p:nvSpPr>
        <p:spPr>
          <a:xfrm>
            <a:off x="4743777" y="4461638"/>
            <a:ext cx="19681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BEBEBE"/>
                </a:solidFill>
                <a:latin typeface="Arial"/>
                <a:cs typeface="Arial"/>
              </a:rPr>
              <a:t>Cumulative N Reached</a:t>
            </a:r>
            <a:endParaRPr lang="en-US" sz="12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8058974-B811-4175-B2BE-ADE3C019A8AF}"/>
              </a:ext>
            </a:extLst>
          </p:cNvPr>
          <p:cNvSpPr txBox="1"/>
          <p:nvPr/>
        </p:nvSpPr>
        <p:spPr>
          <a:xfrm>
            <a:off x="2688627" y="3010051"/>
            <a:ext cx="18221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BEBEBE"/>
                </a:solidFill>
                <a:latin typeface="Arial"/>
                <a:cs typeface="Arial"/>
              </a:rPr>
              <a:t>Big RWS study added</a:t>
            </a:r>
            <a:endParaRPr lang="en-US" sz="12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FD22C1D-6B80-4E56-A78A-80690DEB03B6}"/>
              </a:ext>
            </a:extLst>
          </p:cNvPr>
          <p:cNvSpPr txBox="1"/>
          <p:nvPr/>
        </p:nvSpPr>
        <p:spPr>
          <a:xfrm>
            <a:off x="3015439" y="4276759"/>
            <a:ext cx="18221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BEBEBE"/>
                </a:solidFill>
                <a:latin typeface="Arial"/>
                <a:cs typeface="Arial"/>
              </a:rPr>
              <a:t>First big RCT added</a:t>
            </a:r>
            <a:endParaRPr lang="en-US" sz="1200" dirty="0"/>
          </a:p>
        </p:txBody>
      </p:sp>
      <p:sp>
        <p:nvSpPr>
          <p:cNvPr id="146" name="pl32">
            <a:extLst>
              <a:ext uri="{FF2B5EF4-FFF2-40B4-BE49-F238E27FC236}">
                <a16:creationId xmlns:a16="http://schemas.microsoft.com/office/drawing/2014/main" id="{E4EA2C29-15AF-411E-9C4D-1EC57D99D599}"/>
              </a:ext>
            </a:extLst>
          </p:cNvPr>
          <p:cNvSpPr/>
          <p:nvPr/>
        </p:nvSpPr>
        <p:spPr>
          <a:xfrm rot="15712211">
            <a:off x="3084937" y="3286156"/>
            <a:ext cx="441012" cy="335644"/>
          </a:xfrm>
          <a:custGeom>
            <a:avLst/>
            <a:gdLst/>
            <a:ahLst/>
            <a:cxnLst/>
            <a:rect l="0" t="0" r="0" b="0"/>
            <a:pathLst>
              <a:path w="753729" h="297339">
                <a:moveTo>
                  <a:pt x="753729" y="0"/>
                </a:moveTo>
                <a:lnTo>
                  <a:pt x="751764" y="2208"/>
                </a:lnTo>
                <a:lnTo>
                  <a:pt x="741353" y="13909"/>
                </a:lnTo>
                <a:lnTo>
                  <a:pt x="723443" y="34038"/>
                </a:lnTo>
                <a:lnTo>
                  <a:pt x="704431" y="55370"/>
                </a:lnTo>
                <a:lnTo>
                  <a:pt x="687044" y="74359"/>
                </a:lnTo>
                <a:lnTo>
                  <a:pt x="670753" y="91091"/>
                </a:lnTo>
                <a:lnTo>
                  <a:pt x="657473" y="103785"/>
                </a:lnTo>
                <a:lnTo>
                  <a:pt x="640750" y="118681"/>
                </a:lnTo>
                <a:lnTo>
                  <a:pt x="624320" y="132297"/>
                </a:lnTo>
                <a:lnTo>
                  <a:pt x="608944" y="144292"/>
                </a:lnTo>
                <a:lnTo>
                  <a:pt x="594144" y="155510"/>
                </a:lnTo>
                <a:lnTo>
                  <a:pt x="578117" y="167231"/>
                </a:lnTo>
                <a:lnTo>
                  <a:pt x="560266" y="179448"/>
                </a:lnTo>
                <a:lnTo>
                  <a:pt x="544985" y="189189"/>
                </a:lnTo>
                <a:lnTo>
                  <a:pt x="525700" y="200576"/>
                </a:lnTo>
                <a:lnTo>
                  <a:pt x="506950" y="210763"/>
                </a:lnTo>
                <a:lnTo>
                  <a:pt x="489548" y="219563"/>
                </a:lnTo>
                <a:lnTo>
                  <a:pt x="472860" y="227713"/>
                </a:lnTo>
                <a:lnTo>
                  <a:pt x="454871" y="236119"/>
                </a:lnTo>
                <a:lnTo>
                  <a:pt x="434997" y="244658"/>
                </a:lnTo>
                <a:lnTo>
                  <a:pt x="418123" y="251266"/>
                </a:lnTo>
                <a:lnTo>
                  <a:pt x="397002" y="258715"/>
                </a:lnTo>
                <a:lnTo>
                  <a:pt x="376638" y="265091"/>
                </a:lnTo>
                <a:lnTo>
                  <a:pt x="357864" y="270365"/>
                </a:lnTo>
                <a:lnTo>
                  <a:pt x="339917" y="275138"/>
                </a:lnTo>
                <a:lnTo>
                  <a:pt x="320643" y="279913"/>
                </a:lnTo>
                <a:lnTo>
                  <a:pt x="299495" y="284455"/>
                </a:lnTo>
                <a:lnTo>
                  <a:pt x="281662" y="287680"/>
                </a:lnTo>
                <a:lnTo>
                  <a:pt x="259501" y="290910"/>
                </a:lnTo>
                <a:lnTo>
                  <a:pt x="238289" y="293234"/>
                </a:lnTo>
                <a:lnTo>
                  <a:pt x="218850" y="294784"/>
                </a:lnTo>
                <a:lnTo>
                  <a:pt x="200318" y="296003"/>
                </a:lnTo>
                <a:lnTo>
                  <a:pt x="180486" y="296966"/>
                </a:lnTo>
                <a:lnTo>
                  <a:pt x="158858" y="297339"/>
                </a:lnTo>
                <a:lnTo>
                  <a:pt x="140738" y="297060"/>
                </a:lnTo>
                <a:lnTo>
                  <a:pt x="118180" y="295913"/>
                </a:lnTo>
                <a:lnTo>
                  <a:pt x="94587" y="293794"/>
                </a:lnTo>
                <a:lnTo>
                  <a:pt x="68472" y="290711"/>
                </a:lnTo>
                <a:lnTo>
                  <a:pt x="39833" y="287037"/>
                </a:lnTo>
                <a:lnTo>
                  <a:pt x="14510" y="283782"/>
                </a:lnTo>
                <a:lnTo>
                  <a:pt x="1645" y="282129"/>
                </a:lnTo>
                <a:lnTo>
                  <a:pt x="0" y="281917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headEnd type="none"/>
            <a:tailEnd type="arrow"/>
          </a:ln>
        </p:spPr>
        <p:txBody>
          <a:bodyPr/>
          <a:lstStyle/>
          <a:p>
            <a:endParaRPr>
              <a:solidFill>
                <a:srgbClr val="7F7F7F"/>
              </a:solidFill>
            </a:endParaRPr>
          </a:p>
        </p:txBody>
      </p:sp>
      <p:sp>
        <p:nvSpPr>
          <p:cNvPr id="147" name="pl183">
            <a:extLst>
              <a:ext uri="{FF2B5EF4-FFF2-40B4-BE49-F238E27FC236}">
                <a16:creationId xmlns:a16="http://schemas.microsoft.com/office/drawing/2014/main" id="{9D3094F0-F7D4-4072-B7E0-FCF25FB16F1C}"/>
              </a:ext>
            </a:extLst>
          </p:cNvPr>
          <p:cNvSpPr/>
          <p:nvPr/>
        </p:nvSpPr>
        <p:spPr>
          <a:xfrm>
            <a:off x="4213805" y="3336284"/>
            <a:ext cx="0" cy="1632901"/>
          </a:xfrm>
          <a:custGeom>
            <a:avLst/>
            <a:gdLst/>
            <a:ahLst/>
            <a:cxnLst/>
            <a:rect l="0" t="0" r="0" b="0"/>
            <a:pathLst>
              <a:path h="1632901">
                <a:moveTo>
                  <a:pt x="0" y="16329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5400" cap="flat">
            <a:solidFill>
              <a:srgbClr val="000000">
                <a:alpha val="50196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8FECCAA-0F14-465E-BAA6-B9645B881211}"/>
              </a:ext>
            </a:extLst>
          </p:cNvPr>
          <p:cNvSpPr txBox="1"/>
          <p:nvPr/>
        </p:nvSpPr>
        <p:spPr>
          <a:xfrm>
            <a:off x="6357838" y="5796392"/>
            <a:ext cx="19681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BEBEBE"/>
                </a:solidFill>
                <a:latin typeface="Arial"/>
                <a:cs typeface="Arial"/>
              </a:rPr>
              <a:t>RCTs results arrive later</a:t>
            </a:r>
            <a:endParaRPr lang="en-US" sz="12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9C85DF1-A601-4E35-99AD-76F4995EEA24}"/>
              </a:ext>
            </a:extLst>
          </p:cNvPr>
          <p:cNvSpPr txBox="1"/>
          <p:nvPr/>
        </p:nvSpPr>
        <p:spPr>
          <a:xfrm>
            <a:off x="4212414" y="5637060"/>
            <a:ext cx="1968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BEBEBE"/>
                </a:solidFill>
                <a:latin typeface="Arial"/>
                <a:cs typeface="Arial"/>
              </a:rPr>
              <a:t>RWS results arrive early, effect might be exaggerated</a:t>
            </a:r>
            <a:endParaRPr lang="en-US" sz="1200" dirty="0"/>
          </a:p>
        </p:txBody>
      </p:sp>
      <p:sp>
        <p:nvSpPr>
          <p:cNvPr id="152" name="Right Brace 151">
            <a:extLst>
              <a:ext uri="{FF2B5EF4-FFF2-40B4-BE49-F238E27FC236}">
                <a16:creationId xmlns:a16="http://schemas.microsoft.com/office/drawing/2014/main" id="{621049E5-4413-42CB-90A2-E0846CA3D49E}"/>
              </a:ext>
            </a:extLst>
          </p:cNvPr>
          <p:cNvSpPr/>
          <p:nvPr/>
        </p:nvSpPr>
        <p:spPr>
          <a:xfrm rot="5400000">
            <a:off x="5806979" y="4531544"/>
            <a:ext cx="340902" cy="3691539"/>
          </a:xfrm>
          <a:prstGeom prst="rightBrac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9A7B13C-8C78-450C-B1EE-8A8E3D592B52}"/>
              </a:ext>
            </a:extLst>
          </p:cNvPr>
          <p:cNvSpPr txBox="1"/>
          <p:nvPr/>
        </p:nvSpPr>
        <p:spPr>
          <a:xfrm>
            <a:off x="4050070" y="6567824"/>
            <a:ext cx="432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BEBEBE"/>
                </a:solidFill>
                <a:latin typeface="Arial"/>
                <a:cs typeface="Arial"/>
              </a:rPr>
              <a:t>Combining both can provide early and accurate insights</a:t>
            </a:r>
            <a:endParaRPr lang="en-US" sz="1200" dirty="0"/>
          </a:p>
        </p:txBody>
      </p:sp>
      <p:sp>
        <p:nvSpPr>
          <p:cNvPr id="77" name="pl77">
            <a:extLst>
              <a:ext uri="{FF2B5EF4-FFF2-40B4-BE49-F238E27FC236}">
                <a16:creationId xmlns:a16="http://schemas.microsoft.com/office/drawing/2014/main" id="{7737BCF8-B521-4D50-8ECE-D778CA431F0E}"/>
              </a:ext>
            </a:extLst>
          </p:cNvPr>
          <p:cNvSpPr/>
          <p:nvPr/>
        </p:nvSpPr>
        <p:spPr>
          <a:xfrm>
            <a:off x="7486399" y="3448507"/>
            <a:ext cx="2599304" cy="1447477"/>
          </a:xfrm>
          <a:custGeom>
            <a:avLst/>
            <a:gdLst/>
            <a:ahLst/>
            <a:cxnLst/>
            <a:rect l="0" t="0" r="0" b="0"/>
            <a:pathLst>
              <a:path w="3563934" h="1447477">
                <a:moveTo>
                  <a:pt x="0" y="1447477"/>
                </a:moveTo>
                <a:lnTo>
                  <a:pt x="147270" y="1447477"/>
                </a:lnTo>
                <a:lnTo>
                  <a:pt x="147270" y="1378675"/>
                </a:lnTo>
                <a:lnTo>
                  <a:pt x="265086" y="1378675"/>
                </a:lnTo>
                <a:lnTo>
                  <a:pt x="265086" y="1311642"/>
                </a:lnTo>
                <a:lnTo>
                  <a:pt x="294540" y="1311642"/>
                </a:lnTo>
                <a:lnTo>
                  <a:pt x="294540" y="1311642"/>
                </a:lnTo>
                <a:lnTo>
                  <a:pt x="397629" y="1311642"/>
                </a:lnTo>
                <a:lnTo>
                  <a:pt x="397629" y="1219121"/>
                </a:lnTo>
                <a:lnTo>
                  <a:pt x="427083" y="1219121"/>
                </a:lnTo>
                <a:lnTo>
                  <a:pt x="427083" y="1219121"/>
                </a:lnTo>
                <a:lnTo>
                  <a:pt x="515445" y="1219121"/>
                </a:lnTo>
                <a:lnTo>
                  <a:pt x="515445" y="1219121"/>
                </a:lnTo>
                <a:lnTo>
                  <a:pt x="677442" y="1219121"/>
                </a:lnTo>
                <a:lnTo>
                  <a:pt x="677442" y="1053417"/>
                </a:lnTo>
                <a:lnTo>
                  <a:pt x="824712" y="1053417"/>
                </a:lnTo>
                <a:lnTo>
                  <a:pt x="824712" y="1043730"/>
                </a:lnTo>
                <a:lnTo>
                  <a:pt x="898347" y="1043730"/>
                </a:lnTo>
                <a:lnTo>
                  <a:pt x="898347" y="984394"/>
                </a:lnTo>
                <a:lnTo>
                  <a:pt x="1001436" y="984394"/>
                </a:lnTo>
                <a:lnTo>
                  <a:pt x="1001436" y="971687"/>
                </a:lnTo>
                <a:lnTo>
                  <a:pt x="1016163" y="971687"/>
                </a:lnTo>
                <a:lnTo>
                  <a:pt x="1016163" y="969478"/>
                </a:lnTo>
                <a:lnTo>
                  <a:pt x="1133979" y="969478"/>
                </a:lnTo>
                <a:lnTo>
                  <a:pt x="1133979" y="939423"/>
                </a:lnTo>
                <a:lnTo>
                  <a:pt x="1222341" y="939423"/>
                </a:lnTo>
                <a:lnTo>
                  <a:pt x="1222341" y="939423"/>
                </a:lnTo>
                <a:lnTo>
                  <a:pt x="1325430" y="939423"/>
                </a:lnTo>
                <a:lnTo>
                  <a:pt x="1325430" y="936550"/>
                </a:lnTo>
                <a:lnTo>
                  <a:pt x="1428519" y="936550"/>
                </a:lnTo>
                <a:lnTo>
                  <a:pt x="1428519" y="936550"/>
                </a:lnTo>
                <a:lnTo>
                  <a:pt x="1531608" y="936550"/>
                </a:lnTo>
                <a:lnTo>
                  <a:pt x="1531608" y="936550"/>
                </a:lnTo>
                <a:lnTo>
                  <a:pt x="1619970" y="936550"/>
                </a:lnTo>
                <a:lnTo>
                  <a:pt x="1619970" y="936550"/>
                </a:lnTo>
                <a:lnTo>
                  <a:pt x="1752513" y="936550"/>
                </a:lnTo>
                <a:lnTo>
                  <a:pt x="1752513" y="472731"/>
                </a:lnTo>
                <a:lnTo>
                  <a:pt x="1929237" y="472731"/>
                </a:lnTo>
                <a:lnTo>
                  <a:pt x="1929237" y="268648"/>
                </a:lnTo>
                <a:lnTo>
                  <a:pt x="2032326" y="268648"/>
                </a:lnTo>
                <a:lnTo>
                  <a:pt x="2032326" y="265702"/>
                </a:lnTo>
                <a:lnTo>
                  <a:pt x="2135415" y="265702"/>
                </a:lnTo>
                <a:lnTo>
                  <a:pt x="2135415" y="265702"/>
                </a:lnTo>
                <a:lnTo>
                  <a:pt x="2238504" y="265702"/>
                </a:lnTo>
                <a:lnTo>
                  <a:pt x="2238504" y="208171"/>
                </a:lnTo>
                <a:lnTo>
                  <a:pt x="2341593" y="208171"/>
                </a:lnTo>
                <a:lnTo>
                  <a:pt x="2341593" y="103938"/>
                </a:lnTo>
                <a:lnTo>
                  <a:pt x="2444682" y="103938"/>
                </a:lnTo>
                <a:lnTo>
                  <a:pt x="2444682" y="76904"/>
                </a:lnTo>
                <a:lnTo>
                  <a:pt x="2547771" y="76904"/>
                </a:lnTo>
                <a:lnTo>
                  <a:pt x="2547771" y="76904"/>
                </a:lnTo>
                <a:lnTo>
                  <a:pt x="2650860" y="76904"/>
                </a:lnTo>
                <a:lnTo>
                  <a:pt x="2650860" y="76904"/>
                </a:lnTo>
                <a:lnTo>
                  <a:pt x="2753949" y="76904"/>
                </a:lnTo>
                <a:lnTo>
                  <a:pt x="2753949" y="61471"/>
                </a:lnTo>
                <a:lnTo>
                  <a:pt x="2857038" y="61471"/>
                </a:lnTo>
                <a:lnTo>
                  <a:pt x="2857038" y="61471"/>
                </a:lnTo>
                <a:lnTo>
                  <a:pt x="2960127" y="61471"/>
                </a:lnTo>
                <a:lnTo>
                  <a:pt x="2960127" y="61471"/>
                </a:lnTo>
                <a:lnTo>
                  <a:pt x="3063216" y="61471"/>
                </a:lnTo>
                <a:lnTo>
                  <a:pt x="3063216" y="61471"/>
                </a:lnTo>
                <a:lnTo>
                  <a:pt x="3166305" y="61471"/>
                </a:lnTo>
                <a:lnTo>
                  <a:pt x="3166305" y="61471"/>
                </a:lnTo>
                <a:lnTo>
                  <a:pt x="3269394" y="61471"/>
                </a:lnTo>
                <a:lnTo>
                  <a:pt x="3269394" y="61471"/>
                </a:lnTo>
                <a:lnTo>
                  <a:pt x="3563934" y="61471"/>
                </a:lnTo>
                <a:lnTo>
                  <a:pt x="3563934" y="0"/>
                </a:lnTo>
              </a:path>
            </a:pathLst>
          </a:custGeom>
          <a:ln w="27101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8" name="pl77">
            <a:extLst>
              <a:ext uri="{FF2B5EF4-FFF2-40B4-BE49-F238E27FC236}">
                <a16:creationId xmlns:a16="http://schemas.microsoft.com/office/drawing/2014/main" id="{796A74FD-61C4-45BE-B5DF-23F9BD8C9EEC}"/>
              </a:ext>
            </a:extLst>
          </p:cNvPr>
          <p:cNvSpPr/>
          <p:nvPr/>
        </p:nvSpPr>
        <p:spPr>
          <a:xfrm>
            <a:off x="7560186" y="4260989"/>
            <a:ext cx="2599304" cy="625657"/>
          </a:xfrm>
          <a:custGeom>
            <a:avLst/>
            <a:gdLst/>
            <a:ahLst/>
            <a:cxnLst/>
            <a:rect l="0" t="0" r="0" b="0"/>
            <a:pathLst>
              <a:path w="3563934" h="1447477">
                <a:moveTo>
                  <a:pt x="0" y="1447477"/>
                </a:moveTo>
                <a:lnTo>
                  <a:pt x="147270" y="1447477"/>
                </a:lnTo>
                <a:lnTo>
                  <a:pt x="147270" y="1378675"/>
                </a:lnTo>
                <a:lnTo>
                  <a:pt x="265086" y="1378675"/>
                </a:lnTo>
                <a:lnTo>
                  <a:pt x="265086" y="1311642"/>
                </a:lnTo>
                <a:lnTo>
                  <a:pt x="294540" y="1311642"/>
                </a:lnTo>
                <a:lnTo>
                  <a:pt x="294540" y="1311642"/>
                </a:lnTo>
                <a:lnTo>
                  <a:pt x="397629" y="1311642"/>
                </a:lnTo>
                <a:lnTo>
                  <a:pt x="397629" y="1219121"/>
                </a:lnTo>
                <a:lnTo>
                  <a:pt x="427083" y="1219121"/>
                </a:lnTo>
                <a:lnTo>
                  <a:pt x="427083" y="1219121"/>
                </a:lnTo>
                <a:lnTo>
                  <a:pt x="515445" y="1219121"/>
                </a:lnTo>
                <a:lnTo>
                  <a:pt x="515445" y="1219121"/>
                </a:lnTo>
                <a:lnTo>
                  <a:pt x="677442" y="1219121"/>
                </a:lnTo>
                <a:lnTo>
                  <a:pt x="677442" y="1053417"/>
                </a:lnTo>
                <a:lnTo>
                  <a:pt x="824712" y="1053417"/>
                </a:lnTo>
                <a:lnTo>
                  <a:pt x="824712" y="1043730"/>
                </a:lnTo>
                <a:lnTo>
                  <a:pt x="898347" y="1043730"/>
                </a:lnTo>
                <a:lnTo>
                  <a:pt x="898347" y="984394"/>
                </a:lnTo>
                <a:lnTo>
                  <a:pt x="1001436" y="984394"/>
                </a:lnTo>
                <a:lnTo>
                  <a:pt x="1001436" y="971687"/>
                </a:lnTo>
                <a:lnTo>
                  <a:pt x="1016163" y="971687"/>
                </a:lnTo>
                <a:lnTo>
                  <a:pt x="1016163" y="969478"/>
                </a:lnTo>
                <a:lnTo>
                  <a:pt x="1133979" y="969478"/>
                </a:lnTo>
                <a:lnTo>
                  <a:pt x="1133979" y="939423"/>
                </a:lnTo>
                <a:lnTo>
                  <a:pt x="1222341" y="939423"/>
                </a:lnTo>
                <a:lnTo>
                  <a:pt x="1222341" y="939423"/>
                </a:lnTo>
                <a:lnTo>
                  <a:pt x="1325430" y="939423"/>
                </a:lnTo>
                <a:lnTo>
                  <a:pt x="1325430" y="936550"/>
                </a:lnTo>
                <a:lnTo>
                  <a:pt x="1428519" y="936550"/>
                </a:lnTo>
                <a:lnTo>
                  <a:pt x="1428519" y="936550"/>
                </a:lnTo>
                <a:lnTo>
                  <a:pt x="1531608" y="936550"/>
                </a:lnTo>
                <a:lnTo>
                  <a:pt x="1531608" y="936550"/>
                </a:lnTo>
                <a:lnTo>
                  <a:pt x="1619970" y="936550"/>
                </a:lnTo>
                <a:lnTo>
                  <a:pt x="1619970" y="936550"/>
                </a:lnTo>
                <a:lnTo>
                  <a:pt x="1752513" y="936550"/>
                </a:lnTo>
                <a:lnTo>
                  <a:pt x="1752513" y="472731"/>
                </a:lnTo>
                <a:lnTo>
                  <a:pt x="1929237" y="472731"/>
                </a:lnTo>
                <a:lnTo>
                  <a:pt x="1929237" y="268648"/>
                </a:lnTo>
                <a:lnTo>
                  <a:pt x="2032326" y="268648"/>
                </a:lnTo>
                <a:lnTo>
                  <a:pt x="2032326" y="265702"/>
                </a:lnTo>
                <a:lnTo>
                  <a:pt x="2135415" y="265702"/>
                </a:lnTo>
                <a:lnTo>
                  <a:pt x="2135415" y="265702"/>
                </a:lnTo>
                <a:lnTo>
                  <a:pt x="2238504" y="265702"/>
                </a:lnTo>
                <a:lnTo>
                  <a:pt x="2238504" y="208171"/>
                </a:lnTo>
                <a:lnTo>
                  <a:pt x="2341593" y="208171"/>
                </a:lnTo>
                <a:lnTo>
                  <a:pt x="2341593" y="103938"/>
                </a:lnTo>
                <a:lnTo>
                  <a:pt x="2444682" y="103938"/>
                </a:lnTo>
                <a:lnTo>
                  <a:pt x="2444682" y="76904"/>
                </a:lnTo>
                <a:lnTo>
                  <a:pt x="2547771" y="76904"/>
                </a:lnTo>
                <a:lnTo>
                  <a:pt x="2547771" y="76904"/>
                </a:lnTo>
                <a:lnTo>
                  <a:pt x="2650860" y="76904"/>
                </a:lnTo>
                <a:lnTo>
                  <a:pt x="2650860" y="76904"/>
                </a:lnTo>
                <a:lnTo>
                  <a:pt x="2753949" y="76904"/>
                </a:lnTo>
                <a:lnTo>
                  <a:pt x="2753949" y="61471"/>
                </a:lnTo>
                <a:lnTo>
                  <a:pt x="2857038" y="61471"/>
                </a:lnTo>
                <a:lnTo>
                  <a:pt x="2857038" y="61471"/>
                </a:lnTo>
                <a:lnTo>
                  <a:pt x="2960127" y="61471"/>
                </a:lnTo>
                <a:lnTo>
                  <a:pt x="2960127" y="61471"/>
                </a:lnTo>
                <a:lnTo>
                  <a:pt x="3063216" y="61471"/>
                </a:lnTo>
                <a:lnTo>
                  <a:pt x="3063216" y="61471"/>
                </a:lnTo>
                <a:lnTo>
                  <a:pt x="3166305" y="61471"/>
                </a:lnTo>
                <a:lnTo>
                  <a:pt x="3166305" y="61471"/>
                </a:lnTo>
                <a:lnTo>
                  <a:pt x="3269394" y="61471"/>
                </a:lnTo>
                <a:lnTo>
                  <a:pt x="3269394" y="61471"/>
                </a:lnTo>
                <a:lnTo>
                  <a:pt x="3563934" y="61471"/>
                </a:lnTo>
                <a:lnTo>
                  <a:pt x="3563934" y="0"/>
                </a:lnTo>
              </a:path>
            </a:pathLst>
          </a:custGeom>
          <a:ln w="27101" cap="flat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9" name="tx112">
            <a:extLst>
              <a:ext uri="{FF2B5EF4-FFF2-40B4-BE49-F238E27FC236}">
                <a16:creationId xmlns:a16="http://schemas.microsoft.com/office/drawing/2014/main" id="{C406DB46-2515-4656-944D-01A529BAD76D}"/>
              </a:ext>
            </a:extLst>
          </p:cNvPr>
          <p:cNvSpPr/>
          <p:nvPr/>
        </p:nvSpPr>
        <p:spPr>
          <a:xfrm>
            <a:off x="10295688" y="4139621"/>
            <a:ext cx="1128947" cy="57225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596"/>
              </a:lnSpc>
            </a:pPr>
            <a: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Randomized</a:t>
            </a:r>
            <a:b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Controlled</a:t>
            </a:r>
            <a:b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Trials</a:t>
            </a:r>
            <a:endParaRPr sz="1596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80" name="tx111">
            <a:extLst>
              <a:ext uri="{FF2B5EF4-FFF2-40B4-BE49-F238E27FC236}">
                <a16:creationId xmlns:a16="http://schemas.microsoft.com/office/drawing/2014/main" id="{17A41315-F736-4530-A28B-3DDB9FF6A83B}"/>
              </a:ext>
            </a:extLst>
          </p:cNvPr>
          <p:cNvSpPr/>
          <p:nvPr/>
        </p:nvSpPr>
        <p:spPr>
          <a:xfrm>
            <a:off x="10423914" y="3429000"/>
            <a:ext cx="899622" cy="3488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596"/>
              </a:lnSpc>
            </a:pPr>
            <a:r>
              <a:rPr lang="en-US" sz="1596" dirty="0">
                <a:solidFill>
                  <a:srgbClr val="BEBEBE"/>
                </a:solidFill>
                <a:latin typeface="Arial"/>
                <a:cs typeface="Arial"/>
              </a:rPr>
              <a:t>Real World</a:t>
            </a:r>
            <a:br>
              <a:rPr lang="en-US" sz="1596" dirty="0">
                <a:solidFill>
                  <a:srgbClr val="BEBEBE"/>
                </a:solidFill>
                <a:latin typeface="Arial"/>
                <a:cs typeface="Arial"/>
              </a:rPr>
            </a:br>
            <a:r>
              <a:rPr lang="en-US" sz="1596" dirty="0">
                <a:solidFill>
                  <a:srgbClr val="BEBEBE"/>
                </a:solidFill>
                <a:latin typeface="Arial"/>
                <a:cs typeface="Arial"/>
              </a:rPr>
              <a:t>Studies</a:t>
            </a:r>
            <a:endParaRPr sz="1596" dirty="0">
              <a:solidFill>
                <a:srgbClr val="BEBEBE"/>
              </a:solidFill>
              <a:latin typeface="Arial"/>
              <a:cs typeface="Arial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F497A7A-E0AF-41CA-A662-653053D69840}"/>
              </a:ext>
            </a:extLst>
          </p:cNvPr>
          <p:cNvSpPr txBox="1"/>
          <p:nvPr/>
        </p:nvSpPr>
        <p:spPr>
          <a:xfrm>
            <a:off x="9590735" y="3210612"/>
            <a:ext cx="19786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BEBEBE"/>
                </a:solidFill>
                <a:latin typeface="Arial"/>
                <a:cs typeface="Arial"/>
              </a:rPr>
              <a:t>Cumulative N Reached</a:t>
            </a:r>
            <a:endParaRPr lang="en-US" sz="12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8B45C17-57C2-4555-91C4-B0A32D90CBF1}"/>
              </a:ext>
            </a:extLst>
          </p:cNvPr>
          <p:cNvSpPr txBox="1"/>
          <p:nvPr/>
        </p:nvSpPr>
        <p:spPr>
          <a:xfrm>
            <a:off x="9602060" y="3895246"/>
            <a:ext cx="19786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Arial"/>
                <a:cs typeface="Arial"/>
              </a:rPr>
              <a:t>Cumulative N Reached</a:t>
            </a:r>
            <a:endParaRPr lang="en-US" sz="1200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E918A6B-5DE2-4892-BE1B-70B46FC7FC1A}"/>
              </a:ext>
            </a:extLst>
          </p:cNvPr>
          <p:cNvGrpSpPr/>
          <p:nvPr/>
        </p:nvGrpSpPr>
        <p:grpSpPr>
          <a:xfrm>
            <a:off x="7213961" y="3229357"/>
            <a:ext cx="3141854" cy="1758573"/>
            <a:chOff x="763200" y="1915200"/>
            <a:chExt cx="2396257" cy="1087200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A53B3D8E-F719-4A52-90BB-4250460FF3DF}"/>
                </a:ext>
              </a:extLst>
            </p:cNvPr>
            <p:cNvCxnSpPr/>
            <p:nvPr/>
          </p:nvCxnSpPr>
          <p:spPr>
            <a:xfrm>
              <a:off x="763200" y="1915200"/>
              <a:ext cx="0" cy="10872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70F94A3-A657-4FAC-A21E-A5EF8E742E06}"/>
                </a:ext>
              </a:extLst>
            </p:cNvPr>
            <p:cNvCxnSpPr/>
            <p:nvPr/>
          </p:nvCxnSpPr>
          <p:spPr>
            <a:xfrm>
              <a:off x="763200" y="3002400"/>
              <a:ext cx="23962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pl183">
            <a:extLst>
              <a:ext uri="{FF2B5EF4-FFF2-40B4-BE49-F238E27FC236}">
                <a16:creationId xmlns:a16="http://schemas.microsoft.com/office/drawing/2014/main" id="{33B9C444-B2D2-489F-8E95-8BDB0E83099D}"/>
              </a:ext>
            </a:extLst>
          </p:cNvPr>
          <p:cNvSpPr/>
          <p:nvPr/>
        </p:nvSpPr>
        <p:spPr>
          <a:xfrm>
            <a:off x="8734530" y="3328691"/>
            <a:ext cx="0" cy="1632901"/>
          </a:xfrm>
          <a:custGeom>
            <a:avLst/>
            <a:gdLst/>
            <a:ahLst/>
            <a:cxnLst/>
            <a:rect l="0" t="0" r="0" b="0"/>
            <a:pathLst>
              <a:path h="1632901">
                <a:moveTo>
                  <a:pt x="0" y="16329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5400" cap="flat">
            <a:solidFill>
              <a:srgbClr val="000000">
                <a:alpha val="50196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EF7ABE3-96EF-4354-B724-43340E93690A}"/>
              </a:ext>
            </a:extLst>
          </p:cNvPr>
          <p:cNvSpPr txBox="1"/>
          <p:nvPr/>
        </p:nvSpPr>
        <p:spPr>
          <a:xfrm>
            <a:off x="7322063" y="3928872"/>
            <a:ext cx="1603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BEBEBE"/>
                </a:solidFill>
                <a:latin typeface="Arial"/>
                <a:cs typeface="Arial"/>
              </a:rPr>
              <a:t>Big Step </a:t>
            </a:r>
            <a:r>
              <a:rPr lang="en-US" sz="1200" b="1" dirty="0">
                <a:solidFill>
                  <a:srgbClr val="BEBEBE"/>
                </a:solidFill>
                <a:latin typeface="Arial"/>
                <a:cs typeface="Arial"/>
                <a:sym typeface="Wingdings" panose="05000000000000000000" pitchFamily="2" charset="2"/>
              </a:rPr>
              <a:t> Big </a:t>
            </a:r>
            <a:r>
              <a:rPr lang="en-US" sz="1200" b="1" dirty="0">
                <a:solidFill>
                  <a:srgbClr val="BEBEBE"/>
                </a:solidFill>
                <a:latin typeface="Arial"/>
                <a:cs typeface="Arial"/>
              </a:rPr>
              <a:t>RWS study added</a:t>
            </a:r>
            <a:endParaRPr lang="en-US" sz="1200" dirty="0"/>
          </a:p>
        </p:txBody>
      </p:sp>
      <p:sp>
        <p:nvSpPr>
          <p:cNvPr id="89" name="tx105">
            <a:extLst>
              <a:ext uri="{FF2B5EF4-FFF2-40B4-BE49-F238E27FC236}">
                <a16:creationId xmlns:a16="http://schemas.microsoft.com/office/drawing/2014/main" id="{1948F6F4-1EDC-4B9B-A936-163DE495DD1B}"/>
              </a:ext>
            </a:extLst>
          </p:cNvPr>
          <p:cNvSpPr/>
          <p:nvPr/>
        </p:nvSpPr>
        <p:spPr>
          <a:xfrm>
            <a:off x="5673933" y="3107613"/>
            <a:ext cx="1766249" cy="5039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995"/>
              </a:lnSpc>
            </a:pPr>
            <a:r>
              <a:rPr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Cumulative</a:t>
            </a:r>
            <a: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N</a:t>
            </a:r>
          </a:p>
        </p:txBody>
      </p:sp>
    </p:spTree>
    <p:extLst>
      <p:ext uri="{BB962C8B-B14F-4D97-AF65-F5344CB8AC3E}">
        <p14:creationId xmlns:p14="http://schemas.microsoft.com/office/powerpoint/2010/main" val="265471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6">
            <a:extLst>
              <a:ext uri="{FF2B5EF4-FFF2-40B4-BE49-F238E27FC236}">
                <a16:creationId xmlns:a16="http://schemas.microsoft.com/office/drawing/2014/main" id="{D0C71105-4676-4742-BDD2-4DE2A1DC14E8}"/>
              </a:ext>
            </a:extLst>
          </p:cNvPr>
          <p:cNvSpPr/>
          <p:nvPr/>
        </p:nvSpPr>
        <p:spPr>
          <a:xfrm>
            <a:off x="3072930" y="1474871"/>
            <a:ext cx="8099852" cy="217720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" name="pl7">
            <a:extLst>
              <a:ext uri="{FF2B5EF4-FFF2-40B4-BE49-F238E27FC236}">
                <a16:creationId xmlns:a16="http://schemas.microsoft.com/office/drawing/2014/main" id="{B8ABD9D7-2DDE-497B-AE02-B15E1ADAF7C9}"/>
              </a:ext>
            </a:extLst>
          </p:cNvPr>
          <p:cNvSpPr/>
          <p:nvPr/>
        </p:nvSpPr>
        <p:spPr>
          <a:xfrm>
            <a:off x="3060420" y="3424570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" name="pl8">
            <a:extLst>
              <a:ext uri="{FF2B5EF4-FFF2-40B4-BE49-F238E27FC236}">
                <a16:creationId xmlns:a16="http://schemas.microsoft.com/office/drawing/2014/main" id="{889EBAA2-1B4D-4756-83E6-C60A404E1D76}"/>
              </a:ext>
            </a:extLst>
          </p:cNvPr>
          <p:cNvSpPr/>
          <p:nvPr/>
        </p:nvSpPr>
        <p:spPr>
          <a:xfrm>
            <a:off x="3060420" y="2828749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" name="pl9">
            <a:extLst>
              <a:ext uri="{FF2B5EF4-FFF2-40B4-BE49-F238E27FC236}">
                <a16:creationId xmlns:a16="http://schemas.microsoft.com/office/drawing/2014/main" id="{E08D5D76-DCD2-4F85-9BE2-FB8209C4221B}"/>
              </a:ext>
            </a:extLst>
          </p:cNvPr>
          <p:cNvSpPr/>
          <p:nvPr/>
        </p:nvSpPr>
        <p:spPr>
          <a:xfrm>
            <a:off x="3060420" y="2058662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" name="pl10">
            <a:extLst>
              <a:ext uri="{FF2B5EF4-FFF2-40B4-BE49-F238E27FC236}">
                <a16:creationId xmlns:a16="http://schemas.microsoft.com/office/drawing/2014/main" id="{AD431814-E3A7-4C5F-8B24-98FBB08FCE2C}"/>
              </a:ext>
            </a:extLst>
          </p:cNvPr>
          <p:cNvSpPr/>
          <p:nvPr/>
        </p:nvSpPr>
        <p:spPr>
          <a:xfrm>
            <a:off x="3428595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" name="pl11">
            <a:extLst>
              <a:ext uri="{FF2B5EF4-FFF2-40B4-BE49-F238E27FC236}">
                <a16:creationId xmlns:a16="http://schemas.microsoft.com/office/drawing/2014/main" id="{347BABA4-2D73-47C3-8E26-9A10B8AA6771}"/>
              </a:ext>
            </a:extLst>
          </p:cNvPr>
          <p:cNvSpPr/>
          <p:nvPr/>
        </p:nvSpPr>
        <p:spPr>
          <a:xfrm>
            <a:off x="4901296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pl12">
            <a:extLst>
              <a:ext uri="{FF2B5EF4-FFF2-40B4-BE49-F238E27FC236}">
                <a16:creationId xmlns:a16="http://schemas.microsoft.com/office/drawing/2014/main" id="{5DDAED84-300E-4460-9074-596ABA0B1493}"/>
              </a:ext>
            </a:extLst>
          </p:cNvPr>
          <p:cNvSpPr/>
          <p:nvPr/>
        </p:nvSpPr>
        <p:spPr>
          <a:xfrm>
            <a:off x="6373996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" name="pl13">
            <a:extLst>
              <a:ext uri="{FF2B5EF4-FFF2-40B4-BE49-F238E27FC236}">
                <a16:creationId xmlns:a16="http://schemas.microsoft.com/office/drawing/2014/main" id="{0A5263FF-0D0B-4803-8490-770BCD2DA99F}"/>
              </a:ext>
            </a:extLst>
          </p:cNvPr>
          <p:cNvSpPr/>
          <p:nvPr/>
        </p:nvSpPr>
        <p:spPr>
          <a:xfrm>
            <a:off x="7846697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" name="pl14">
            <a:extLst>
              <a:ext uri="{FF2B5EF4-FFF2-40B4-BE49-F238E27FC236}">
                <a16:creationId xmlns:a16="http://schemas.microsoft.com/office/drawing/2014/main" id="{29B631BC-98F3-4BE4-BC3C-AEE3D9AEC144}"/>
              </a:ext>
            </a:extLst>
          </p:cNvPr>
          <p:cNvSpPr/>
          <p:nvPr/>
        </p:nvSpPr>
        <p:spPr>
          <a:xfrm>
            <a:off x="9319397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" name="pl15">
            <a:extLst>
              <a:ext uri="{FF2B5EF4-FFF2-40B4-BE49-F238E27FC236}">
                <a16:creationId xmlns:a16="http://schemas.microsoft.com/office/drawing/2014/main" id="{7F41E6B2-3312-4D89-9321-7DB6E33A3462}"/>
              </a:ext>
            </a:extLst>
          </p:cNvPr>
          <p:cNvSpPr/>
          <p:nvPr/>
        </p:nvSpPr>
        <p:spPr>
          <a:xfrm>
            <a:off x="10792097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" name="pl16">
            <a:extLst>
              <a:ext uri="{FF2B5EF4-FFF2-40B4-BE49-F238E27FC236}">
                <a16:creationId xmlns:a16="http://schemas.microsoft.com/office/drawing/2014/main" id="{F16A0842-80AF-45E1-8B48-DC133EA8A2D0}"/>
              </a:ext>
            </a:extLst>
          </p:cNvPr>
          <p:cNvSpPr/>
          <p:nvPr/>
        </p:nvSpPr>
        <p:spPr>
          <a:xfrm>
            <a:off x="3060420" y="3126660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" name="pl17">
            <a:extLst>
              <a:ext uri="{FF2B5EF4-FFF2-40B4-BE49-F238E27FC236}">
                <a16:creationId xmlns:a16="http://schemas.microsoft.com/office/drawing/2014/main" id="{25B910F2-3378-4F8B-BA44-9D2691F07F6A}"/>
              </a:ext>
            </a:extLst>
          </p:cNvPr>
          <p:cNvSpPr/>
          <p:nvPr/>
        </p:nvSpPr>
        <p:spPr>
          <a:xfrm>
            <a:off x="3060420" y="2530839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" name="pl18">
            <a:extLst>
              <a:ext uri="{FF2B5EF4-FFF2-40B4-BE49-F238E27FC236}">
                <a16:creationId xmlns:a16="http://schemas.microsoft.com/office/drawing/2014/main" id="{4833868A-29AD-469D-B6EE-89890A1263E3}"/>
              </a:ext>
            </a:extLst>
          </p:cNvPr>
          <p:cNvSpPr/>
          <p:nvPr/>
        </p:nvSpPr>
        <p:spPr>
          <a:xfrm>
            <a:off x="3060420" y="1586485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" name="pl19">
            <a:extLst>
              <a:ext uri="{FF2B5EF4-FFF2-40B4-BE49-F238E27FC236}">
                <a16:creationId xmlns:a16="http://schemas.microsoft.com/office/drawing/2014/main" id="{D618A0D4-CB3C-456B-8281-43947D662FA7}"/>
              </a:ext>
            </a:extLst>
          </p:cNvPr>
          <p:cNvSpPr/>
          <p:nvPr/>
        </p:nvSpPr>
        <p:spPr>
          <a:xfrm>
            <a:off x="4164946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" name="pl20">
            <a:extLst>
              <a:ext uri="{FF2B5EF4-FFF2-40B4-BE49-F238E27FC236}">
                <a16:creationId xmlns:a16="http://schemas.microsoft.com/office/drawing/2014/main" id="{F7D376C3-19B4-4668-97AC-60FF52B88056}"/>
              </a:ext>
            </a:extLst>
          </p:cNvPr>
          <p:cNvSpPr/>
          <p:nvPr/>
        </p:nvSpPr>
        <p:spPr>
          <a:xfrm>
            <a:off x="5637646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" name="pl21">
            <a:extLst>
              <a:ext uri="{FF2B5EF4-FFF2-40B4-BE49-F238E27FC236}">
                <a16:creationId xmlns:a16="http://schemas.microsoft.com/office/drawing/2014/main" id="{9D6852BD-CB77-419C-A146-1E5921B9E1EB}"/>
              </a:ext>
            </a:extLst>
          </p:cNvPr>
          <p:cNvSpPr/>
          <p:nvPr/>
        </p:nvSpPr>
        <p:spPr>
          <a:xfrm>
            <a:off x="7110346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pl22">
            <a:extLst>
              <a:ext uri="{FF2B5EF4-FFF2-40B4-BE49-F238E27FC236}">
                <a16:creationId xmlns:a16="http://schemas.microsoft.com/office/drawing/2014/main" id="{1D95753B-9098-4754-99CC-4BC185F30E10}"/>
              </a:ext>
            </a:extLst>
          </p:cNvPr>
          <p:cNvSpPr/>
          <p:nvPr/>
        </p:nvSpPr>
        <p:spPr>
          <a:xfrm>
            <a:off x="8583047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pl23">
            <a:extLst>
              <a:ext uri="{FF2B5EF4-FFF2-40B4-BE49-F238E27FC236}">
                <a16:creationId xmlns:a16="http://schemas.microsoft.com/office/drawing/2014/main" id="{60FDB45A-A32D-4A78-A948-C5B6CB1E3C00}"/>
              </a:ext>
            </a:extLst>
          </p:cNvPr>
          <p:cNvSpPr/>
          <p:nvPr/>
        </p:nvSpPr>
        <p:spPr>
          <a:xfrm>
            <a:off x="10055747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" name="pg24">
            <a:extLst>
              <a:ext uri="{FF2B5EF4-FFF2-40B4-BE49-F238E27FC236}">
                <a16:creationId xmlns:a16="http://schemas.microsoft.com/office/drawing/2014/main" id="{7E759EAB-FEE3-4E92-AD39-BF8A3C620A92}"/>
              </a:ext>
            </a:extLst>
          </p:cNvPr>
          <p:cNvSpPr/>
          <p:nvPr/>
        </p:nvSpPr>
        <p:spPr>
          <a:xfrm>
            <a:off x="3634774" y="1487521"/>
            <a:ext cx="6840693" cy="2177201"/>
          </a:xfrm>
          <a:custGeom>
            <a:avLst/>
            <a:gdLst/>
            <a:ahLst/>
            <a:cxnLst/>
            <a:rect l="0" t="0" r="0" b="0"/>
            <a:pathLst>
              <a:path w="6840693" h="2177201">
                <a:moveTo>
                  <a:pt x="107981" y="0"/>
                </a:moveTo>
                <a:lnTo>
                  <a:pt x="132543" y="947341"/>
                </a:lnTo>
                <a:lnTo>
                  <a:pt x="206178" y="641283"/>
                </a:lnTo>
                <a:lnTo>
                  <a:pt x="272449" y="641283"/>
                </a:lnTo>
                <a:lnTo>
                  <a:pt x="331357" y="871949"/>
                </a:lnTo>
                <a:lnTo>
                  <a:pt x="346084" y="871949"/>
                </a:lnTo>
                <a:lnTo>
                  <a:pt x="397629" y="950340"/>
                </a:lnTo>
                <a:lnTo>
                  <a:pt x="522808" y="882753"/>
                </a:lnTo>
                <a:lnTo>
                  <a:pt x="677442" y="882753"/>
                </a:lnTo>
                <a:lnTo>
                  <a:pt x="787894" y="951884"/>
                </a:lnTo>
                <a:lnTo>
                  <a:pt x="876256" y="981466"/>
                </a:lnTo>
                <a:lnTo>
                  <a:pt x="935164" y="981466"/>
                </a:lnTo>
                <a:lnTo>
                  <a:pt x="1001436" y="1043853"/>
                </a:lnTo>
                <a:lnTo>
                  <a:pt x="1104525" y="1017505"/>
                </a:lnTo>
                <a:lnTo>
                  <a:pt x="1200250" y="955022"/>
                </a:lnTo>
                <a:lnTo>
                  <a:pt x="1303339" y="963497"/>
                </a:lnTo>
                <a:lnTo>
                  <a:pt x="1406428" y="963475"/>
                </a:lnTo>
                <a:lnTo>
                  <a:pt x="1502154" y="963475"/>
                </a:lnTo>
                <a:lnTo>
                  <a:pt x="1612606" y="980276"/>
                </a:lnTo>
                <a:lnTo>
                  <a:pt x="1715695" y="1202250"/>
                </a:lnTo>
                <a:lnTo>
                  <a:pt x="1804057" y="1139731"/>
                </a:lnTo>
                <a:lnTo>
                  <a:pt x="1907146" y="1156575"/>
                </a:lnTo>
                <a:lnTo>
                  <a:pt x="2010236" y="1165549"/>
                </a:lnTo>
                <a:lnTo>
                  <a:pt x="2113325" y="1165549"/>
                </a:lnTo>
                <a:lnTo>
                  <a:pt x="2216414" y="1171768"/>
                </a:lnTo>
                <a:lnTo>
                  <a:pt x="2319503" y="1148283"/>
                </a:lnTo>
                <a:lnTo>
                  <a:pt x="2422592" y="1148283"/>
                </a:lnTo>
                <a:lnTo>
                  <a:pt x="2525681" y="1078354"/>
                </a:lnTo>
                <a:lnTo>
                  <a:pt x="2628770" y="1078354"/>
                </a:lnTo>
                <a:lnTo>
                  <a:pt x="2731859" y="1078354"/>
                </a:lnTo>
                <a:lnTo>
                  <a:pt x="2834948" y="1078354"/>
                </a:lnTo>
                <a:lnTo>
                  <a:pt x="2938037" y="1079585"/>
                </a:lnTo>
                <a:lnTo>
                  <a:pt x="3041126" y="1088802"/>
                </a:lnTo>
                <a:lnTo>
                  <a:pt x="3144215" y="1088802"/>
                </a:lnTo>
                <a:lnTo>
                  <a:pt x="3343029" y="1088802"/>
                </a:lnTo>
                <a:lnTo>
                  <a:pt x="3541844" y="1088802"/>
                </a:lnTo>
                <a:lnTo>
                  <a:pt x="3696477" y="1088802"/>
                </a:lnTo>
                <a:lnTo>
                  <a:pt x="3821657" y="1055987"/>
                </a:lnTo>
                <a:lnTo>
                  <a:pt x="3873201" y="1055987"/>
                </a:lnTo>
                <a:lnTo>
                  <a:pt x="3961564" y="1055987"/>
                </a:lnTo>
                <a:lnTo>
                  <a:pt x="4072016" y="1057016"/>
                </a:lnTo>
                <a:lnTo>
                  <a:pt x="4167742" y="1100519"/>
                </a:lnTo>
                <a:lnTo>
                  <a:pt x="4263467" y="1100519"/>
                </a:lnTo>
                <a:lnTo>
                  <a:pt x="4418101" y="1100519"/>
                </a:lnTo>
                <a:lnTo>
                  <a:pt x="4572734" y="1104934"/>
                </a:lnTo>
                <a:lnTo>
                  <a:pt x="4778912" y="1104934"/>
                </a:lnTo>
                <a:lnTo>
                  <a:pt x="5036635" y="1104934"/>
                </a:lnTo>
                <a:lnTo>
                  <a:pt x="5242813" y="1104934"/>
                </a:lnTo>
                <a:lnTo>
                  <a:pt x="5412173" y="1102150"/>
                </a:lnTo>
                <a:lnTo>
                  <a:pt x="5780348" y="1086680"/>
                </a:lnTo>
                <a:lnTo>
                  <a:pt x="6236886" y="1095503"/>
                </a:lnTo>
                <a:lnTo>
                  <a:pt x="6538789" y="1095503"/>
                </a:lnTo>
                <a:lnTo>
                  <a:pt x="6840693" y="1095503"/>
                </a:lnTo>
                <a:lnTo>
                  <a:pt x="6840693" y="1257042"/>
                </a:lnTo>
                <a:lnTo>
                  <a:pt x="6538789" y="1257042"/>
                </a:lnTo>
                <a:lnTo>
                  <a:pt x="6236886" y="1257042"/>
                </a:lnTo>
                <a:lnTo>
                  <a:pt x="5780348" y="1264867"/>
                </a:lnTo>
                <a:lnTo>
                  <a:pt x="5412173" y="1298010"/>
                </a:lnTo>
                <a:lnTo>
                  <a:pt x="5242813" y="1301347"/>
                </a:lnTo>
                <a:lnTo>
                  <a:pt x="5036635" y="1301347"/>
                </a:lnTo>
                <a:lnTo>
                  <a:pt x="4778912" y="1301347"/>
                </a:lnTo>
                <a:lnTo>
                  <a:pt x="4572734" y="1301347"/>
                </a:lnTo>
                <a:lnTo>
                  <a:pt x="4418101" y="1298774"/>
                </a:lnTo>
                <a:lnTo>
                  <a:pt x="4263467" y="1298774"/>
                </a:lnTo>
                <a:lnTo>
                  <a:pt x="4167742" y="1298774"/>
                </a:lnTo>
                <a:lnTo>
                  <a:pt x="4072016" y="1434170"/>
                </a:lnTo>
                <a:lnTo>
                  <a:pt x="3961564" y="1445605"/>
                </a:lnTo>
                <a:lnTo>
                  <a:pt x="3873201" y="1445605"/>
                </a:lnTo>
                <a:lnTo>
                  <a:pt x="3821657" y="1445605"/>
                </a:lnTo>
                <a:lnTo>
                  <a:pt x="3696477" y="1482143"/>
                </a:lnTo>
                <a:lnTo>
                  <a:pt x="3541844" y="1482143"/>
                </a:lnTo>
                <a:lnTo>
                  <a:pt x="3343029" y="1482143"/>
                </a:lnTo>
                <a:lnTo>
                  <a:pt x="3144215" y="1482143"/>
                </a:lnTo>
                <a:lnTo>
                  <a:pt x="3041126" y="1482143"/>
                </a:lnTo>
                <a:lnTo>
                  <a:pt x="2938037" y="1477978"/>
                </a:lnTo>
                <a:lnTo>
                  <a:pt x="2834948" y="1479755"/>
                </a:lnTo>
                <a:lnTo>
                  <a:pt x="2731859" y="1479755"/>
                </a:lnTo>
                <a:lnTo>
                  <a:pt x="2628770" y="1479755"/>
                </a:lnTo>
                <a:lnTo>
                  <a:pt x="2525681" y="1479755"/>
                </a:lnTo>
                <a:lnTo>
                  <a:pt x="2422592" y="1598479"/>
                </a:lnTo>
                <a:lnTo>
                  <a:pt x="2319503" y="1598479"/>
                </a:lnTo>
                <a:lnTo>
                  <a:pt x="2216414" y="1624409"/>
                </a:lnTo>
                <a:lnTo>
                  <a:pt x="2113325" y="1629892"/>
                </a:lnTo>
                <a:lnTo>
                  <a:pt x="2010236" y="1629892"/>
                </a:lnTo>
                <a:lnTo>
                  <a:pt x="1907146" y="1625985"/>
                </a:lnTo>
                <a:lnTo>
                  <a:pt x="1804057" y="1617359"/>
                </a:lnTo>
                <a:lnTo>
                  <a:pt x="1715695" y="1767166"/>
                </a:lnTo>
                <a:lnTo>
                  <a:pt x="1612606" y="1603185"/>
                </a:lnTo>
                <a:lnTo>
                  <a:pt x="1502154" y="1601774"/>
                </a:lnTo>
                <a:lnTo>
                  <a:pt x="1406428" y="1601774"/>
                </a:lnTo>
                <a:lnTo>
                  <a:pt x="1303339" y="1611974"/>
                </a:lnTo>
                <a:lnTo>
                  <a:pt x="1200250" y="1636444"/>
                </a:lnTo>
                <a:lnTo>
                  <a:pt x="1104525" y="1736961"/>
                </a:lnTo>
                <a:lnTo>
                  <a:pt x="1001436" y="1770348"/>
                </a:lnTo>
                <a:lnTo>
                  <a:pt x="935164" y="1722780"/>
                </a:lnTo>
                <a:lnTo>
                  <a:pt x="876256" y="1722780"/>
                </a:lnTo>
                <a:lnTo>
                  <a:pt x="787894" y="1707344"/>
                </a:lnTo>
                <a:lnTo>
                  <a:pt x="677442" y="1688443"/>
                </a:lnTo>
                <a:lnTo>
                  <a:pt x="522808" y="1688443"/>
                </a:lnTo>
                <a:lnTo>
                  <a:pt x="397629" y="1973026"/>
                </a:lnTo>
                <a:lnTo>
                  <a:pt x="346084" y="1951636"/>
                </a:lnTo>
                <a:lnTo>
                  <a:pt x="331357" y="1951636"/>
                </a:lnTo>
                <a:lnTo>
                  <a:pt x="272449" y="1966645"/>
                </a:lnTo>
                <a:lnTo>
                  <a:pt x="206178" y="1966645"/>
                </a:lnTo>
                <a:lnTo>
                  <a:pt x="191174" y="2177201"/>
                </a:lnTo>
                <a:lnTo>
                  <a:pt x="61788" y="2177201"/>
                </a:lnTo>
                <a:lnTo>
                  <a:pt x="0" y="1458638"/>
                </a:lnTo>
                <a:close/>
              </a:path>
            </a:pathLst>
          </a:custGeom>
          <a:solidFill>
            <a:srgbClr val="4682B4">
              <a:alpha val="5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" name="pl25">
            <a:extLst>
              <a:ext uri="{FF2B5EF4-FFF2-40B4-BE49-F238E27FC236}">
                <a16:creationId xmlns:a16="http://schemas.microsoft.com/office/drawing/2014/main" id="{785EE1D8-4B50-49E6-9A86-7D03CDF43153}"/>
              </a:ext>
            </a:extLst>
          </p:cNvPr>
          <p:cNvSpPr/>
          <p:nvPr/>
        </p:nvSpPr>
        <p:spPr>
          <a:xfrm>
            <a:off x="3742755" y="1487521"/>
            <a:ext cx="6732711" cy="1202250"/>
          </a:xfrm>
          <a:custGeom>
            <a:avLst/>
            <a:gdLst/>
            <a:ahLst/>
            <a:cxnLst/>
            <a:rect l="0" t="0" r="0" b="0"/>
            <a:pathLst>
              <a:path w="6732711" h="1202250">
                <a:moveTo>
                  <a:pt x="0" y="0"/>
                </a:moveTo>
                <a:lnTo>
                  <a:pt x="24561" y="947341"/>
                </a:lnTo>
                <a:lnTo>
                  <a:pt x="98196" y="641283"/>
                </a:lnTo>
                <a:lnTo>
                  <a:pt x="164467" y="641283"/>
                </a:lnTo>
                <a:lnTo>
                  <a:pt x="223375" y="871949"/>
                </a:lnTo>
                <a:lnTo>
                  <a:pt x="238102" y="871949"/>
                </a:lnTo>
                <a:lnTo>
                  <a:pt x="289647" y="950340"/>
                </a:lnTo>
                <a:lnTo>
                  <a:pt x="414827" y="882753"/>
                </a:lnTo>
                <a:lnTo>
                  <a:pt x="569460" y="882753"/>
                </a:lnTo>
                <a:lnTo>
                  <a:pt x="679913" y="951884"/>
                </a:lnTo>
                <a:lnTo>
                  <a:pt x="768275" y="981466"/>
                </a:lnTo>
                <a:lnTo>
                  <a:pt x="827183" y="981466"/>
                </a:lnTo>
                <a:lnTo>
                  <a:pt x="893454" y="1043853"/>
                </a:lnTo>
                <a:lnTo>
                  <a:pt x="996543" y="1017505"/>
                </a:lnTo>
                <a:lnTo>
                  <a:pt x="1092269" y="955022"/>
                </a:lnTo>
                <a:lnTo>
                  <a:pt x="1195358" y="963497"/>
                </a:lnTo>
                <a:lnTo>
                  <a:pt x="1298447" y="963475"/>
                </a:lnTo>
                <a:lnTo>
                  <a:pt x="1394172" y="963475"/>
                </a:lnTo>
                <a:lnTo>
                  <a:pt x="1504625" y="980276"/>
                </a:lnTo>
                <a:lnTo>
                  <a:pt x="1607714" y="1202250"/>
                </a:lnTo>
                <a:lnTo>
                  <a:pt x="1696076" y="1139731"/>
                </a:lnTo>
                <a:lnTo>
                  <a:pt x="1799165" y="1156575"/>
                </a:lnTo>
                <a:lnTo>
                  <a:pt x="1902254" y="1165549"/>
                </a:lnTo>
                <a:lnTo>
                  <a:pt x="2005343" y="1165549"/>
                </a:lnTo>
                <a:lnTo>
                  <a:pt x="2108432" y="1171768"/>
                </a:lnTo>
                <a:lnTo>
                  <a:pt x="2211521" y="1148283"/>
                </a:lnTo>
                <a:lnTo>
                  <a:pt x="2314610" y="1148283"/>
                </a:lnTo>
                <a:lnTo>
                  <a:pt x="2417699" y="1078354"/>
                </a:lnTo>
                <a:lnTo>
                  <a:pt x="2520788" y="1078354"/>
                </a:lnTo>
                <a:lnTo>
                  <a:pt x="2623877" y="1078354"/>
                </a:lnTo>
                <a:lnTo>
                  <a:pt x="2726966" y="1078354"/>
                </a:lnTo>
                <a:lnTo>
                  <a:pt x="2830055" y="1079585"/>
                </a:lnTo>
                <a:lnTo>
                  <a:pt x="2933144" y="1088802"/>
                </a:lnTo>
                <a:lnTo>
                  <a:pt x="3036233" y="1088802"/>
                </a:lnTo>
                <a:lnTo>
                  <a:pt x="3235048" y="1088802"/>
                </a:lnTo>
                <a:lnTo>
                  <a:pt x="3433862" y="1088802"/>
                </a:lnTo>
                <a:lnTo>
                  <a:pt x="3588496" y="1088802"/>
                </a:lnTo>
                <a:lnTo>
                  <a:pt x="3713675" y="1055987"/>
                </a:lnTo>
                <a:lnTo>
                  <a:pt x="3765220" y="1055987"/>
                </a:lnTo>
                <a:lnTo>
                  <a:pt x="3853582" y="1055987"/>
                </a:lnTo>
                <a:lnTo>
                  <a:pt x="3964034" y="1057016"/>
                </a:lnTo>
                <a:lnTo>
                  <a:pt x="4059760" y="1100519"/>
                </a:lnTo>
                <a:lnTo>
                  <a:pt x="4155485" y="1100519"/>
                </a:lnTo>
                <a:lnTo>
                  <a:pt x="4310119" y="1100519"/>
                </a:lnTo>
                <a:lnTo>
                  <a:pt x="4464753" y="1104934"/>
                </a:lnTo>
                <a:lnTo>
                  <a:pt x="4670931" y="1104934"/>
                </a:lnTo>
                <a:lnTo>
                  <a:pt x="4928653" y="1104934"/>
                </a:lnTo>
                <a:lnTo>
                  <a:pt x="5134831" y="1104934"/>
                </a:lnTo>
                <a:lnTo>
                  <a:pt x="5304192" y="1102150"/>
                </a:lnTo>
                <a:lnTo>
                  <a:pt x="5672367" y="1086680"/>
                </a:lnTo>
                <a:lnTo>
                  <a:pt x="6128904" y="1095503"/>
                </a:lnTo>
                <a:lnTo>
                  <a:pt x="6430808" y="1095503"/>
                </a:lnTo>
                <a:lnTo>
                  <a:pt x="6732711" y="1095503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2" name="pl26">
            <a:extLst>
              <a:ext uri="{FF2B5EF4-FFF2-40B4-BE49-F238E27FC236}">
                <a16:creationId xmlns:a16="http://schemas.microsoft.com/office/drawing/2014/main" id="{FC3368AC-4F19-43D6-B769-7E4C79E950A3}"/>
              </a:ext>
            </a:extLst>
          </p:cNvPr>
          <p:cNvSpPr/>
          <p:nvPr/>
        </p:nvSpPr>
        <p:spPr>
          <a:xfrm>
            <a:off x="3825948" y="2744564"/>
            <a:ext cx="6649518" cy="920159"/>
          </a:xfrm>
          <a:custGeom>
            <a:avLst/>
            <a:gdLst/>
            <a:ahLst/>
            <a:cxnLst/>
            <a:rect l="0" t="0" r="0" b="0"/>
            <a:pathLst>
              <a:path w="6649518" h="920159">
                <a:moveTo>
                  <a:pt x="6649518" y="0"/>
                </a:moveTo>
                <a:lnTo>
                  <a:pt x="6347615" y="0"/>
                </a:lnTo>
                <a:lnTo>
                  <a:pt x="6045711" y="0"/>
                </a:lnTo>
                <a:lnTo>
                  <a:pt x="5589174" y="7824"/>
                </a:lnTo>
                <a:lnTo>
                  <a:pt x="5220999" y="40968"/>
                </a:lnTo>
                <a:lnTo>
                  <a:pt x="5051638" y="44305"/>
                </a:lnTo>
                <a:lnTo>
                  <a:pt x="4845460" y="44305"/>
                </a:lnTo>
                <a:lnTo>
                  <a:pt x="4587738" y="44305"/>
                </a:lnTo>
                <a:lnTo>
                  <a:pt x="4381560" y="44305"/>
                </a:lnTo>
                <a:lnTo>
                  <a:pt x="4226926" y="41731"/>
                </a:lnTo>
                <a:lnTo>
                  <a:pt x="4072292" y="41731"/>
                </a:lnTo>
                <a:lnTo>
                  <a:pt x="3976567" y="41731"/>
                </a:lnTo>
                <a:lnTo>
                  <a:pt x="3880841" y="177127"/>
                </a:lnTo>
                <a:lnTo>
                  <a:pt x="3770389" y="188562"/>
                </a:lnTo>
                <a:lnTo>
                  <a:pt x="3682027" y="188562"/>
                </a:lnTo>
                <a:lnTo>
                  <a:pt x="3630482" y="188562"/>
                </a:lnTo>
                <a:lnTo>
                  <a:pt x="3505303" y="225100"/>
                </a:lnTo>
                <a:lnTo>
                  <a:pt x="3350669" y="225100"/>
                </a:lnTo>
                <a:lnTo>
                  <a:pt x="3151855" y="225100"/>
                </a:lnTo>
                <a:lnTo>
                  <a:pt x="2953040" y="225100"/>
                </a:lnTo>
                <a:lnTo>
                  <a:pt x="2849951" y="225100"/>
                </a:lnTo>
                <a:lnTo>
                  <a:pt x="2746862" y="220935"/>
                </a:lnTo>
                <a:lnTo>
                  <a:pt x="2643773" y="222712"/>
                </a:lnTo>
                <a:lnTo>
                  <a:pt x="2540684" y="222712"/>
                </a:lnTo>
                <a:lnTo>
                  <a:pt x="2437595" y="222712"/>
                </a:lnTo>
                <a:lnTo>
                  <a:pt x="2334506" y="222712"/>
                </a:lnTo>
                <a:lnTo>
                  <a:pt x="2231417" y="341436"/>
                </a:lnTo>
                <a:lnTo>
                  <a:pt x="2128328" y="341436"/>
                </a:lnTo>
                <a:lnTo>
                  <a:pt x="2025239" y="367366"/>
                </a:lnTo>
                <a:lnTo>
                  <a:pt x="1922150" y="372850"/>
                </a:lnTo>
                <a:lnTo>
                  <a:pt x="1819061" y="372850"/>
                </a:lnTo>
                <a:lnTo>
                  <a:pt x="1715972" y="368942"/>
                </a:lnTo>
                <a:lnTo>
                  <a:pt x="1612883" y="360316"/>
                </a:lnTo>
                <a:lnTo>
                  <a:pt x="1524521" y="510123"/>
                </a:lnTo>
                <a:lnTo>
                  <a:pt x="1421432" y="346143"/>
                </a:lnTo>
                <a:lnTo>
                  <a:pt x="1310979" y="344731"/>
                </a:lnTo>
                <a:lnTo>
                  <a:pt x="1215254" y="344731"/>
                </a:lnTo>
                <a:lnTo>
                  <a:pt x="1112165" y="354931"/>
                </a:lnTo>
                <a:lnTo>
                  <a:pt x="1009076" y="379401"/>
                </a:lnTo>
                <a:lnTo>
                  <a:pt x="913350" y="479918"/>
                </a:lnTo>
                <a:lnTo>
                  <a:pt x="810261" y="513305"/>
                </a:lnTo>
                <a:lnTo>
                  <a:pt x="743990" y="465738"/>
                </a:lnTo>
                <a:lnTo>
                  <a:pt x="685082" y="465738"/>
                </a:lnTo>
                <a:lnTo>
                  <a:pt x="596720" y="450301"/>
                </a:lnTo>
                <a:lnTo>
                  <a:pt x="486267" y="431400"/>
                </a:lnTo>
                <a:lnTo>
                  <a:pt x="331634" y="431400"/>
                </a:lnTo>
                <a:lnTo>
                  <a:pt x="206454" y="715983"/>
                </a:lnTo>
                <a:lnTo>
                  <a:pt x="154909" y="694593"/>
                </a:lnTo>
                <a:lnTo>
                  <a:pt x="140182" y="694593"/>
                </a:lnTo>
                <a:lnTo>
                  <a:pt x="81274" y="709602"/>
                </a:lnTo>
                <a:lnTo>
                  <a:pt x="15003" y="709602"/>
                </a:lnTo>
                <a:lnTo>
                  <a:pt x="0" y="920159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3" name="pl27">
            <a:extLst>
              <a:ext uri="{FF2B5EF4-FFF2-40B4-BE49-F238E27FC236}">
                <a16:creationId xmlns:a16="http://schemas.microsoft.com/office/drawing/2014/main" id="{3D3B9115-4F3E-4640-8F1C-5DD823531E68}"/>
              </a:ext>
            </a:extLst>
          </p:cNvPr>
          <p:cNvSpPr/>
          <p:nvPr/>
        </p:nvSpPr>
        <p:spPr>
          <a:xfrm>
            <a:off x="3634774" y="2946159"/>
            <a:ext cx="61788" cy="718563"/>
          </a:xfrm>
          <a:custGeom>
            <a:avLst/>
            <a:gdLst/>
            <a:ahLst/>
            <a:cxnLst/>
            <a:rect l="0" t="0" r="0" b="0"/>
            <a:pathLst>
              <a:path w="61788" h="718563">
                <a:moveTo>
                  <a:pt x="61788" y="718563"/>
                </a:moveTo>
                <a:lnTo>
                  <a:pt x="0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4" name="pl28">
            <a:extLst>
              <a:ext uri="{FF2B5EF4-FFF2-40B4-BE49-F238E27FC236}">
                <a16:creationId xmlns:a16="http://schemas.microsoft.com/office/drawing/2014/main" id="{D5EC2A36-144B-44B4-8537-07699586EE3E}"/>
              </a:ext>
            </a:extLst>
          </p:cNvPr>
          <p:cNvSpPr/>
          <p:nvPr/>
        </p:nvSpPr>
        <p:spPr>
          <a:xfrm>
            <a:off x="3688683" y="1487521"/>
            <a:ext cx="6786783" cy="1973685"/>
          </a:xfrm>
          <a:custGeom>
            <a:avLst/>
            <a:gdLst/>
            <a:ahLst/>
            <a:cxnLst/>
            <a:rect l="0" t="0" r="0" b="0"/>
            <a:pathLst>
              <a:path w="6786783" h="1973685">
                <a:moveTo>
                  <a:pt x="0" y="0"/>
                </a:moveTo>
                <a:lnTo>
                  <a:pt x="78633" y="1973685"/>
                </a:lnTo>
                <a:lnTo>
                  <a:pt x="152268" y="1303964"/>
                </a:lnTo>
                <a:lnTo>
                  <a:pt x="218539" y="1303964"/>
                </a:lnTo>
                <a:lnTo>
                  <a:pt x="277447" y="1411793"/>
                </a:lnTo>
                <a:lnTo>
                  <a:pt x="292174" y="1411793"/>
                </a:lnTo>
                <a:lnTo>
                  <a:pt x="343719" y="1461683"/>
                </a:lnTo>
                <a:lnTo>
                  <a:pt x="468899" y="1285598"/>
                </a:lnTo>
                <a:lnTo>
                  <a:pt x="623532" y="1285598"/>
                </a:lnTo>
                <a:lnTo>
                  <a:pt x="733985" y="1329614"/>
                </a:lnTo>
                <a:lnTo>
                  <a:pt x="822347" y="1352123"/>
                </a:lnTo>
                <a:lnTo>
                  <a:pt x="881255" y="1352123"/>
                </a:lnTo>
                <a:lnTo>
                  <a:pt x="947526" y="1407101"/>
                </a:lnTo>
                <a:lnTo>
                  <a:pt x="1050615" y="1377233"/>
                </a:lnTo>
                <a:lnTo>
                  <a:pt x="1146341" y="1295733"/>
                </a:lnTo>
                <a:lnTo>
                  <a:pt x="1249430" y="1287735"/>
                </a:lnTo>
                <a:lnTo>
                  <a:pt x="1352519" y="1282624"/>
                </a:lnTo>
                <a:lnTo>
                  <a:pt x="1448244" y="1282624"/>
                </a:lnTo>
                <a:lnTo>
                  <a:pt x="1558697" y="1291731"/>
                </a:lnTo>
                <a:lnTo>
                  <a:pt x="1661786" y="1484708"/>
                </a:lnTo>
                <a:lnTo>
                  <a:pt x="1750148" y="1378545"/>
                </a:lnTo>
                <a:lnTo>
                  <a:pt x="1853237" y="1391280"/>
                </a:lnTo>
                <a:lnTo>
                  <a:pt x="1956326" y="1397721"/>
                </a:lnTo>
                <a:lnTo>
                  <a:pt x="2059415" y="1397721"/>
                </a:lnTo>
                <a:lnTo>
                  <a:pt x="2162504" y="1398088"/>
                </a:lnTo>
                <a:lnTo>
                  <a:pt x="2265593" y="1373381"/>
                </a:lnTo>
                <a:lnTo>
                  <a:pt x="2368682" y="1373381"/>
                </a:lnTo>
                <a:lnTo>
                  <a:pt x="2471771" y="1279055"/>
                </a:lnTo>
                <a:lnTo>
                  <a:pt x="2574860" y="1279055"/>
                </a:lnTo>
                <a:lnTo>
                  <a:pt x="2677949" y="1279055"/>
                </a:lnTo>
                <a:lnTo>
                  <a:pt x="2781038" y="1279055"/>
                </a:lnTo>
                <a:lnTo>
                  <a:pt x="2884127" y="1278781"/>
                </a:lnTo>
                <a:lnTo>
                  <a:pt x="2987216" y="1285473"/>
                </a:lnTo>
                <a:lnTo>
                  <a:pt x="3090305" y="1285473"/>
                </a:lnTo>
                <a:lnTo>
                  <a:pt x="3289120" y="1285473"/>
                </a:lnTo>
                <a:lnTo>
                  <a:pt x="3487934" y="1285473"/>
                </a:lnTo>
                <a:lnTo>
                  <a:pt x="3642568" y="1285473"/>
                </a:lnTo>
                <a:lnTo>
                  <a:pt x="3767747" y="1250796"/>
                </a:lnTo>
                <a:lnTo>
                  <a:pt x="3819292" y="1250796"/>
                </a:lnTo>
                <a:lnTo>
                  <a:pt x="3907654" y="1250796"/>
                </a:lnTo>
                <a:lnTo>
                  <a:pt x="4018106" y="1245593"/>
                </a:lnTo>
                <a:lnTo>
                  <a:pt x="4113832" y="1199646"/>
                </a:lnTo>
                <a:lnTo>
                  <a:pt x="4209557" y="1199646"/>
                </a:lnTo>
                <a:lnTo>
                  <a:pt x="4364191" y="1199646"/>
                </a:lnTo>
                <a:lnTo>
                  <a:pt x="4518825" y="1203141"/>
                </a:lnTo>
                <a:lnTo>
                  <a:pt x="4725003" y="1203141"/>
                </a:lnTo>
                <a:lnTo>
                  <a:pt x="4982725" y="1203141"/>
                </a:lnTo>
                <a:lnTo>
                  <a:pt x="5188903" y="1203141"/>
                </a:lnTo>
                <a:lnTo>
                  <a:pt x="5358264" y="1200080"/>
                </a:lnTo>
                <a:lnTo>
                  <a:pt x="5726439" y="1175774"/>
                </a:lnTo>
                <a:lnTo>
                  <a:pt x="6182976" y="1176272"/>
                </a:lnTo>
                <a:lnTo>
                  <a:pt x="6484880" y="1176272"/>
                </a:lnTo>
                <a:lnTo>
                  <a:pt x="6786783" y="1176272"/>
                </a:lnTo>
              </a:path>
            </a:pathLst>
          </a:custGeom>
          <a:ln w="44450" cap="flat">
            <a:solidFill>
              <a:srgbClr val="4682B4">
                <a:alpha val="50196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" name="pl29">
            <a:extLst>
              <a:ext uri="{FF2B5EF4-FFF2-40B4-BE49-F238E27FC236}">
                <a16:creationId xmlns:a16="http://schemas.microsoft.com/office/drawing/2014/main" id="{6A9EA0D9-E549-4A06-8FE5-A171C1C48896}"/>
              </a:ext>
            </a:extLst>
          </p:cNvPr>
          <p:cNvSpPr/>
          <p:nvPr/>
        </p:nvSpPr>
        <p:spPr>
          <a:xfrm>
            <a:off x="3060420" y="2530839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25400" cap="flat">
            <a:solidFill>
              <a:srgbClr val="000000">
                <a:alpha val="50196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" name="pl30">
            <a:extLst>
              <a:ext uri="{FF2B5EF4-FFF2-40B4-BE49-F238E27FC236}">
                <a16:creationId xmlns:a16="http://schemas.microsoft.com/office/drawing/2014/main" id="{18A9C53E-1A2B-4B35-94BD-D5C2AA05EDB2}"/>
              </a:ext>
            </a:extLst>
          </p:cNvPr>
          <p:cNvSpPr/>
          <p:nvPr/>
        </p:nvSpPr>
        <p:spPr>
          <a:xfrm>
            <a:off x="5313652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5400" cap="flat">
            <a:solidFill>
              <a:srgbClr val="000000">
                <a:alpha val="50196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" name="pl31">
            <a:extLst>
              <a:ext uri="{FF2B5EF4-FFF2-40B4-BE49-F238E27FC236}">
                <a16:creationId xmlns:a16="http://schemas.microsoft.com/office/drawing/2014/main" id="{3DC76CF8-DF2F-48D0-BDF8-10C937FDA454}"/>
              </a:ext>
            </a:extLst>
          </p:cNvPr>
          <p:cNvSpPr/>
          <p:nvPr/>
        </p:nvSpPr>
        <p:spPr>
          <a:xfrm>
            <a:off x="7758335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5400" cap="flat">
            <a:solidFill>
              <a:srgbClr val="000000">
                <a:alpha val="50196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" name="rc37">
            <a:extLst>
              <a:ext uri="{FF2B5EF4-FFF2-40B4-BE49-F238E27FC236}">
                <a16:creationId xmlns:a16="http://schemas.microsoft.com/office/drawing/2014/main" id="{F04DBDC1-3BEA-4326-A5FC-E74EC111F903}"/>
              </a:ext>
            </a:extLst>
          </p:cNvPr>
          <p:cNvSpPr/>
          <p:nvPr/>
        </p:nvSpPr>
        <p:spPr>
          <a:xfrm>
            <a:off x="3060420" y="1487521"/>
            <a:ext cx="8099852" cy="2177201"/>
          </a:xfrm>
          <a:prstGeom prst="rect">
            <a:avLst/>
          </a:prstGeom>
          <a:ln w="27101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" name="tx38">
            <a:extLst>
              <a:ext uri="{FF2B5EF4-FFF2-40B4-BE49-F238E27FC236}">
                <a16:creationId xmlns:a16="http://schemas.microsoft.com/office/drawing/2014/main" id="{52D05605-6B96-4A10-B0B8-46053509BB57}"/>
              </a:ext>
            </a:extLst>
          </p:cNvPr>
          <p:cNvSpPr/>
          <p:nvPr/>
        </p:nvSpPr>
        <p:spPr>
          <a:xfrm>
            <a:off x="2624437" y="3041203"/>
            <a:ext cx="310723" cy="16545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1/2</a:t>
            </a:r>
          </a:p>
        </p:txBody>
      </p:sp>
      <p:sp>
        <p:nvSpPr>
          <p:cNvPr id="35" name="tx39">
            <a:extLst>
              <a:ext uri="{FF2B5EF4-FFF2-40B4-BE49-F238E27FC236}">
                <a16:creationId xmlns:a16="http://schemas.microsoft.com/office/drawing/2014/main" id="{13F57F16-68B0-42DD-914A-1D70E0FC20C6}"/>
              </a:ext>
            </a:extLst>
          </p:cNvPr>
          <p:cNvSpPr/>
          <p:nvPr/>
        </p:nvSpPr>
        <p:spPr>
          <a:xfrm>
            <a:off x="2810849" y="2450184"/>
            <a:ext cx="124311" cy="16065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6" name="tx40">
            <a:extLst>
              <a:ext uri="{FF2B5EF4-FFF2-40B4-BE49-F238E27FC236}">
                <a16:creationId xmlns:a16="http://schemas.microsoft.com/office/drawing/2014/main" id="{55C39364-ECAE-4CCA-A35E-4F043B20CB27}"/>
              </a:ext>
            </a:extLst>
          </p:cNvPr>
          <p:cNvSpPr/>
          <p:nvPr/>
        </p:nvSpPr>
        <p:spPr>
          <a:xfrm>
            <a:off x="2686647" y="1502992"/>
            <a:ext cx="248513" cy="1634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 3</a:t>
            </a:r>
          </a:p>
        </p:txBody>
      </p:sp>
      <p:sp>
        <p:nvSpPr>
          <p:cNvPr id="37" name="pl41">
            <a:extLst>
              <a:ext uri="{FF2B5EF4-FFF2-40B4-BE49-F238E27FC236}">
                <a16:creationId xmlns:a16="http://schemas.microsoft.com/office/drawing/2014/main" id="{0FBFF445-0BB0-40AA-A805-7032235B6C85}"/>
              </a:ext>
            </a:extLst>
          </p:cNvPr>
          <p:cNvSpPr/>
          <p:nvPr/>
        </p:nvSpPr>
        <p:spPr>
          <a:xfrm>
            <a:off x="2990831" y="3126660"/>
            <a:ext cx="69589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" name="pl42">
            <a:extLst>
              <a:ext uri="{FF2B5EF4-FFF2-40B4-BE49-F238E27FC236}">
                <a16:creationId xmlns:a16="http://schemas.microsoft.com/office/drawing/2014/main" id="{3099D515-E043-4880-B93F-C5AAB64D22C9}"/>
              </a:ext>
            </a:extLst>
          </p:cNvPr>
          <p:cNvSpPr/>
          <p:nvPr/>
        </p:nvSpPr>
        <p:spPr>
          <a:xfrm>
            <a:off x="2990831" y="2530839"/>
            <a:ext cx="69589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" name="pl43">
            <a:extLst>
              <a:ext uri="{FF2B5EF4-FFF2-40B4-BE49-F238E27FC236}">
                <a16:creationId xmlns:a16="http://schemas.microsoft.com/office/drawing/2014/main" id="{5C2ECBB5-73FB-4BAD-B93C-0710607F5CE9}"/>
              </a:ext>
            </a:extLst>
          </p:cNvPr>
          <p:cNvSpPr/>
          <p:nvPr/>
        </p:nvSpPr>
        <p:spPr>
          <a:xfrm>
            <a:off x="2990831" y="1586485"/>
            <a:ext cx="69589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" name="pl44">
            <a:extLst>
              <a:ext uri="{FF2B5EF4-FFF2-40B4-BE49-F238E27FC236}">
                <a16:creationId xmlns:a16="http://schemas.microsoft.com/office/drawing/2014/main" id="{2DF75D83-7889-44CC-80B8-9E4C784434C8}"/>
              </a:ext>
            </a:extLst>
          </p:cNvPr>
          <p:cNvSpPr/>
          <p:nvPr/>
        </p:nvSpPr>
        <p:spPr>
          <a:xfrm>
            <a:off x="4164946" y="3664723"/>
            <a:ext cx="0" cy="69589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" name="pl45">
            <a:extLst>
              <a:ext uri="{FF2B5EF4-FFF2-40B4-BE49-F238E27FC236}">
                <a16:creationId xmlns:a16="http://schemas.microsoft.com/office/drawing/2014/main" id="{FABF559D-1A72-42F4-B23E-30EF4438C3EB}"/>
              </a:ext>
            </a:extLst>
          </p:cNvPr>
          <p:cNvSpPr/>
          <p:nvPr/>
        </p:nvSpPr>
        <p:spPr>
          <a:xfrm>
            <a:off x="5637646" y="3664723"/>
            <a:ext cx="0" cy="69589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" name="pl46">
            <a:extLst>
              <a:ext uri="{FF2B5EF4-FFF2-40B4-BE49-F238E27FC236}">
                <a16:creationId xmlns:a16="http://schemas.microsoft.com/office/drawing/2014/main" id="{237EDECB-4657-4BA5-B99A-5731669A2A53}"/>
              </a:ext>
            </a:extLst>
          </p:cNvPr>
          <p:cNvSpPr/>
          <p:nvPr/>
        </p:nvSpPr>
        <p:spPr>
          <a:xfrm>
            <a:off x="7110346" y="3664723"/>
            <a:ext cx="0" cy="69589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3" name="pl47">
            <a:extLst>
              <a:ext uri="{FF2B5EF4-FFF2-40B4-BE49-F238E27FC236}">
                <a16:creationId xmlns:a16="http://schemas.microsoft.com/office/drawing/2014/main" id="{8B4DFB3E-7123-4F4C-A5CF-D7A0A8925952}"/>
              </a:ext>
            </a:extLst>
          </p:cNvPr>
          <p:cNvSpPr/>
          <p:nvPr/>
        </p:nvSpPr>
        <p:spPr>
          <a:xfrm>
            <a:off x="8583047" y="3664723"/>
            <a:ext cx="0" cy="69589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" name="pl48">
            <a:extLst>
              <a:ext uri="{FF2B5EF4-FFF2-40B4-BE49-F238E27FC236}">
                <a16:creationId xmlns:a16="http://schemas.microsoft.com/office/drawing/2014/main" id="{220E5189-E30E-4982-BEBA-57A26DB01656}"/>
              </a:ext>
            </a:extLst>
          </p:cNvPr>
          <p:cNvSpPr/>
          <p:nvPr/>
        </p:nvSpPr>
        <p:spPr>
          <a:xfrm>
            <a:off x="10055747" y="3664723"/>
            <a:ext cx="0" cy="69589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" name="rc59">
            <a:extLst>
              <a:ext uri="{FF2B5EF4-FFF2-40B4-BE49-F238E27FC236}">
                <a16:creationId xmlns:a16="http://schemas.microsoft.com/office/drawing/2014/main" id="{0E0DBF93-2E6A-4CDE-833F-0FD745A2F90C}"/>
              </a:ext>
            </a:extLst>
          </p:cNvPr>
          <p:cNvSpPr/>
          <p:nvPr/>
        </p:nvSpPr>
        <p:spPr>
          <a:xfrm>
            <a:off x="3060420" y="4275379"/>
            <a:ext cx="8099852" cy="163290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" name="pl60">
            <a:extLst>
              <a:ext uri="{FF2B5EF4-FFF2-40B4-BE49-F238E27FC236}">
                <a16:creationId xmlns:a16="http://schemas.microsoft.com/office/drawing/2014/main" id="{43A83090-1FED-424A-9497-6DD797260F0A}"/>
              </a:ext>
            </a:extLst>
          </p:cNvPr>
          <p:cNvSpPr/>
          <p:nvPr/>
        </p:nvSpPr>
        <p:spPr>
          <a:xfrm>
            <a:off x="3060420" y="5556693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" name="pl61">
            <a:extLst>
              <a:ext uri="{FF2B5EF4-FFF2-40B4-BE49-F238E27FC236}">
                <a16:creationId xmlns:a16="http://schemas.microsoft.com/office/drawing/2014/main" id="{41A3831D-1903-4E7A-A717-8B514EDEE7E3}"/>
              </a:ext>
            </a:extLst>
          </p:cNvPr>
          <p:cNvSpPr/>
          <p:nvPr/>
        </p:nvSpPr>
        <p:spPr>
          <a:xfrm>
            <a:off x="3060420" y="5001964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" name="pl62">
            <a:extLst>
              <a:ext uri="{FF2B5EF4-FFF2-40B4-BE49-F238E27FC236}">
                <a16:creationId xmlns:a16="http://schemas.microsoft.com/office/drawing/2014/main" id="{D7795E66-6E27-4121-9BAA-72329E05A4B2}"/>
              </a:ext>
            </a:extLst>
          </p:cNvPr>
          <p:cNvSpPr/>
          <p:nvPr/>
        </p:nvSpPr>
        <p:spPr>
          <a:xfrm>
            <a:off x="3060420" y="4447234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" name="pl63">
            <a:extLst>
              <a:ext uri="{FF2B5EF4-FFF2-40B4-BE49-F238E27FC236}">
                <a16:creationId xmlns:a16="http://schemas.microsoft.com/office/drawing/2014/main" id="{A5342351-449C-46D2-995B-02A93D88F8E6}"/>
              </a:ext>
            </a:extLst>
          </p:cNvPr>
          <p:cNvSpPr/>
          <p:nvPr/>
        </p:nvSpPr>
        <p:spPr>
          <a:xfrm>
            <a:off x="3428595" y="4275379"/>
            <a:ext cx="0" cy="1632901"/>
          </a:xfrm>
          <a:custGeom>
            <a:avLst/>
            <a:gdLst/>
            <a:ahLst/>
            <a:cxnLst/>
            <a:rect l="0" t="0" r="0" b="0"/>
            <a:pathLst>
              <a:path h="1632901">
                <a:moveTo>
                  <a:pt x="0" y="16329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" name="pl64">
            <a:extLst>
              <a:ext uri="{FF2B5EF4-FFF2-40B4-BE49-F238E27FC236}">
                <a16:creationId xmlns:a16="http://schemas.microsoft.com/office/drawing/2014/main" id="{D9A39C70-070B-4E23-806E-D123AC1AAF86}"/>
              </a:ext>
            </a:extLst>
          </p:cNvPr>
          <p:cNvSpPr/>
          <p:nvPr/>
        </p:nvSpPr>
        <p:spPr>
          <a:xfrm>
            <a:off x="4901296" y="4275379"/>
            <a:ext cx="0" cy="1632901"/>
          </a:xfrm>
          <a:custGeom>
            <a:avLst/>
            <a:gdLst/>
            <a:ahLst/>
            <a:cxnLst/>
            <a:rect l="0" t="0" r="0" b="0"/>
            <a:pathLst>
              <a:path h="1632901">
                <a:moveTo>
                  <a:pt x="0" y="16329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" name="pl65">
            <a:extLst>
              <a:ext uri="{FF2B5EF4-FFF2-40B4-BE49-F238E27FC236}">
                <a16:creationId xmlns:a16="http://schemas.microsoft.com/office/drawing/2014/main" id="{03463C3B-7E2E-4300-80CF-4134B881D181}"/>
              </a:ext>
            </a:extLst>
          </p:cNvPr>
          <p:cNvSpPr/>
          <p:nvPr/>
        </p:nvSpPr>
        <p:spPr>
          <a:xfrm>
            <a:off x="6373996" y="4275379"/>
            <a:ext cx="0" cy="1632901"/>
          </a:xfrm>
          <a:custGeom>
            <a:avLst/>
            <a:gdLst/>
            <a:ahLst/>
            <a:cxnLst/>
            <a:rect l="0" t="0" r="0" b="0"/>
            <a:pathLst>
              <a:path h="1632901">
                <a:moveTo>
                  <a:pt x="0" y="16329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" name="pl66">
            <a:extLst>
              <a:ext uri="{FF2B5EF4-FFF2-40B4-BE49-F238E27FC236}">
                <a16:creationId xmlns:a16="http://schemas.microsoft.com/office/drawing/2014/main" id="{0822E88D-2014-4985-8596-83CB126E74D2}"/>
              </a:ext>
            </a:extLst>
          </p:cNvPr>
          <p:cNvSpPr/>
          <p:nvPr/>
        </p:nvSpPr>
        <p:spPr>
          <a:xfrm>
            <a:off x="7846697" y="4275379"/>
            <a:ext cx="0" cy="1632901"/>
          </a:xfrm>
          <a:custGeom>
            <a:avLst/>
            <a:gdLst/>
            <a:ahLst/>
            <a:cxnLst/>
            <a:rect l="0" t="0" r="0" b="0"/>
            <a:pathLst>
              <a:path h="1632901">
                <a:moveTo>
                  <a:pt x="0" y="16329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" name="pl67">
            <a:extLst>
              <a:ext uri="{FF2B5EF4-FFF2-40B4-BE49-F238E27FC236}">
                <a16:creationId xmlns:a16="http://schemas.microsoft.com/office/drawing/2014/main" id="{AD438390-08A2-463D-B7D6-98A5D0DB04ED}"/>
              </a:ext>
            </a:extLst>
          </p:cNvPr>
          <p:cNvSpPr/>
          <p:nvPr/>
        </p:nvSpPr>
        <p:spPr>
          <a:xfrm>
            <a:off x="9319397" y="4275379"/>
            <a:ext cx="0" cy="1632901"/>
          </a:xfrm>
          <a:custGeom>
            <a:avLst/>
            <a:gdLst/>
            <a:ahLst/>
            <a:cxnLst/>
            <a:rect l="0" t="0" r="0" b="0"/>
            <a:pathLst>
              <a:path h="1632901">
                <a:moveTo>
                  <a:pt x="0" y="16329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" name="pl68">
            <a:extLst>
              <a:ext uri="{FF2B5EF4-FFF2-40B4-BE49-F238E27FC236}">
                <a16:creationId xmlns:a16="http://schemas.microsoft.com/office/drawing/2014/main" id="{C28D195D-7517-4E75-AB97-A8E2872B2359}"/>
              </a:ext>
            </a:extLst>
          </p:cNvPr>
          <p:cNvSpPr/>
          <p:nvPr/>
        </p:nvSpPr>
        <p:spPr>
          <a:xfrm>
            <a:off x="10792097" y="4275379"/>
            <a:ext cx="0" cy="1632901"/>
          </a:xfrm>
          <a:custGeom>
            <a:avLst/>
            <a:gdLst/>
            <a:ahLst/>
            <a:cxnLst/>
            <a:rect l="0" t="0" r="0" b="0"/>
            <a:pathLst>
              <a:path h="1632901">
                <a:moveTo>
                  <a:pt x="0" y="16329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0" name="pl69">
            <a:extLst>
              <a:ext uri="{FF2B5EF4-FFF2-40B4-BE49-F238E27FC236}">
                <a16:creationId xmlns:a16="http://schemas.microsoft.com/office/drawing/2014/main" id="{C8E92C8A-6C0B-41B6-87C5-E908DD2F09B7}"/>
              </a:ext>
            </a:extLst>
          </p:cNvPr>
          <p:cNvSpPr/>
          <p:nvPr/>
        </p:nvSpPr>
        <p:spPr>
          <a:xfrm>
            <a:off x="3060420" y="5834058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1" name="pl70">
            <a:extLst>
              <a:ext uri="{FF2B5EF4-FFF2-40B4-BE49-F238E27FC236}">
                <a16:creationId xmlns:a16="http://schemas.microsoft.com/office/drawing/2014/main" id="{396EB398-8FEA-4299-9960-72B2BACF03E6}"/>
              </a:ext>
            </a:extLst>
          </p:cNvPr>
          <p:cNvSpPr/>
          <p:nvPr/>
        </p:nvSpPr>
        <p:spPr>
          <a:xfrm>
            <a:off x="3060420" y="5279328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2" name="pl71">
            <a:extLst>
              <a:ext uri="{FF2B5EF4-FFF2-40B4-BE49-F238E27FC236}">
                <a16:creationId xmlns:a16="http://schemas.microsoft.com/office/drawing/2014/main" id="{51C03C42-9C6D-4F10-A871-5C51629E2DDB}"/>
              </a:ext>
            </a:extLst>
          </p:cNvPr>
          <p:cNvSpPr/>
          <p:nvPr/>
        </p:nvSpPr>
        <p:spPr>
          <a:xfrm>
            <a:off x="3060420" y="4724599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3" name="pl72">
            <a:extLst>
              <a:ext uri="{FF2B5EF4-FFF2-40B4-BE49-F238E27FC236}">
                <a16:creationId xmlns:a16="http://schemas.microsoft.com/office/drawing/2014/main" id="{267FD49B-3E41-4365-8277-B6B8297AADC5}"/>
              </a:ext>
            </a:extLst>
          </p:cNvPr>
          <p:cNvSpPr/>
          <p:nvPr/>
        </p:nvSpPr>
        <p:spPr>
          <a:xfrm>
            <a:off x="4164946" y="4275379"/>
            <a:ext cx="0" cy="1632901"/>
          </a:xfrm>
          <a:custGeom>
            <a:avLst/>
            <a:gdLst/>
            <a:ahLst/>
            <a:cxnLst/>
            <a:rect l="0" t="0" r="0" b="0"/>
            <a:pathLst>
              <a:path h="1632901">
                <a:moveTo>
                  <a:pt x="0" y="16329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4" name="pl73">
            <a:extLst>
              <a:ext uri="{FF2B5EF4-FFF2-40B4-BE49-F238E27FC236}">
                <a16:creationId xmlns:a16="http://schemas.microsoft.com/office/drawing/2014/main" id="{FF8905F0-8F1A-4CD1-80B9-DC240FA65894}"/>
              </a:ext>
            </a:extLst>
          </p:cNvPr>
          <p:cNvSpPr/>
          <p:nvPr/>
        </p:nvSpPr>
        <p:spPr>
          <a:xfrm>
            <a:off x="5637646" y="4275379"/>
            <a:ext cx="0" cy="1632901"/>
          </a:xfrm>
          <a:custGeom>
            <a:avLst/>
            <a:gdLst/>
            <a:ahLst/>
            <a:cxnLst/>
            <a:rect l="0" t="0" r="0" b="0"/>
            <a:pathLst>
              <a:path h="1632901">
                <a:moveTo>
                  <a:pt x="0" y="16329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" name="pl74">
            <a:extLst>
              <a:ext uri="{FF2B5EF4-FFF2-40B4-BE49-F238E27FC236}">
                <a16:creationId xmlns:a16="http://schemas.microsoft.com/office/drawing/2014/main" id="{0EC6E512-ABF8-49F7-8D2D-E2BD7DE85A23}"/>
              </a:ext>
            </a:extLst>
          </p:cNvPr>
          <p:cNvSpPr/>
          <p:nvPr/>
        </p:nvSpPr>
        <p:spPr>
          <a:xfrm>
            <a:off x="7110346" y="4275379"/>
            <a:ext cx="0" cy="1632901"/>
          </a:xfrm>
          <a:custGeom>
            <a:avLst/>
            <a:gdLst/>
            <a:ahLst/>
            <a:cxnLst/>
            <a:rect l="0" t="0" r="0" b="0"/>
            <a:pathLst>
              <a:path h="1632901">
                <a:moveTo>
                  <a:pt x="0" y="16329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6" name="pl75">
            <a:extLst>
              <a:ext uri="{FF2B5EF4-FFF2-40B4-BE49-F238E27FC236}">
                <a16:creationId xmlns:a16="http://schemas.microsoft.com/office/drawing/2014/main" id="{A5A70AA5-4044-4326-8953-8D23F48EBCF4}"/>
              </a:ext>
            </a:extLst>
          </p:cNvPr>
          <p:cNvSpPr/>
          <p:nvPr/>
        </p:nvSpPr>
        <p:spPr>
          <a:xfrm>
            <a:off x="8583047" y="4275379"/>
            <a:ext cx="0" cy="1632901"/>
          </a:xfrm>
          <a:custGeom>
            <a:avLst/>
            <a:gdLst/>
            <a:ahLst/>
            <a:cxnLst/>
            <a:rect l="0" t="0" r="0" b="0"/>
            <a:pathLst>
              <a:path h="1632901">
                <a:moveTo>
                  <a:pt x="0" y="16329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7" name="pl76">
            <a:extLst>
              <a:ext uri="{FF2B5EF4-FFF2-40B4-BE49-F238E27FC236}">
                <a16:creationId xmlns:a16="http://schemas.microsoft.com/office/drawing/2014/main" id="{B840B954-D889-44FA-A6C0-ABB00E91B32B}"/>
              </a:ext>
            </a:extLst>
          </p:cNvPr>
          <p:cNvSpPr/>
          <p:nvPr/>
        </p:nvSpPr>
        <p:spPr>
          <a:xfrm>
            <a:off x="10055747" y="4275379"/>
            <a:ext cx="0" cy="1632901"/>
          </a:xfrm>
          <a:custGeom>
            <a:avLst/>
            <a:gdLst/>
            <a:ahLst/>
            <a:cxnLst/>
            <a:rect l="0" t="0" r="0" b="0"/>
            <a:pathLst>
              <a:path h="1632901">
                <a:moveTo>
                  <a:pt x="0" y="16329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8" name="pl77">
            <a:extLst>
              <a:ext uri="{FF2B5EF4-FFF2-40B4-BE49-F238E27FC236}">
                <a16:creationId xmlns:a16="http://schemas.microsoft.com/office/drawing/2014/main" id="{F03BB7E5-AD74-4996-83E1-850ED515B0D5}"/>
              </a:ext>
            </a:extLst>
          </p:cNvPr>
          <p:cNvSpPr/>
          <p:nvPr/>
        </p:nvSpPr>
        <p:spPr>
          <a:xfrm>
            <a:off x="3561139" y="4349602"/>
            <a:ext cx="3563934" cy="1472140"/>
          </a:xfrm>
          <a:custGeom>
            <a:avLst/>
            <a:gdLst/>
            <a:ahLst/>
            <a:cxnLst/>
            <a:rect l="0" t="0" r="0" b="0"/>
            <a:pathLst>
              <a:path w="3563934" h="1472140">
                <a:moveTo>
                  <a:pt x="0" y="1472140"/>
                </a:moveTo>
                <a:lnTo>
                  <a:pt x="147270" y="1472140"/>
                </a:lnTo>
                <a:lnTo>
                  <a:pt x="147270" y="1453058"/>
                </a:lnTo>
                <a:lnTo>
                  <a:pt x="265086" y="1453058"/>
                </a:lnTo>
                <a:lnTo>
                  <a:pt x="265086" y="1420772"/>
                </a:lnTo>
                <a:lnTo>
                  <a:pt x="294540" y="1420772"/>
                </a:lnTo>
                <a:lnTo>
                  <a:pt x="294540" y="1420772"/>
                </a:lnTo>
                <a:lnTo>
                  <a:pt x="397629" y="1420772"/>
                </a:lnTo>
                <a:lnTo>
                  <a:pt x="397629" y="1342999"/>
                </a:lnTo>
                <a:lnTo>
                  <a:pt x="427083" y="1342999"/>
                </a:lnTo>
                <a:lnTo>
                  <a:pt x="427083" y="1335788"/>
                </a:lnTo>
                <a:lnTo>
                  <a:pt x="515445" y="1335788"/>
                </a:lnTo>
                <a:lnTo>
                  <a:pt x="515445" y="1052210"/>
                </a:lnTo>
                <a:lnTo>
                  <a:pt x="677442" y="1052210"/>
                </a:lnTo>
                <a:lnTo>
                  <a:pt x="677442" y="1052210"/>
                </a:lnTo>
                <a:lnTo>
                  <a:pt x="824712" y="1052210"/>
                </a:lnTo>
                <a:lnTo>
                  <a:pt x="824712" y="1028246"/>
                </a:lnTo>
                <a:lnTo>
                  <a:pt x="898347" y="1028246"/>
                </a:lnTo>
                <a:lnTo>
                  <a:pt x="898347" y="1022033"/>
                </a:lnTo>
                <a:lnTo>
                  <a:pt x="1001436" y="1022033"/>
                </a:lnTo>
                <a:lnTo>
                  <a:pt x="1001436" y="1022033"/>
                </a:lnTo>
                <a:lnTo>
                  <a:pt x="1016163" y="1022033"/>
                </a:lnTo>
                <a:lnTo>
                  <a:pt x="1016163" y="1013157"/>
                </a:lnTo>
                <a:lnTo>
                  <a:pt x="1133979" y="1013157"/>
                </a:lnTo>
                <a:lnTo>
                  <a:pt x="1133979" y="1007277"/>
                </a:lnTo>
                <a:lnTo>
                  <a:pt x="1222341" y="1007277"/>
                </a:lnTo>
                <a:lnTo>
                  <a:pt x="1222341" y="966893"/>
                </a:lnTo>
                <a:lnTo>
                  <a:pt x="1325430" y="966893"/>
                </a:lnTo>
                <a:lnTo>
                  <a:pt x="1325430" y="947366"/>
                </a:lnTo>
                <a:lnTo>
                  <a:pt x="1428519" y="947366"/>
                </a:lnTo>
                <a:lnTo>
                  <a:pt x="1428519" y="941708"/>
                </a:lnTo>
                <a:lnTo>
                  <a:pt x="1531608" y="941708"/>
                </a:lnTo>
                <a:lnTo>
                  <a:pt x="1531608" y="941708"/>
                </a:lnTo>
                <a:lnTo>
                  <a:pt x="1619970" y="941708"/>
                </a:lnTo>
                <a:lnTo>
                  <a:pt x="1619970" y="918853"/>
                </a:lnTo>
                <a:lnTo>
                  <a:pt x="1752513" y="918853"/>
                </a:lnTo>
                <a:lnTo>
                  <a:pt x="1752513" y="680763"/>
                </a:lnTo>
                <a:lnTo>
                  <a:pt x="1929237" y="680763"/>
                </a:lnTo>
                <a:lnTo>
                  <a:pt x="1929237" y="624625"/>
                </a:lnTo>
                <a:lnTo>
                  <a:pt x="2032326" y="624625"/>
                </a:lnTo>
                <a:lnTo>
                  <a:pt x="2032326" y="601326"/>
                </a:lnTo>
                <a:lnTo>
                  <a:pt x="2135415" y="601326"/>
                </a:lnTo>
                <a:lnTo>
                  <a:pt x="2135415" y="601326"/>
                </a:lnTo>
                <a:lnTo>
                  <a:pt x="2238504" y="601326"/>
                </a:lnTo>
                <a:lnTo>
                  <a:pt x="2238504" y="576363"/>
                </a:lnTo>
                <a:lnTo>
                  <a:pt x="2341593" y="576363"/>
                </a:lnTo>
                <a:lnTo>
                  <a:pt x="2341593" y="556282"/>
                </a:lnTo>
                <a:lnTo>
                  <a:pt x="2444682" y="556282"/>
                </a:lnTo>
                <a:lnTo>
                  <a:pt x="2444682" y="556282"/>
                </a:lnTo>
                <a:lnTo>
                  <a:pt x="2547771" y="556282"/>
                </a:lnTo>
                <a:lnTo>
                  <a:pt x="2547771" y="120931"/>
                </a:lnTo>
                <a:lnTo>
                  <a:pt x="2650860" y="120931"/>
                </a:lnTo>
                <a:lnTo>
                  <a:pt x="2650860" y="120931"/>
                </a:lnTo>
                <a:lnTo>
                  <a:pt x="2753949" y="120931"/>
                </a:lnTo>
                <a:lnTo>
                  <a:pt x="2753949" y="120931"/>
                </a:lnTo>
                <a:lnTo>
                  <a:pt x="2857038" y="120931"/>
                </a:lnTo>
                <a:lnTo>
                  <a:pt x="2857038" y="120931"/>
                </a:lnTo>
                <a:lnTo>
                  <a:pt x="2960127" y="120931"/>
                </a:lnTo>
                <a:lnTo>
                  <a:pt x="2960127" y="110280"/>
                </a:lnTo>
                <a:lnTo>
                  <a:pt x="3063216" y="110280"/>
                </a:lnTo>
                <a:lnTo>
                  <a:pt x="3063216" y="0"/>
                </a:lnTo>
                <a:lnTo>
                  <a:pt x="3166305" y="0"/>
                </a:lnTo>
                <a:lnTo>
                  <a:pt x="3166305" y="0"/>
                </a:lnTo>
                <a:lnTo>
                  <a:pt x="3269394" y="0"/>
                </a:lnTo>
                <a:lnTo>
                  <a:pt x="3269394" y="0"/>
                </a:lnTo>
                <a:lnTo>
                  <a:pt x="3563934" y="0"/>
                </a:lnTo>
                <a:lnTo>
                  <a:pt x="3563934" y="0"/>
                </a:lnTo>
              </a:path>
            </a:pathLst>
          </a:custGeom>
          <a:ln w="27101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9" name="pl78">
            <a:extLst>
              <a:ext uri="{FF2B5EF4-FFF2-40B4-BE49-F238E27FC236}">
                <a16:creationId xmlns:a16="http://schemas.microsoft.com/office/drawing/2014/main" id="{81C24725-210B-46E3-8763-3169DE4F53F1}"/>
              </a:ext>
            </a:extLst>
          </p:cNvPr>
          <p:cNvSpPr/>
          <p:nvPr/>
        </p:nvSpPr>
        <p:spPr>
          <a:xfrm>
            <a:off x="3561139" y="4644940"/>
            <a:ext cx="7068961" cy="1189117"/>
          </a:xfrm>
          <a:custGeom>
            <a:avLst/>
            <a:gdLst/>
            <a:ahLst/>
            <a:cxnLst/>
            <a:rect l="0" t="0" r="0" b="0"/>
            <a:pathLst>
              <a:path w="7068961" h="1189117">
                <a:moveTo>
                  <a:pt x="0" y="1189117"/>
                </a:moveTo>
                <a:lnTo>
                  <a:pt x="147270" y="1189117"/>
                </a:lnTo>
                <a:lnTo>
                  <a:pt x="147270" y="1189117"/>
                </a:lnTo>
                <a:lnTo>
                  <a:pt x="294540" y="1189117"/>
                </a:lnTo>
                <a:lnTo>
                  <a:pt x="294540" y="1189117"/>
                </a:lnTo>
                <a:lnTo>
                  <a:pt x="412356" y="1189117"/>
                </a:lnTo>
                <a:lnTo>
                  <a:pt x="412356" y="1189117"/>
                </a:lnTo>
                <a:lnTo>
                  <a:pt x="824712" y="1189117"/>
                </a:lnTo>
                <a:lnTo>
                  <a:pt x="824712" y="1189117"/>
                </a:lnTo>
                <a:lnTo>
                  <a:pt x="898347" y="1189117"/>
                </a:lnTo>
                <a:lnTo>
                  <a:pt x="898347" y="1189117"/>
                </a:lnTo>
                <a:lnTo>
                  <a:pt x="1001436" y="1189117"/>
                </a:lnTo>
                <a:lnTo>
                  <a:pt x="1001436" y="1189117"/>
                </a:lnTo>
                <a:lnTo>
                  <a:pt x="1133979" y="1189117"/>
                </a:lnTo>
                <a:lnTo>
                  <a:pt x="1133979" y="1189117"/>
                </a:lnTo>
                <a:lnTo>
                  <a:pt x="1222341" y="1189117"/>
                </a:lnTo>
                <a:lnTo>
                  <a:pt x="1222341" y="1189117"/>
                </a:lnTo>
                <a:lnTo>
                  <a:pt x="1325430" y="1189117"/>
                </a:lnTo>
                <a:lnTo>
                  <a:pt x="1325430" y="1189117"/>
                </a:lnTo>
                <a:lnTo>
                  <a:pt x="1531608" y="1189117"/>
                </a:lnTo>
                <a:lnTo>
                  <a:pt x="1531608" y="1189117"/>
                </a:lnTo>
                <a:lnTo>
                  <a:pt x="1619970" y="1189117"/>
                </a:lnTo>
                <a:lnTo>
                  <a:pt x="1619970" y="1189117"/>
                </a:lnTo>
                <a:lnTo>
                  <a:pt x="1752513" y="1189117"/>
                </a:lnTo>
                <a:lnTo>
                  <a:pt x="1752513" y="1189117"/>
                </a:lnTo>
                <a:lnTo>
                  <a:pt x="1826148" y="1189117"/>
                </a:lnTo>
                <a:lnTo>
                  <a:pt x="1826148" y="1140523"/>
                </a:lnTo>
                <a:lnTo>
                  <a:pt x="1929237" y="1140523"/>
                </a:lnTo>
                <a:lnTo>
                  <a:pt x="1929237" y="1140523"/>
                </a:lnTo>
                <a:lnTo>
                  <a:pt x="2032326" y="1140523"/>
                </a:lnTo>
                <a:lnTo>
                  <a:pt x="2032326" y="1140523"/>
                </a:lnTo>
                <a:lnTo>
                  <a:pt x="2341593" y="1140523"/>
                </a:lnTo>
                <a:lnTo>
                  <a:pt x="2341593" y="1140523"/>
                </a:lnTo>
                <a:lnTo>
                  <a:pt x="2444682" y="1140523"/>
                </a:lnTo>
                <a:lnTo>
                  <a:pt x="2444682" y="1140523"/>
                </a:lnTo>
                <a:lnTo>
                  <a:pt x="2547771" y="1140523"/>
                </a:lnTo>
                <a:lnTo>
                  <a:pt x="2547771" y="1043778"/>
                </a:lnTo>
                <a:lnTo>
                  <a:pt x="2650860" y="1043778"/>
                </a:lnTo>
                <a:lnTo>
                  <a:pt x="2650860" y="1043778"/>
                </a:lnTo>
                <a:lnTo>
                  <a:pt x="2753949" y="1043778"/>
                </a:lnTo>
                <a:lnTo>
                  <a:pt x="2753949" y="1043778"/>
                </a:lnTo>
                <a:lnTo>
                  <a:pt x="2857038" y="1043778"/>
                </a:lnTo>
                <a:lnTo>
                  <a:pt x="2857038" y="1043778"/>
                </a:lnTo>
                <a:lnTo>
                  <a:pt x="2960127" y="1043778"/>
                </a:lnTo>
                <a:lnTo>
                  <a:pt x="2960127" y="1043778"/>
                </a:lnTo>
                <a:lnTo>
                  <a:pt x="3063216" y="1043778"/>
                </a:lnTo>
                <a:lnTo>
                  <a:pt x="3063216" y="1043778"/>
                </a:lnTo>
                <a:lnTo>
                  <a:pt x="3166305" y="1043778"/>
                </a:lnTo>
                <a:lnTo>
                  <a:pt x="3166305" y="1043778"/>
                </a:lnTo>
                <a:lnTo>
                  <a:pt x="3667023" y="1043778"/>
                </a:lnTo>
                <a:lnTo>
                  <a:pt x="3667023" y="1043778"/>
                </a:lnTo>
                <a:lnTo>
                  <a:pt x="3873201" y="1043778"/>
                </a:lnTo>
                <a:lnTo>
                  <a:pt x="3873201" y="1029466"/>
                </a:lnTo>
                <a:lnTo>
                  <a:pt x="3917383" y="1029466"/>
                </a:lnTo>
                <a:lnTo>
                  <a:pt x="3917383" y="1029466"/>
                </a:lnTo>
                <a:lnTo>
                  <a:pt x="3976291" y="1029466"/>
                </a:lnTo>
                <a:lnTo>
                  <a:pt x="3976291" y="1029466"/>
                </a:lnTo>
                <a:lnTo>
                  <a:pt x="4094107" y="1029466"/>
                </a:lnTo>
                <a:lnTo>
                  <a:pt x="4094107" y="974215"/>
                </a:lnTo>
                <a:lnTo>
                  <a:pt x="4197196" y="974215"/>
                </a:lnTo>
                <a:lnTo>
                  <a:pt x="4197196" y="517562"/>
                </a:lnTo>
                <a:lnTo>
                  <a:pt x="4285558" y="517562"/>
                </a:lnTo>
                <a:lnTo>
                  <a:pt x="4285558" y="517562"/>
                </a:lnTo>
                <a:lnTo>
                  <a:pt x="4388647" y="517562"/>
                </a:lnTo>
                <a:lnTo>
                  <a:pt x="4388647" y="517562"/>
                </a:lnTo>
                <a:lnTo>
                  <a:pt x="4594825" y="517562"/>
                </a:lnTo>
                <a:lnTo>
                  <a:pt x="4594825" y="497703"/>
                </a:lnTo>
                <a:lnTo>
                  <a:pt x="4697914" y="497703"/>
                </a:lnTo>
                <a:lnTo>
                  <a:pt x="4697914" y="497703"/>
                </a:lnTo>
                <a:lnTo>
                  <a:pt x="5007181" y="497703"/>
                </a:lnTo>
                <a:lnTo>
                  <a:pt x="5007181" y="497703"/>
                </a:lnTo>
                <a:lnTo>
                  <a:pt x="5213359" y="497703"/>
                </a:lnTo>
                <a:lnTo>
                  <a:pt x="5213359" y="497703"/>
                </a:lnTo>
                <a:lnTo>
                  <a:pt x="5419537" y="497703"/>
                </a:lnTo>
                <a:lnTo>
                  <a:pt x="5419537" y="493709"/>
                </a:lnTo>
                <a:lnTo>
                  <a:pt x="5552080" y="493709"/>
                </a:lnTo>
                <a:lnTo>
                  <a:pt x="5552080" y="253733"/>
                </a:lnTo>
                <a:lnTo>
                  <a:pt x="6155887" y="253733"/>
                </a:lnTo>
                <a:lnTo>
                  <a:pt x="6155887" y="0"/>
                </a:lnTo>
                <a:lnTo>
                  <a:pt x="6465154" y="0"/>
                </a:lnTo>
                <a:lnTo>
                  <a:pt x="6465154" y="0"/>
                </a:lnTo>
                <a:lnTo>
                  <a:pt x="6759694" y="0"/>
                </a:lnTo>
                <a:lnTo>
                  <a:pt x="6759694" y="0"/>
                </a:lnTo>
                <a:lnTo>
                  <a:pt x="7068961" y="0"/>
                </a:lnTo>
                <a:lnTo>
                  <a:pt x="7068961" y="0"/>
                </a:lnTo>
              </a:path>
            </a:pathLst>
          </a:custGeom>
          <a:ln w="2710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0" name="pl79">
            <a:extLst>
              <a:ext uri="{FF2B5EF4-FFF2-40B4-BE49-F238E27FC236}">
                <a16:creationId xmlns:a16="http://schemas.microsoft.com/office/drawing/2014/main" id="{41D6F220-FB2B-43F1-A19E-8CEC6ABE347B}"/>
              </a:ext>
            </a:extLst>
          </p:cNvPr>
          <p:cNvSpPr/>
          <p:nvPr/>
        </p:nvSpPr>
        <p:spPr>
          <a:xfrm>
            <a:off x="5313652" y="4275379"/>
            <a:ext cx="0" cy="1632901"/>
          </a:xfrm>
          <a:custGeom>
            <a:avLst/>
            <a:gdLst/>
            <a:ahLst/>
            <a:cxnLst/>
            <a:rect l="0" t="0" r="0" b="0"/>
            <a:pathLst>
              <a:path h="1632901">
                <a:moveTo>
                  <a:pt x="0" y="16329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5400" cap="flat">
            <a:solidFill>
              <a:srgbClr val="000000">
                <a:alpha val="50196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71" name="pl80">
            <a:extLst>
              <a:ext uri="{FF2B5EF4-FFF2-40B4-BE49-F238E27FC236}">
                <a16:creationId xmlns:a16="http://schemas.microsoft.com/office/drawing/2014/main" id="{C81F7F0C-8960-48B5-822B-74088DA73EA2}"/>
              </a:ext>
            </a:extLst>
          </p:cNvPr>
          <p:cNvSpPr/>
          <p:nvPr/>
        </p:nvSpPr>
        <p:spPr>
          <a:xfrm>
            <a:off x="7758335" y="4275379"/>
            <a:ext cx="0" cy="1632901"/>
          </a:xfrm>
          <a:custGeom>
            <a:avLst/>
            <a:gdLst/>
            <a:ahLst/>
            <a:cxnLst/>
            <a:rect l="0" t="0" r="0" b="0"/>
            <a:pathLst>
              <a:path h="1632901">
                <a:moveTo>
                  <a:pt x="0" y="16329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5400" cap="flat">
            <a:solidFill>
              <a:srgbClr val="000000">
                <a:alpha val="50196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74" name="pl83">
            <a:extLst>
              <a:ext uri="{FF2B5EF4-FFF2-40B4-BE49-F238E27FC236}">
                <a16:creationId xmlns:a16="http://schemas.microsoft.com/office/drawing/2014/main" id="{88A465E6-9913-4395-BE95-60EE49ECAC05}"/>
              </a:ext>
            </a:extLst>
          </p:cNvPr>
          <p:cNvSpPr/>
          <p:nvPr/>
        </p:nvSpPr>
        <p:spPr>
          <a:xfrm>
            <a:off x="5367326" y="2393386"/>
            <a:ext cx="2385774" cy="0"/>
          </a:xfrm>
          <a:custGeom>
            <a:avLst/>
            <a:gdLst/>
            <a:ahLst/>
            <a:cxnLst/>
            <a:rect l="0" t="0" r="0" b="0"/>
            <a:pathLst>
              <a:path w="2385774">
                <a:moveTo>
                  <a:pt x="2385774" y="0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headEnd type="arrow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78" name="rc87">
            <a:extLst>
              <a:ext uri="{FF2B5EF4-FFF2-40B4-BE49-F238E27FC236}">
                <a16:creationId xmlns:a16="http://schemas.microsoft.com/office/drawing/2014/main" id="{AF5867B3-F44E-426E-AA64-154FA848E2C6}"/>
              </a:ext>
            </a:extLst>
          </p:cNvPr>
          <p:cNvSpPr/>
          <p:nvPr/>
        </p:nvSpPr>
        <p:spPr>
          <a:xfrm>
            <a:off x="3060420" y="4275379"/>
            <a:ext cx="8099852" cy="1632901"/>
          </a:xfrm>
          <a:prstGeom prst="rect">
            <a:avLst/>
          </a:prstGeom>
          <a:ln w="27101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9" name="tx88">
            <a:extLst>
              <a:ext uri="{FF2B5EF4-FFF2-40B4-BE49-F238E27FC236}">
                <a16:creationId xmlns:a16="http://schemas.microsoft.com/office/drawing/2014/main" id="{37A4611F-0295-4CFC-BB30-1E68B4FD4020}"/>
              </a:ext>
            </a:extLst>
          </p:cNvPr>
          <p:cNvSpPr/>
          <p:nvPr/>
        </p:nvSpPr>
        <p:spPr>
          <a:xfrm>
            <a:off x="2810849" y="5750674"/>
            <a:ext cx="124311" cy="16338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80" name="tx89">
            <a:extLst>
              <a:ext uri="{FF2B5EF4-FFF2-40B4-BE49-F238E27FC236}">
                <a16:creationId xmlns:a16="http://schemas.microsoft.com/office/drawing/2014/main" id="{287AA8B5-0855-4203-913B-953C90DA1CAA}"/>
              </a:ext>
            </a:extLst>
          </p:cNvPr>
          <p:cNvSpPr/>
          <p:nvPr/>
        </p:nvSpPr>
        <p:spPr>
          <a:xfrm>
            <a:off x="2437915" y="5195945"/>
            <a:ext cx="497244" cy="16338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5000</a:t>
            </a:r>
          </a:p>
        </p:txBody>
      </p:sp>
      <p:sp>
        <p:nvSpPr>
          <p:cNvPr id="81" name="tx90">
            <a:extLst>
              <a:ext uri="{FF2B5EF4-FFF2-40B4-BE49-F238E27FC236}">
                <a16:creationId xmlns:a16="http://schemas.microsoft.com/office/drawing/2014/main" id="{42D78E21-567A-4DEF-B975-1CC4260A649E}"/>
              </a:ext>
            </a:extLst>
          </p:cNvPr>
          <p:cNvSpPr/>
          <p:nvPr/>
        </p:nvSpPr>
        <p:spPr>
          <a:xfrm>
            <a:off x="2313604" y="4641216"/>
            <a:ext cx="621555" cy="16338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10000</a:t>
            </a:r>
          </a:p>
        </p:txBody>
      </p:sp>
      <p:sp>
        <p:nvSpPr>
          <p:cNvPr id="82" name="pl91">
            <a:extLst>
              <a:ext uri="{FF2B5EF4-FFF2-40B4-BE49-F238E27FC236}">
                <a16:creationId xmlns:a16="http://schemas.microsoft.com/office/drawing/2014/main" id="{794AF774-60AA-4554-A4E2-CCEB03FB9F6D}"/>
              </a:ext>
            </a:extLst>
          </p:cNvPr>
          <p:cNvSpPr/>
          <p:nvPr/>
        </p:nvSpPr>
        <p:spPr>
          <a:xfrm>
            <a:off x="2990831" y="5834058"/>
            <a:ext cx="69589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3" name="pl92">
            <a:extLst>
              <a:ext uri="{FF2B5EF4-FFF2-40B4-BE49-F238E27FC236}">
                <a16:creationId xmlns:a16="http://schemas.microsoft.com/office/drawing/2014/main" id="{C6DC9A0C-7E7D-480A-981B-C2E040D8B5A2}"/>
              </a:ext>
            </a:extLst>
          </p:cNvPr>
          <p:cNvSpPr/>
          <p:nvPr/>
        </p:nvSpPr>
        <p:spPr>
          <a:xfrm>
            <a:off x="2990831" y="5279328"/>
            <a:ext cx="69589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4" name="pl93">
            <a:extLst>
              <a:ext uri="{FF2B5EF4-FFF2-40B4-BE49-F238E27FC236}">
                <a16:creationId xmlns:a16="http://schemas.microsoft.com/office/drawing/2014/main" id="{11903DD0-3D3F-4922-8179-9ECC891848A0}"/>
              </a:ext>
            </a:extLst>
          </p:cNvPr>
          <p:cNvSpPr/>
          <p:nvPr/>
        </p:nvSpPr>
        <p:spPr>
          <a:xfrm>
            <a:off x="2990831" y="4724599"/>
            <a:ext cx="69589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5" name="pl94">
            <a:extLst>
              <a:ext uri="{FF2B5EF4-FFF2-40B4-BE49-F238E27FC236}">
                <a16:creationId xmlns:a16="http://schemas.microsoft.com/office/drawing/2014/main" id="{2A53BA26-9D20-4DCA-91E8-91C1FC26CC5C}"/>
              </a:ext>
            </a:extLst>
          </p:cNvPr>
          <p:cNvSpPr/>
          <p:nvPr/>
        </p:nvSpPr>
        <p:spPr>
          <a:xfrm>
            <a:off x="4164946" y="5908281"/>
            <a:ext cx="0" cy="69589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6" name="pl95">
            <a:extLst>
              <a:ext uri="{FF2B5EF4-FFF2-40B4-BE49-F238E27FC236}">
                <a16:creationId xmlns:a16="http://schemas.microsoft.com/office/drawing/2014/main" id="{4D61366D-391C-4F98-9F70-E416EB467816}"/>
              </a:ext>
            </a:extLst>
          </p:cNvPr>
          <p:cNvSpPr/>
          <p:nvPr/>
        </p:nvSpPr>
        <p:spPr>
          <a:xfrm>
            <a:off x="5637646" y="5908281"/>
            <a:ext cx="0" cy="69589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7" name="pl96">
            <a:extLst>
              <a:ext uri="{FF2B5EF4-FFF2-40B4-BE49-F238E27FC236}">
                <a16:creationId xmlns:a16="http://schemas.microsoft.com/office/drawing/2014/main" id="{D735A8BF-824D-4482-BAF0-9CED616CEF24}"/>
              </a:ext>
            </a:extLst>
          </p:cNvPr>
          <p:cNvSpPr/>
          <p:nvPr/>
        </p:nvSpPr>
        <p:spPr>
          <a:xfrm>
            <a:off x="7110346" y="5908281"/>
            <a:ext cx="0" cy="69589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8" name="pl97">
            <a:extLst>
              <a:ext uri="{FF2B5EF4-FFF2-40B4-BE49-F238E27FC236}">
                <a16:creationId xmlns:a16="http://schemas.microsoft.com/office/drawing/2014/main" id="{BE150078-4D33-4E7D-AA4B-D4A8E25D43C8}"/>
              </a:ext>
            </a:extLst>
          </p:cNvPr>
          <p:cNvSpPr/>
          <p:nvPr/>
        </p:nvSpPr>
        <p:spPr>
          <a:xfrm>
            <a:off x="8583047" y="5908281"/>
            <a:ext cx="0" cy="69589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9" name="pl98">
            <a:extLst>
              <a:ext uri="{FF2B5EF4-FFF2-40B4-BE49-F238E27FC236}">
                <a16:creationId xmlns:a16="http://schemas.microsoft.com/office/drawing/2014/main" id="{2F211B11-FF7F-49D3-B1CA-E1B253FE0835}"/>
              </a:ext>
            </a:extLst>
          </p:cNvPr>
          <p:cNvSpPr/>
          <p:nvPr/>
        </p:nvSpPr>
        <p:spPr>
          <a:xfrm>
            <a:off x="10055747" y="5908281"/>
            <a:ext cx="0" cy="69589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0" name="tx99">
            <a:extLst>
              <a:ext uri="{FF2B5EF4-FFF2-40B4-BE49-F238E27FC236}">
                <a16:creationId xmlns:a16="http://schemas.microsoft.com/office/drawing/2014/main" id="{9B7E783B-B33D-4388-AAB5-05B06A2F066F}"/>
              </a:ext>
            </a:extLst>
          </p:cNvPr>
          <p:cNvSpPr/>
          <p:nvPr/>
        </p:nvSpPr>
        <p:spPr>
          <a:xfrm>
            <a:off x="3978479" y="6030158"/>
            <a:ext cx="372933" cy="16338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200</a:t>
            </a:r>
          </a:p>
        </p:txBody>
      </p:sp>
      <p:sp>
        <p:nvSpPr>
          <p:cNvPr id="91" name="tx100">
            <a:extLst>
              <a:ext uri="{FF2B5EF4-FFF2-40B4-BE49-F238E27FC236}">
                <a16:creationId xmlns:a16="http://schemas.microsoft.com/office/drawing/2014/main" id="{319E73CC-6EBB-4818-B41F-4FF591A59C88}"/>
              </a:ext>
            </a:extLst>
          </p:cNvPr>
          <p:cNvSpPr/>
          <p:nvPr/>
        </p:nvSpPr>
        <p:spPr>
          <a:xfrm>
            <a:off x="5451179" y="6030048"/>
            <a:ext cx="372933" cy="1634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300</a:t>
            </a:r>
          </a:p>
        </p:txBody>
      </p:sp>
      <p:sp>
        <p:nvSpPr>
          <p:cNvPr id="92" name="tx101">
            <a:extLst>
              <a:ext uri="{FF2B5EF4-FFF2-40B4-BE49-F238E27FC236}">
                <a16:creationId xmlns:a16="http://schemas.microsoft.com/office/drawing/2014/main" id="{A371AC79-1A6D-466D-8E2F-887446E2A048}"/>
              </a:ext>
            </a:extLst>
          </p:cNvPr>
          <p:cNvSpPr/>
          <p:nvPr/>
        </p:nvSpPr>
        <p:spPr>
          <a:xfrm>
            <a:off x="6923880" y="6030158"/>
            <a:ext cx="372933" cy="16338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400</a:t>
            </a:r>
          </a:p>
        </p:txBody>
      </p:sp>
      <p:sp>
        <p:nvSpPr>
          <p:cNvPr id="93" name="tx102">
            <a:extLst>
              <a:ext uri="{FF2B5EF4-FFF2-40B4-BE49-F238E27FC236}">
                <a16:creationId xmlns:a16="http://schemas.microsoft.com/office/drawing/2014/main" id="{AE008E9C-E21F-479D-B258-B22E07D3A5B1}"/>
              </a:ext>
            </a:extLst>
          </p:cNvPr>
          <p:cNvSpPr/>
          <p:nvPr/>
        </p:nvSpPr>
        <p:spPr>
          <a:xfrm>
            <a:off x="8396580" y="6030158"/>
            <a:ext cx="372933" cy="16338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500</a:t>
            </a:r>
          </a:p>
        </p:txBody>
      </p:sp>
      <p:sp>
        <p:nvSpPr>
          <p:cNvPr id="94" name="tx103">
            <a:extLst>
              <a:ext uri="{FF2B5EF4-FFF2-40B4-BE49-F238E27FC236}">
                <a16:creationId xmlns:a16="http://schemas.microsoft.com/office/drawing/2014/main" id="{76D37108-D095-476C-AC7D-0E75FDF6C87C}"/>
              </a:ext>
            </a:extLst>
          </p:cNvPr>
          <p:cNvSpPr/>
          <p:nvPr/>
        </p:nvSpPr>
        <p:spPr>
          <a:xfrm>
            <a:off x="9869280" y="6030158"/>
            <a:ext cx="372933" cy="16338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600</a:t>
            </a:r>
          </a:p>
        </p:txBody>
      </p:sp>
      <p:sp>
        <p:nvSpPr>
          <p:cNvPr id="95" name="tx104">
            <a:extLst>
              <a:ext uri="{FF2B5EF4-FFF2-40B4-BE49-F238E27FC236}">
                <a16:creationId xmlns:a16="http://schemas.microsoft.com/office/drawing/2014/main" id="{5FAB62D3-614A-42FC-B770-BA7B9D117D30}"/>
              </a:ext>
            </a:extLst>
          </p:cNvPr>
          <p:cNvSpPr/>
          <p:nvPr/>
        </p:nvSpPr>
        <p:spPr>
          <a:xfrm>
            <a:off x="6201887" y="6251370"/>
            <a:ext cx="1816918" cy="25879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Pandemic Day</a:t>
            </a:r>
          </a:p>
        </p:txBody>
      </p:sp>
      <p:sp>
        <p:nvSpPr>
          <p:cNvPr id="96" name="rc106">
            <a:extLst>
              <a:ext uri="{FF2B5EF4-FFF2-40B4-BE49-F238E27FC236}">
                <a16:creationId xmlns:a16="http://schemas.microsoft.com/office/drawing/2014/main" id="{8A9361D7-AF5F-434A-9907-996548C925A0}"/>
              </a:ext>
            </a:extLst>
          </p:cNvPr>
          <p:cNvSpPr/>
          <p:nvPr/>
        </p:nvSpPr>
        <p:spPr>
          <a:xfrm>
            <a:off x="5982933" y="4496672"/>
            <a:ext cx="2254827" cy="53715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4D4B6C3-1D0F-496D-A513-26D827F985C8}"/>
              </a:ext>
            </a:extLst>
          </p:cNvPr>
          <p:cNvSpPr txBox="1"/>
          <p:nvPr/>
        </p:nvSpPr>
        <p:spPr>
          <a:xfrm>
            <a:off x="5546315" y="1488374"/>
            <a:ext cx="18089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The benefit could have been determined ~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5.3 months </a:t>
            </a:r>
            <a:r>
              <a:rPr lang="en-US" sz="1270" b="1" i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earlier</a:t>
            </a:r>
          </a:p>
          <a:p>
            <a:pPr>
              <a:lnSpc>
                <a:spcPts val="1548"/>
              </a:lnSpc>
            </a:pPr>
            <a:endParaRPr lang="en-US" sz="1451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EC9B535-4FC2-48C9-8DA6-BC6CCDC495C6}"/>
              </a:ext>
            </a:extLst>
          </p:cNvPr>
          <p:cNvGrpSpPr/>
          <p:nvPr/>
        </p:nvGrpSpPr>
        <p:grpSpPr>
          <a:xfrm>
            <a:off x="2136252" y="792856"/>
            <a:ext cx="8253639" cy="763748"/>
            <a:chOff x="817451" y="598224"/>
            <a:chExt cx="8253639" cy="763748"/>
          </a:xfrm>
        </p:grpSpPr>
        <p:sp>
          <p:nvSpPr>
            <p:cNvPr id="108" name="tx55">
              <a:extLst>
                <a:ext uri="{FF2B5EF4-FFF2-40B4-BE49-F238E27FC236}">
                  <a16:creationId xmlns:a16="http://schemas.microsoft.com/office/drawing/2014/main" id="{514CC8BB-9890-4090-B6AC-AC7BF9C2DD89}"/>
                </a:ext>
              </a:extLst>
            </p:cNvPr>
            <p:cNvSpPr/>
            <p:nvPr/>
          </p:nvSpPr>
          <p:spPr>
            <a:xfrm>
              <a:off x="817451" y="667960"/>
              <a:ext cx="8253639" cy="6940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814"/>
                </a:lnSpc>
              </a:pPr>
              <a:r>
                <a:rPr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Cumulative Estimates of Mortality Odds Ratio </a:t>
              </a:r>
              <a:r>
                <a:rPr lang="en-US"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</a:t>
              </a:r>
              <a:r>
                <a:rPr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and 95% CI</a:t>
              </a:r>
              <a:br>
                <a:rPr lang="en-US"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</a:br>
              <a:r>
                <a:rPr lang="en-US"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weighted by degree of heterogeneity</a:t>
              </a:r>
            </a:p>
            <a:p>
              <a:pPr>
                <a:lnSpc>
                  <a:spcPts val="1814"/>
                </a:lnSpc>
              </a:pPr>
              <a:endParaRPr sz="1814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482527-E947-4160-B07F-3529D796869C}"/>
                </a:ext>
              </a:extLst>
            </p:cNvPr>
            <p:cNvSpPr/>
            <p:nvPr/>
          </p:nvSpPr>
          <p:spPr>
            <a:xfrm>
              <a:off x="6434299" y="746471"/>
              <a:ext cx="414589" cy="77638"/>
            </a:xfrm>
            <a:prstGeom prst="rect">
              <a:avLst/>
            </a:prstGeom>
            <a:solidFill>
              <a:srgbClr val="73A0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F295790-90EF-4604-9FAC-100A59060C6D}"/>
                </a:ext>
              </a:extLst>
            </p:cNvPr>
            <p:cNvSpPr/>
            <p:nvPr/>
          </p:nvSpPr>
          <p:spPr>
            <a:xfrm>
              <a:off x="8166636" y="598224"/>
              <a:ext cx="616087" cy="296492"/>
            </a:xfrm>
            <a:prstGeom prst="rect">
              <a:avLst/>
            </a:prstGeom>
            <a:solidFill>
              <a:srgbClr val="A2C0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/>
            </a:p>
          </p:txBody>
        </p:sp>
      </p:grpSp>
      <p:sp>
        <p:nvSpPr>
          <p:cNvPr id="111" name="tx54">
            <a:extLst>
              <a:ext uri="{FF2B5EF4-FFF2-40B4-BE49-F238E27FC236}">
                <a16:creationId xmlns:a16="http://schemas.microsoft.com/office/drawing/2014/main" id="{228A6DE2-F123-409F-9928-679AE02F925F}"/>
              </a:ext>
            </a:extLst>
          </p:cNvPr>
          <p:cNvSpPr/>
          <p:nvPr/>
        </p:nvSpPr>
        <p:spPr>
          <a:xfrm>
            <a:off x="528299" y="1318258"/>
            <a:ext cx="1486958" cy="7404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14"/>
              </a:lnSpc>
            </a:pPr>
            <a:r>
              <a:rPr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Odds-ratio</a:t>
            </a:r>
            <a:b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for death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0EA0180-383D-415E-928E-A8D6D6B8809C}"/>
              </a:ext>
            </a:extLst>
          </p:cNvPr>
          <p:cNvGrpSpPr/>
          <p:nvPr/>
        </p:nvGrpSpPr>
        <p:grpSpPr>
          <a:xfrm>
            <a:off x="2060866" y="1539347"/>
            <a:ext cx="487526" cy="2016865"/>
            <a:chOff x="2101450" y="1576145"/>
            <a:chExt cx="487526" cy="2016865"/>
          </a:xfrm>
        </p:grpSpPr>
        <p:sp>
          <p:nvSpPr>
            <p:cNvPr id="113" name="tx54">
              <a:extLst>
                <a:ext uri="{FF2B5EF4-FFF2-40B4-BE49-F238E27FC236}">
                  <a16:creationId xmlns:a16="http://schemas.microsoft.com/office/drawing/2014/main" id="{2F2E90B8-2A8E-4E70-970F-04730D9BC426}"/>
                </a:ext>
              </a:extLst>
            </p:cNvPr>
            <p:cNvSpPr/>
            <p:nvPr/>
          </p:nvSpPr>
          <p:spPr>
            <a:xfrm rot="16200000">
              <a:off x="1710116" y="2985406"/>
              <a:ext cx="998938" cy="2162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814"/>
                </a:lnSpc>
              </a:pPr>
              <a:r>
                <a:rPr lang="en-US" sz="1451" dirty="0">
                  <a:solidFill>
                    <a:schemeClr val="bg1">
                      <a:lumMod val="65000"/>
                    </a:schemeClr>
                  </a:solidFill>
                  <a:latin typeface="Arial"/>
                  <a:cs typeface="Arial"/>
                </a:rPr>
                <a:t>IL-6 Better</a:t>
              </a:r>
              <a:endParaRPr sz="145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endParaRP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69A2A78A-CFC7-48A9-ACAB-678249A92B73}"/>
                </a:ext>
              </a:extLst>
            </p:cNvPr>
            <p:cNvGrpSpPr/>
            <p:nvPr/>
          </p:nvGrpSpPr>
          <p:grpSpPr>
            <a:xfrm rot="16200000">
              <a:off x="2105140" y="3009737"/>
              <a:ext cx="760377" cy="207295"/>
              <a:chOff x="7470589" y="6844408"/>
              <a:chExt cx="838527" cy="228600"/>
            </a:xfrm>
          </p:grpSpPr>
          <p:sp>
            <p:nvSpPr>
              <p:cNvPr id="119" name="pl81">
                <a:extLst>
                  <a:ext uri="{FF2B5EF4-FFF2-40B4-BE49-F238E27FC236}">
                    <a16:creationId xmlns:a16="http://schemas.microsoft.com/office/drawing/2014/main" id="{4481BA43-AC93-41B0-A98A-08CC57BC535B}"/>
                  </a:ext>
                </a:extLst>
              </p:cNvPr>
              <p:cNvSpPr/>
              <p:nvPr/>
            </p:nvSpPr>
            <p:spPr>
              <a:xfrm flipV="1">
                <a:off x="7470590" y="6912989"/>
                <a:ext cx="838526" cy="45719"/>
              </a:xfrm>
              <a:custGeom>
                <a:avLst/>
                <a:gdLst/>
                <a:ahLst/>
                <a:cxnLst/>
                <a:rect l="0" t="0" r="0" b="0"/>
                <a:pathLst>
                  <a:path w="2022349">
                    <a:moveTo>
                      <a:pt x="0" y="0"/>
                    </a:moveTo>
                    <a:lnTo>
                      <a:pt x="2022349" y="0"/>
                    </a:lnTo>
                  </a:path>
                </a:pathLst>
              </a:custGeom>
              <a:ln w="27101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632"/>
              </a:p>
            </p:txBody>
          </p:sp>
          <p:sp>
            <p:nvSpPr>
              <p:cNvPr id="120" name="pl84">
                <a:extLst>
                  <a:ext uri="{FF2B5EF4-FFF2-40B4-BE49-F238E27FC236}">
                    <a16:creationId xmlns:a16="http://schemas.microsoft.com/office/drawing/2014/main" id="{EB687363-1F30-4536-9246-C68AF46821F5}"/>
                  </a:ext>
                </a:extLst>
              </p:cNvPr>
              <p:cNvSpPr/>
              <p:nvPr/>
            </p:nvSpPr>
            <p:spPr>
              <a:xfrm>
                <a:off x="7470589" y="6844408"/>
                <a:ext cx="197973" cy="228600"/>
              </a:xfrm>
              <a:custGeom>
                <a:avLst/>
                <a:gdLst/>
                <a:ahLst/>
                <a:cxnLst/>
                <a:rect l="0" t="0" r="0" b="0"/>
                <a:pathLst>
                  <a:path w="197973" h="228600">
                    <a:moveTo>
                      <a:pt x="197973" y="0"/>
                    </a:moveTo>
                    <a:lnTo>
                      <a:pt x="0" y="114300"/>
                    </a:lnTo>
                    <a:lnTo>
                      <a:pt x="197973" y="228600"/>
                    </a:lnTo>
                  </a:path>
                </a:pathLst>
              </a:custGeom>
              <a:ln w="27101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632"/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C7793B13-7E28-4CFF-B517-84D78CF6C29D}"/>
                </a:ext>
              </a:extLst>
            </p:cNvPr>
            <p:cNvGrpSpPr/>
            <p:nvPr/>
          </p:nvGrpSpPr>
          <p:grpSpPr>
            <a:xfrm rot="5400000">
              <a:off x="2087139" y="1982623"/>
              <a:ext cx="760377" cy="207295"/>
              <a:chOff x="7470589" y="6844408"/>
              <a:chExt cx="838527" cy="228600"/>
            </a:xfrm>
          </p:grpSpPr>
          <p:sp>
            <p:nvSpPr>
              <p:cNvPr id="117" name="pl81">
                <a:extLst>
                  <a:ext uri="{FF2B5EF4-FFF2-40B4-BE49-F238E27FC236}">
                    <a16:creationId xmlns:a16="http://schemas.microsoft.com/office/drawing/2014/main" id="{C51B0BF9-BE92-4B4C-BBE0-04D9802511A6}"/>
                  </a:ext>
                </a:extLst>
              </p:cNvPr>
              <p:cNvSpPr/>
              <p:nvPr/>
            </p:nvSpPr>
            <p:spPr>
              <a:xfrm flipV="1">
                <a:off x="7470590" y="6912989"/>
                <a:ext cx="838526" cy="45719"/>
              </a:xfrm>
              <a:custGeom>
                <a:avLst/>
                <a:gdLst/>
                <a:ahLst/>
                <a:cxnLst/>
                <a:rect l="0" t="0" r="0" b="0"/>
                <a:pathLst>
                  <a:path w="2022349">
                    <a:moveTo>
                      <a:pt x="0" y="0"/>
                    </a:moveTo>
                    <a:lnTo>
                      <a:pt x="2022349" y="0"/>
                    </a:lnTo>
                  </a:path>
                </a:pathLst>
              </a:custGeom>
              <a:ln w="27101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632"/>
              </a:p>
            </p:txBody>
          </p:sp>
          <p:sp>
            <p:nvSpPr>
              <p:cNvPr id="118" name="pl84">
                <a:extLst>
                  <a:ext uri="{FF2B5EF4-FFF2-40B4-BE49-F238E27FC236}">
                    <a16:creationId xmlns:a16="http://schemas.microsoft.com/office/drawing/2014/main" id="{B453664F-076E-4F5C-BDFD-FBEC10A8D589}"/>
                  </a:ext>
                </a:extLst>
              </p:cNvPr>
              <p:cNvSpPr/>
              <p:nvPr/>
            </p:nvSpPr>
            <p:spPr>
              <a:xfrm>
                <a:off x="7470589" y="6844408"/>
                <a:ext cx="197973" cy="228600"/>
              </a:xfrm>
              <a:custGeom>
                <a:avLst/>
                <a:gdLst/>
                <a:ahLst/>
                <a:cxnLst/>
                <a:rect l="0" t="0" r="0" b="0"/>
                <a:pathLst>
                  <a:path w="197973" h="228600">
                    <a:moveTo>
                      <a:pt x="197973" y="0"/>
                    </a:moveTo>
                    <a:lnTo>
                      <a:pt x="0" y="114300"/>
                    </a:lnTo>
                    <a:lnTo>
                      <a:pt x="197973" y="228600"/>
                    </a:lnTo>
                  </a:path>
                </a:pathLst>
              </a:custGeom>
              <a:ln w="27101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632"/>
              </a:p>
            </p:txBody>
          </p:sp>
        </p:grpSp>
        <p:sp>
          <p:nvSpPr>
            <p:cNvPr id="116" name="tx54">
              <a:extLst>
                <a:ext uri="{FF2B5EF4-FFF2-40B4-BE49-F238E27FC236}">
                  <a16:creationId xmlns:a16="http://schemas.microsoft.com/office/drawing/2014/main" id="{71F27ACC-EBF8-4CF6-9962-B1EDD224E158}"/>
                </a:ext>
              </a:extLst>
            </p:cNvPr>
            <p:cNvSpPr/>
            <p:nvPr/>
          </p:nvSpPr>
          <p:spPr>
            <a:xfrm rot="16200000">
              <a:off x="1723887" y="1967479"/>
              <a:ext cx="998938" cy="2162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814"/>
                </a:lnSpc>
              </a:pPr>
              <a:r>
                <a:rPr lang="en-US" sz="1451" dirty="0">
                  <a:solidFill>
                    <a:schemeClr val="bg1">
                      <a:lumMod val="65000"/>
                    </a:schemeClr>
                  </a:solidFill>
                  <a:latin typeface="Arial"/>
                  <a:cs typeface="Arial"/>
                </a:rPr>
                <a:t>IL-6 Worst</a:t>
              </a:r>
              <a:endParaRPr sz="145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endParaRPr>
            </a:p>
          </p:txBody>
        </p:sp>
      </p:grpSp>
      <p:sp>
        <p:nvSpPr>
          <p:cNvPr id="121" name="tx105">
            <a:extLst>
              <a:ext uri="{FF2B5EF4-FFF2-40B4-BE49-F238E27FC236}">
                <a16:creationId xmlns:a16="http://schemas.microsoft.com/office/drawing/2014/main" id="{631166A5-5220-4FB0-A4AC-7AB09346FA9F}"/>
              </a:ext>
            </a:extLst>
          </p:cNvPr>
          <p:cNvSpPr/>
          <p:nvPr/>
        </p:nvSpPr>
        <p:spPr>
          <a:xfrm>
            <a:off x="561711" y="4195280"/>
            <a:ext cx="1520655" cy="5039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995"/>
              </a:lnSpc>
            </a:pPr>
            <a:r>
              <a:rPr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Cumulative</a:t>
            </a:r>
            <a:b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N of patients</a:t>
            </a:r>
            <a:endParaRPr sz="1451" b="1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22" name="tx57">
            <a:extLst>
              <a:ext uri="{FF2B5EF4-FFF2-40B4-BE49-F238E27FC236}">
                <a16:creationId xmlns:a16="http://schemas.microsoft.com/office/drawing/2014/main" id="{61A6C819-C231-4DE0-910B-7F5DB4C7A7D4}"/>
              </a:ext>
            </a:extLst>
          </p:cNvPr>
          <p:cNvSpPr/>
          <p:nvPr/>
        </p:nvSpPr>
        <p:spPr>
          <a:xfrm>
            <a:off x="256463" y="209409"/>
            <a:ext cx="1152131" cy="2045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76"/>
              </a:lnSpc>
            </a:pPr>
            <a:r>
              <a:rPr lang="en-US" sz="2176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IL6 Class</a:t>
            </a:r>
          </a:p>
        </p:txBody>
      </p:sp>
      <p:sp>
        <p:nvSpPr>
          <p:cNvPr id="124" name="tx85">
            <a:extLst>
              <a:ext uri="{FF2B5EF4-FFF2-40B4-BE49-F238E27FC236}">
                <a16:creationId xmlns:a16="http://schemas.microsoft.com/office/drawing/2014/main" id="{67434371-361C-40E6-BB05-5C6139D0F515}"/>
              </a:ext>
            </a:extLst>
          </p:cNvPr>
          <p:cNvSpPr/>
          <p:nvPr/>
        </p:nvSpPr>
        <p:spPr>
          <a:xfrm>
            <a:off x="5231838" y="5024913"/>
            <a:ext cx="2641230" cy="43254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548"/>
              </a:lnSpc>
            </a:pPr>
            <a:r>
              <a:rPr lang="en-US" sz="1548" b="1" dirty="0">
                <a:solidFill>
                  <a:srgbClr val="7F7F7F"/>
                </a:solidFill>
                <a:latin typeface="Arial"/>
                <a:cs typeface="Arial"/>
              </a:rPr>
              <a:t>166 days</a:t>
            </a:r>
            <a:endParaRPr sz="1548" b="1" dirty="0">
              <a:solidFill>
                <a:srgbClr val="7F7F7F"/>
              </a:solidFill>
              <a:latin typeface="Arial"/>
              <a:cs typeface="Arial"/>
            </a:endParaRPr>
          </a:p>
        </p:txBody>
      </p:sp>
      <p:sp>
        <p:nvSpPr>
          <p:cNvPr id="134" name="pl7">
            <a:extLst>
              <a:ext uri="{FF2B5EF4-FFF2-40B4-BE49-F238E27FC236}">
                <a16:creationId xmlns:a16="http://schemas.microsoft.com/office/drawing/2014/main" id="{26F615D3-1004-4BFD-A443-2516CBDA0183}"/>
              </a:ext>
            </a:extLst>
          </p:cNvPr>
          <p:cNvSpPr/>
          <p:nvPr/>
        </p:nvSpPr>
        <p:spPr>
          <a:xfrm>
            <a:off x="3015399" y="3475044"/>
            <a:ext cx="8291023" cy="0"/>
          </a:xfrm>
          <a:custGeom>
            <a:avLst/>
            <a:gdLst/>
            <a:ahLst/>
            <a:cxnLst/>
            <a:rect l="0" t="0" r="0" b="0"/>
            <a:pathLst>
              <a:path w="8291023">
                <a:moveTo>
                  <a:pt x="0" y="0"/>
                </a:moveTo>
                <a:lnTo>
                  <a:pt x="8291023" y="0"/>
                </a:lnTo>
                <a:lnTo>
                  <a:pt x="8291023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5" name="pl62">
            <a:extLst>
              <a:ext uri="{FF2B5EF4-FFF2-40B4-BE49-F238E27FC236}">
                <a16:creationId xmlns:a16="http://schemas.microsoft.com/office/drawing/2014/main" id="{FBFBF504-3A49-480C-885E-D411A832E4C9}"/>
              </a:ext>
            </a:extLst>
          </p:cNvPr>
          <p:cNvSpPr/>
          <p:nvPr/>
        </p:nvSpPr>
        <p:spPr>
          <a:xfrm>
            <a:off x="3015399" y="4456270"/>
            <a:ext cx="8291023" cy="0"/>
          </a:xfrm>
          <a:custGeom>
            <a:avLst/>
            <a:gdLst/>
            <a:ahLst/>
            <a:cxnLst/>
            <a:rect l="0" t="0" r="0" b="0"/>
            <a:pathLst>
              <a:path w="8291023">
                <a:moveTo>
                  <a:pt x="0" y="0"/>
                </a:moveTo>
                <a:lnTo>
                  <a:pt x="8291023" y="0"/>
                </a:lnTo>
                <a:lnTo>
                  <a:pt x="8291023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6" name="pl32">
            <a:extLst>
              <a:ext uri="{FF2B5EF4-FFF2-40B4-BE49-F238E27FC236}">
                <a16:creationId xmlns:a16="http://schemas.microsoft.com/office/drawing/2014/main" id="{B614DBDC-6657-4711-A5D3-936A4E4535CC}"/>
              </a:ext>
            </a:extLst>
          </p:cNvPr>
          <p:cNvSpPr/>
          <p:nvPr/>
        </p:nvSpPr>
        <p:spPr>
          <a:xfrm rot="15712211">
            <a:off x="4908703" y="4001053"/>
            <a:ext cx="441012" cy="335644"/>
          </a:xfrm>
          <a:custGeom>
            <a:avLst/>
            <a:gdLst/>
            <a:ahLst/>
            <a:cxnLst/>
            <a:rect l="0" t="0" r="0" b="0"/>
            <a:pathLst>
              <a:path w="753729" h="297339">
                <a:moveTo>
                  <a:pt x="753729" y="0"/>
                </a:moveTo>
                <a:lnTo>
                  <a:pt x="751764" y="2208"/>
                </a:lnTo>
                <a:lnTo>
                  <a:pt x="741353" y="13909"/>
                </a:lnTo>
                <a:lnTo>
                  <a:pt x="723443" y="34038"/>
                </a:lnTo>
                <a:lnTo>
                  <a:pt x="704431" y="55370"/>
                </a:lnTo>
                <a:lnTo>
                  <a:pt x="687044" y="74359"/>
                </a:lnTo>
                <a:lnTo>
                  <a:pt x="670753" y="91091"/>
                </a:lnTo>
                <a:lnTo>
                  <a:pt x="657473" y="103785"/>
                </a:lnTo>
                <a:lnTo>
                  <a:pt x="640750" y="118681"/>
                </a:lnTo>
                <a:lnTo>
                  <a:pt x="624320" y="132297"/>
                </a:lnTo>
                <a:lnTo>
                  <a:pt x="608944" y="144292"/>
                </a:lnTo>
                <a:lnTo>
                  <a:pt x="594144" y="155510"/>
                </a:lnTo>
                <a:lnTo>
                  <a:pt x="578117" y="167231"/>
                </a:lnTo>
                <a:lnTo>
                  <a:pt x="560266" y="179448"/>
                </a:lnTo>
                <a:lnTo>
                  <a:pt x="544985" y="189189"/>
                </a:lnTo>
                <a:lnTo>
                  <a:pt x="525700" y="200576"/>
                </a:lnTo>
                <a:lnTo>
                  <a:pt x="506950" y="210763"/>
                </a:lnTo>
                <a:lnTo>
                  <a:pt x="489548" y="219563"/>
                </a:lnTo>
                <a:lnTo>
                  <a:pt x="472860" y="227713"/>
                </a:lnTo>
                <a:lnTo>
                  <a:pt x="454871" y="236119"/>
                </a:lnTo>
                <a:lnTo>
                  <a:pt x="434997" y="244658"/>
                </a:lnTo>
                <a:lnTo>
                  <a:pt x="418123" y="251266"/>
                </a:lnTo>
                <a:lnTo>
                  <a:pt x="397002" y="258715"/>
                </a:lnTo>
                <a:lnTo>
                  <a:pt x="376638" y="265091"/>
                </a:lnTo>
                <a:lnTo>
                  <a:pt x="357864" y="270365"/>
                </a:lnTo>
                <a:lnTo>
                  <a:pt x="339917" y="275138"/>
                </a:lnTo>
                <a:lnTo>
                  <a:pt x="320643" y="279913"/>
                </a:lnTo>
                <a:lnTo>
                  <a:pt x="299495" y="284455"/>
                </a:lnTo>
                <a:lnTo>
                  <a:pt x="281662" y="287680"/>
                </a:lnTo>
                <a:lnTo>
                  <a:pt x="259501" y="290910"/>
                </a:lnTo>
                <a:lnTo>
                  <a:pt x="238289" y="293234"/>
                </a:lnTo>
                <a:lnTo>
                  <a:pt x="218850" y="294784"/>
                </a:lnTo>
                <a:lnTo>
                  <a:pt x="200318" y="296003"/>
                </a:lnTo>
                <a:lnTo>
                  <a:pt x="180486" y="296966"/>
                </a:lnTo>
                <a:lnTo>
                  <a:pt x="158858" y="297339"/>
                </a:lnTo>
                <a:lnTo>
                  <a:pt x="140738" y="297060"/>
                </a:lnTo>
                <a:lnTo>
                  <a:pt x="118180" y="295913"/>
                </a:lnTo>
                <a:lnTo>
                  <a:pt x="94587" y="293794"/>
                </a:lnTo>
                <a:lnTo>
                  <a:pt x="68472" y="290711"/>
                </a:lnTo>
                <a:lnTo>
                  <a:pt x="39833" y="287037"/>
                </a:lnTo>
                <a:lnTo>
                  <a:pt x="14510" y="283782"/>
                </a:lnTo>
                <a:lnTo>
                  <a:pt x="1645" y="282129"/>
                </a:lnTo>
                <a:lnTo>
                  <a:pt x="0" y="281917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headEnd type="none"/>
            <a:tailEnd type="arrow"/>
          </a:ln>
        </p:spPr>
        <p:txBody>
          <a:bodyPr/>
          <a:lstStyle/>
          <a:p>
            <a:endParaRPr>
              <a:solidFill>
                <a:srgbClr val="7F7F7F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3A4BBDE-801A-4C12-9636-4F05534A1F4D}"/>
              </a:ext>
            </a:extLst>
          </p:cNvPr>
          <p:cNvSpPr txBox="1"/>
          <p:nvPr/>
        </p:nvSpPr>
        <p:spPr>
          <a:xfrm>
            <a:off x="3135360" y="3658518"/>
            <a:ext cx="2162644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Day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178,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2146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RWS patients added, the odds ratio 95% CI </a:t>
            </a:r>
            <a:r>
              <a:rPr lang="en-US" sz="1270" b="1" i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excludes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1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EB28BC5-1BCB-47CC-AC1E-B1A6DDE125A7}"/>
              </a:ext>
            </a:extLst>
          </p:cNvPr>
          <p:cNvSpPr txBox="1"/>
          <p:nvPr/>
        </p:nvSpPr>
        <p:spPr>
          <a:xfrm>
            <a:off x="5381036" y="3723350"/>
            <a:ext cx="21626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Day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332,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3924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RWS patients added, no change</a:t>
            </a:r>
          </a:p>
        </p:txBody>
      </p:sp>
      <p:sp>
        <p:nvSpPr>
          <p:cNvPr id="139" name="pl32">
            <a:extLst>
              <a:ext uri="{FF2B5EF4-FFF2-40B4-BE49-F238E27FC236}">
                <a16:creationId xmlns:a16="http://schemas.microsoft.com/office/drawing/2014/main" id="{69F5ED3F-F044-4EDA-B2D9-28B5852777B3}"/>
              </a:ext>
            </a:extLst>
          </p:cNvPr>
          <p:cNvSpPr/>
          <p:nvPr/>
        </p:nvSpPr>
        <p:spPr>
          <a:xfrm rot="5400000" flipH="1" flipV="1">
            <a:off x="5820853" y="4288904"/>
            <a:ext cx="484047" cy="124941"/>
          </a:xfrm>
          <a:custGeom>
            <a:avLst/>
            <a:gdLst/>
            <a:ahLst/>
            <a:cxnLst/>
            <a:rect l="0" t="0" r="0" b="0"/>
            <a:pathLst>
              <a:path w="753729" h="297339">
                <a:moveTo>
                  <a:pt x="753729" y="0"/>
                </a:moveTo>
                <a:lnTo>
                  <a:pt x="751764" y="2208"/>
                </a:lnTo>
                <a:lnTo>
                  <a:pt x="741353" y="13909"/>
                </a:lnTo>
                <a:lnTo>
                  <a:pt x="723443" y="34038"/>
                </a:lnTo>
                <a:lnTo>
                  <a:pt x="704431" y="55370"/>
                </a:lnTo>
                <a:lnTo>
                  <a:pt x="687044" y="74359"/>
                </a:lnTo>
                <a:lnTo>
                  <a:pt x="670753" y="91091"/>
                </a:lnTo>
                <a:lnTo>
                  <a:pt x="657473" y="103785"/>
                </a:lnTo>
                <a:lnTo>
                  <a:pt x="640750" y="118681"/>
                </a:lnTo>
                <a:lnTo>
                  <a:pt x="624320" y="132297"/>
                </a:lnTo>
                <a:lnTo>
                  <a:pt x="608944" y="144292"/>
                </a:lnTo>
                <a:lnTo>
                  <a:pt x="594144" y="155510"/>
                </a:lnTo>
                <a:lnTo>
                  <a:pt x="578117" y="167231"/>
                </a:lnTo>
                <a:lnTo>
                  <a:pt x="560266" y="179448"/>
                </a:lnTo>
                <a:lnTo>
                  <a:pt x="544985" y="189189"/>
                </a:lnTo>
                <a:lnTo>
                  <a:pt x="525700" y="200576"/>
                </a:lnTo>
                <a:lnTo>
                  <a:pt x="506950" y="210763"/>
                </a:lnTo>
                <a:lnTo>
                  <a:pt x="489548" y="219563"/>
                </a:lnTo>
                <a:lnTo>
                  <a:pt x="472860" y="227713"/>
                </a:lnTo>
                <a:lnTo>
                  <a:pt x="454871" y="236119"/>
                </a:lnTo>
                <a:lnTo>
                  <a:pt x="434997" y="244658"/>
                </a:lnTo>
                <a:lnTo>
                  <a:pt x="418123" y="251266"/>
                </a:lnTo>
                <a:lnTo>
                  <a:pt x="397002" y="258715"/>
                </a:lnTo>
                <a:lnTo>
                  <a:pt x="376638" y="265091"/>
                </a:lnTo>
                <a:lnTo>
                  <a:pt x="357864" y="270365"/>
                </a:lnTo>
                <a:lnTo>
                  <a:pt x="339917" y="275138"/>
                </a:lnTo>
                <a:lnTo>
                  <a:pt x="320643" y="279913"/>
                </a:lnTo>
                <a:lnTo>
                  <a:pt x="299495" y="284455"/>
                </a:lnTo>
                <a:lnTo>
                  <a:pt x="281662" y="287680"/>
                </a:lnTo>
                <a:lnTo>
                  <a:pt x="259501" y="290910"/>
                </a:lnTo>
                <a:lnTo>
                  <a:pt x="238289" y="293234"/>
                </a:lnTo>
                <a:lnTo>
                  <a:pt x="218850" y="294784"/>
                </a:lnTo>
                <a:lnTo>
                  <a:pt x="200318" y="296003"/>
                </a:lnTo>
                <a:lnTo>
                  <a:pt x="180486" y="296966"/>
                </a:lnTo>
                <a:lnTo>
                  <a:pt x="158858" y="297339"/>
                </a:lnTo>
                <a:lnTo>
                  <a:pt x="140738" y="297060"/>
                </a:lnTo>
                <a:lnTo>
                  <a:pt x="118180" y="295913"/>
                </a:lnTo>
                <a:lnTo>
                  <a:pt x="94587" y="293794"/>
                </a:lnTo>
                <a:lnTo>
                  <a:pt x="68472" y="290711"/>
                </a:lnTo>
                <a:lnTo>
                  <a:pt x="39833" y="287037"/>
                </a:lnTo>
                <a:lnTo>
                  <a:pt x="14510" y="283782"/>
                </a:lnTo>
                <a:lnTo>
                  <a:pt x="1645" y="282129"/>
                </a:lnTo>
                <a:lnTo>
                  <a:pt x="0" y="281917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E95CEF0-B9F5-4A3F-8D5F-CFDD5144ED51}"/>
              </a:ext>
            </a:extLst>
          </p:cNvPr>
          <p:cNvSpPr txBox="1"/>
          <p:nvPr/>
        </p:nvSpPr>
        <p:spPr>
          <a:xfrm>
            <a:off x="7786161" y="3779289"/>
            <a:ext cx="327187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Day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444,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4116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RCT patients added, odds ratio and 95% CI stayed below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C7C46DC-1311-4281-92E5-63C9F34FB5BB}"/>
              </a:ext>
            </a:extLst>
          </p:cNvPr>
          <p:cNvSpPr txBox="1"/>
          <p:nvPr/>
        </p:nvSpPr>
        <p:spPr>
          <a:xfrm>
            <a:off x="7175985" y="4249500"/>
            <a:ext cx="1638542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40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13380</a:t>
            </a:r>
            <a:endParaRPr lang="en-US" sz="1270" b="1" dirty="0">
              <a:solidFill>
                <a:schemeClr val="bg1">
                  <a:lumMod val="6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42" name="pl32">
            <a:extLst>
              <a:ext uri="{FF2B5EF4-FFF2-40B4-BE49-F238E27FC236}">
                <a16:creationId xmlns:a16="http://schemas.microsoft.com/office/drawing/2014/main" id="{9A9CBB4B-96A8-4DB8-8D92-A23654BEF486}"/>
              </a:ext>
            </a:extLst>
          </p:cNvPr>
          <p:cNvSpPr/>
          <p:nvPr/>
        </p:nvSpPr>
        <p:spPr>
          <a:xfrm rot="8183801" flipH="1" flipV="1">
            <a:off x="7639040" y="4472226"/>
            <a:ext cx="851718" cy="256732"/>
          </a:xfrm>
          <a:custGeom>
            <a:avLst/>
            <a:gdLst/>
            <a:ahLst/>
            <a:cxnLst/>
            <a:rect l="0" t="0" r="0" b="0"/>
            <a:pathLst>
              <a:path w="753729" h="297339">
                <a:moveTo>
                  <a:pt x="753729" y="0"/>
                </a:moveTo>
                <a:lnTo>
                  <a:pt x="751764" y="2208"/>
                </a:lnTo>
                <a:lnTo>
                  <a:pt x="741353" y="13909"/>
                </a:lnTo>
                <a:lnTo>
                  <a:pt x="723443" y="34038"/>
                </a:lnTo>
                <a:lnTo>
                  <a:pt x="704431" y="55370"/>
                </a:lnTo>
                <a:lnTo>
                  <a:pt x="687044" y="74359"/>
                </a:lnTo>
                <a:lnTo>
                  <a:pt x="670753" y="91091"/>
                </a:lnTo>
                <a:lnTo>
                  <a:pt x="657473" y="103785"/>
                </a:lnTo>
                <a:lnTo>
                  <a:pt x="640750" y="118681"/>
                </a:lnTo>
                <a:lnTo>
                  <a:pt x="624320" y="132297"/>
                </a:lnTo>
                <a:lnTo>
                  <a:pt x="608944" y="144292"/>
                </a:lnTo>
                <a:lnTo>
                  <a:pt x="594144" y="155510"/>
                </a:lnTo>
                <a:lnTo>
                  <a:pt x="578117" y="167231"/>
                </a:lnTo>
                <a:lnTo>
                  <a:pt x="560266" y="179448"/>
                </a:lnTo>
                <a:lnTo>
                  <a:pt x="544985" y="189189"/>
                </a:lnTo>
                <a:lnTo>
                  <a:pt x="525700" y="200576"/>
                </a:lnTo>
                <a:lnTo>
                  <a:pt x="506950" y="210763"/>
                </a:lnTo>
                <a:lnTo>
                  <a:pt x="489548" y="219563"/>
                </a:lnTo>
                <a:lnTo>
                  <a:pt x="472860" y="227713"/>
                </a:lnTo>
                <a:lnTo>
                  <a:pt x="454871" y="236119"/>
                </a:lnTo>
                <a:lnTo>
                  <a:pt x="434997" y="244658"/>
                </a:lnTo>
                <a:lnTo>
                  <a:pt x="418123" y="251266"/>
                </a:lnTo>
                <a:lnTo>
                  <a:pt x="397002" y="258715"/>
                </a:lnTo>
                <a:lnTo>
                  <a:pt x="376638" y="265091"/>
                </a:lnTo>
                <a:lnTo>
                  <a:pt x="357864" y="270365"/>
                </a:lnTo>
                <a:lnTo>
                  <a:pt x="339917" y="275138"/>
                </a:lnTo>
                <a:lnTo>
                  <a:pt x="320643" y="279913"/>
                </a:lnTo>
                <a:lnTo>
                  <a:pt x="299495" y="284455"/>
                </a:lnTo>
                <a:lnTo>
                  <a:pt x="281662" y="287680"/>
                </a:lnTo>
                <a:lnTo>
                  <a:pt x="259501" y="290910"/>
                </a:lnTo>
                <a:lnTo>
                  <a:pt x="238289" y="293234"/>
                </a:lnTo>
                <a:lnTo>
                  <a:pt x="218850" y="294784"/>
                </a:lnTo>
                <a:lnTo>
                  <a:pt x="200318" y="296003"/>
                </a:lnTo>
                <a:lnTo>
                  <a:pt x="180486" y="296966"/>
                </a:lnTo>
                <a:lnTo>
                  <a:pt x="158858" y="297339"/>
                </a:lnTo>
                <a:lnTo>
                  <a:pt x="140738" y="297060"/>
                </a:lnTo>
                <a:lnTo>
                  <a:pt x="118180" y="295913"/>
                </a:lnTo>
                <a:lnTo>
                  <a:pt x="94587" y="293794"/>
                </a:lnTo>
                <a:lnTo>
                  <a:pt x="68472" y="290711"/>
                </a:lnTo>
                <a:lnTo>
                  <a:pt x="39833" y="287037"/>
                </a:lnTo>
                <a:lnTo>
                  <a:pt x="14510" y="283782"/>
                </a:lnTo>
                <a:lnTo>
                  <a:pt x="1645" y="282129"/>
                </a:lnTo>
                <a:lnTo>
                  <a:pt x="0" y="281917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43" name="tx112">
            <a:extLst>
              <a:ext uri="{FF2B5EF4-FFF2-40B4-BE49-F238E27FC236}">
                <a16:creationId xmlns:a16="http://schemas.microsoft.com/office/drawing/2014/main" id="{9EDB3014-E8A1-4366-A7EF-BBB27DE25476}"/>
              </a:ext>
            </a:extLst>
          </p:cNvPr>
          <p:cNvSpPr/>
          <p:nvPr/>
        </p:nvSpPr>
        <p:spPr>
          <a:xfrm>
            <a:off x="10132029" y="4867804"/>
            <a:ext cx="589294" cy="3488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596"/>
              </a:lnSpc>
            </a:pPr>
            <a:r>
              <a:rPr lang="en-US" sz="1596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Randomized</a:t>
            </a:r>
            <a:br>
              <a:rPr lang="en-US" sz="1596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lang="en-US" sz="1596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Controlled</a:t>
            </a:r>
            <a:br>
              <a:rPr lang="en-US" sz="1596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lang="en-US" sz="1596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Trials</a:t>
            </a:r>
            <a:endParaRPr sz="1596" b="1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EC69CA3-ED8A-46B0-A8A8-1A6720B4AB4C}"/>
              </a:ext>
            </a:extLst>
          </p:cNvPr>
          <p:cNvSpPr txBox="1"/>
          <p:nvPr/>
        </p:nvSpPr>
        <p:spPr>
          <a:xfrm>
            <a:off x="10524012" y="4446667"/>
            <a:ext cx="768803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400" b="1" dirty="0">
                <a:latin typeface="Arial"/>
                <a:cs typeface="Arial"/>
              </a:rPr>
              <a:t>10718</a:t>
            </a:r>
            <a:endParaRPr lang="en-US" sz="1270" b="1" dirty="0">
              <a:latin typeface="Arial"/>
              <a:cs typeface="Arial"/>
            </a:endParaRPr>
          </a:p>
        </p:txBody>
      </p:sp>
      <p:sp>
        <p:nvSpPr>
          <p:cNvPr id="145" name="tx111">
            <a:extLst>
              <a:ext uri="{FF2B5EF4-FFF2-40B4-BE49-F238E27FC236}">
                <a16:creationId xmlns:a16="http://schemas.microsoft.com/office/drawing/2014/main" id="{D2936D32-D26E-4E41-BF1D-303CD0B0E29C}"/>
              </a:ext>
            </a:extLst>
          </p:cNvPr>
          <p:cNvSpPr/>
          <p:nvPr/>
        </p:nvSpPr>
        <p:spPr>
          <a:xfrm>
            <a:off x="6719283" y="4506273"/>
            <a:ext cx="899622" cy="3488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596"/>
              </a:lnSpc>
            </a:pPr>
            <a:r>
              <a:rPr lang="en-US" sz="1596" b="1" dirty="0">
                <a:solidFill>
                  <a:srgbClr val="BEBEBE"/>
                </a:solidFill>
                <a:latin typeface="Arial"/>
                <a:cs typeface="Arial"/>
              </a:rPr>
              <a:t>Real World</a:t>
            </a:r>
            <a:br>
              <a:rPr lang="en-US" sz="1596" b="1" dirty="0">
                <a:solidFill>
                  <a:srgbClr val="BEBEBE"/>
                </a:solidFill>
                <a:latin typeface="Arial"/>
                <a:cs typeface="Arial"/>
              </a:rPr>
            </a:br>
            <a:r>
              <a:rPr lang="en-US" sz="1596" b="1" dirty="0">
                <a:solidFill>
                  <a:srgbClr val="BEBEBE"/>
                </a:solidFill>
                <a:latin typeface="Arial"/>
                <a:cs typeface="Arial"/>
              </a:rPr>
              <a:t>Studies</a:t>
            </a:r>
            <a:endParaRPr sz="1596" b="1" dirty="0">
              <a:solidFill>
                <a:srgbClr val="BEBEBE"/>
              </a:solidFill>
              <a:latin typeface="Arial"/>
              <a:cs typeface="Arial"/>
            </a:endParaRPr>
          </a:p>
        </p:txBody>
      </p:sp>
      <p:sp>
        <p:nvSpPr>
          <p:cNvPr id="129" name="pl32">
            <a:extLst>
              <a:ext uri="{FF2B5EF4-FFF2-40B4-BE49-F238E27FC236}">
                <a16:creationId xmlns:a16="http://schemas.microsoft.com/office/drawing/2014/main" id="{3FD37919-0123-41C9-B6BB-C3533E16E59F}"/>
              </a:ext>
            </a:extLst>
          </p:cNvPr>
          <p:cNvSpPr/>
          <p:nvPr/>
        </p:nvSpPr>
        <p:spPr>
          <a:xfrm rot="5400000" flipH="1" flipV="1">
            <a:off x="6333910" y="2153204"/>
            <a:ext cx="320886" cy="159478"/>
          </a:xfrm>
          <a:custGeom>
            <a:avLst/>
            <a:gdLst/>
            <a:ahLst/>
            <a:cxnLst/>
            <a:rect l="0" t="0" r="0" b="0"/>
            <a:pathLst>
              <a:path w="753729" h="297339">
                <a:moveTo>
                  <a:pt x="753729" y="0"/>
                </a:moveTo>
                <a:lnTo>
                  <a:pt x="751764" y="2208"/>
                </a:lnTo>
                <a:lnTo>
                  <a:pt x="741353" y="13909"/>
                </a:lnTo>
                <a:lnTo>
                  <a:pt x="723443" y="34038"/>
                </a:lnTo>
                <a:lnTo>
                  <a:pt x="704431" y="55370"/>
                </a:lnTo>
                <a:lnTo>
                  <a:pt x="687044" y="74359"/>
                </a:lnTo>
                <a:lnTo>
                  <a:pt x="670753" y="91091"/>
                </a:lnTo>
                <a:lnTo>
                  <a:pt x="657473" y="103785"/>
                </a:lnTo>
                <a:lnTo>
                  <a:pt x="640750" y="118681"/>
                </a:lnTo>
                <a:lnTo>
                  <a:pt x="624320" y="132297"/>
                </a:lnTo>
                <a:lnTo>
                  <a:pt x="608944" y="144292"/>
                </a:lnTo>
                <a:lnTo>
                  <a:pt x="594144" y="155510"/>
                </a:lnTo>
                <a:lnTo>
                  <a:pt x="578117" y="167231"/>
                </a:lnTo>
                <a:lnTo>
                  <a:pt x="560266" y="179448"/>
                </a:lnTo>
                <a:lnTo>
                  <a:pt x="544985" y="189189"/>
                </a:lnTo>
                <a:lnTo>
                  <a:pt x="525700" y="200576"/>
                </a:lnTo>
                <a:lnTo>
                  <a:pt x="506950" y="210763"/>
                </a:lnTo>
                <a:lnTo>
                  <a:pt x="489548" y="219563"/>
                </a:lnTo>
                <a:lnTo>
                  <a:pt x="472860" y="227713"/>
                </a:lnTo>
                <a:lnTo>
                  <a:pt x="454871" y="236119"/>
                </a:lnTo>
                <a:lnTo>
                  <a:pt x="434997" y="244658"/>
                </a:lnTo>
                <a:lnTo>
                  <a:pt x="418123" y="251266"/>
                </a:lnTo>
                <a:lnTo>
                  <a:pt x="397002" y="258715"/>
                </a:lnTo>
                <a:lnTo>
                  <a:pt x="376638" y="265091"/>
                </a:lnTo>
                <a:lnTo>
                  <a:pt x="357864" y="270365"/>
                </a:lnTo>
                <a:lnTo>
                  <a:pt x="339917" y="275138"/>
                </a:lnTo>
                <a:lnTo>
                  <a:pt x="320643" y="279913"/>
                </a:lnTo>
                <a:lnTo>
                  <a:pt x="299495" y="284455"/>
                </a:lnTo>
                <a:lnTo>
                  <a:pt x="281662" y="287680"/>
                </a:lnTo>
                <a:lnTo>
                  <a:pt x="259501" y="290910"/>
                </a:lnTo>
                <a:lnTo>
                  <a:pt x="238289" y="293234"/>
                </a:lnTo>
                <a:lnTo>
                  <a:pt x="218850" y="294784"/>
                </a:lnTo>
                <a:lnTo>
                  <a:pt x="200318" y="296003"/>
                </a:lnTo>
                <a:lnTo>
                  <a:pt x="180486" y="296966"/>
                </a:lnTo>
                <a:lnTo>
                  <a:pt x="158858" y="297339"/>
                </a:lnTo>
                <a:lnTo>
                  <a:pt x="140738" y="297060"/>
                </a:lnTo>
                <a:lnTo>
                  <a:pt x="118180" y="295913"/>
                </a:lnTo>
                <a:lnTo>
                  <a:pt x="94587" y="293794"/>
                </a:lnTo>
                <a:lnTo>
                  <a:pt x="68472" y="290711"/>
                </a:lnTo>
                <a:lnTo>
                  <a:pt x="39833" y="287037"/>
                </a:lnTo>
                <a:lnTo>
                  <a:pt x="14510" y="283782"/>
                </a:lnTo>
                <a:lnTo>
                  <a:pt x="1645" y="282129"/>
                </a:lnTo>
                <a:lnTo>
                  <a:pt x="0" y="281917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30" name="pl83">
            <a:extLst>
              <a:ext uri="{FF2B5EF4-FFF2-40B4-BE49-F238E27FC236}">
                <a16:creationId xmlns:a16="http://schemas.microsoft.com/office/drawing/2014/main" id="{5CE9966D-DCCD-43A2-9E92-50F87B312C1B}"/>
              </a:ext>
            </a:extLst>
          </p:cNvPr>
          <p:cNvSpPr/>
          <p:nvPr/>
        </p:nvSpPr>
        <p:spPr>
          <a:xfrm>
            <a:off x="5367326" y="5359328"/>
            <a:ext cx="2385774" cy="0"/>
          </a:xfrm>
          <a:custGeom>
            <a:avLst/>
            <a:gdLst/>
            <a:ahLst/>
            <a:cxnLst/>
            <a:rect l="0" t="0" r="0" b="0"/>
            <a:pathLst>
              <a:path w="2385774">
                <a:moveTo>
                  <a:pt x="2385774" y="0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headEnd type="arrow"/>
            <a:tailEnd type="arrow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4973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6">
            <a:extLst>
              <a:ext uri="{FF2B5EF4-FFF2-40B4-BE49-F238E27FC236}">
                <a16:creationId xmlns:a16="http://schemas.microsoft.com/office/drawing/2014/main" id="{D0C71105-4676-4742-BDD2-4DE2A1DC14E8}"/>
              </a:ext>
            </a:extLst>
          </p:cNvPr>
          <p:cNvSpPr/>
          <p:nvPr/>
        </p:nvSpPr>
        <p:spPr>
          <a:xfrm>
            <a:off x="3060420" y="1487521"/>
            <a:ext cx="8099852" cy="217720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" name="pl7">
            <a:extLst>
              <a:ext uri="{FF2B5EF4-FFF2-40B4-BE49-F238E27FC236}">
                <a16:creationId xmlns:a16="http://schemas.microsoft.com/office/drawing/2014/main" id="{B8ABD9D7-2DDE-497B-AE02-B15E1ADAF7C9}"/>
              </a:ext>
            </a:extLst>
          </p:cNvPr>
          <p:cNvSpPr/>
          <p:nvPr/>
        </p:nvSpPr>
        <p:spPr>
          <a:xfrm>
            <a:off x="3060420" y="3424570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" name="pl8">
            <a:extLst>
              <a:ext uri="{FF2B5EF4-FFF2-40B4-BE49-F238E27FC236}">
                <a16:creationId xmlns:a16="http://schemas.microsoft.com/office/drawing/2014/main" id="{889EBAA2-1B4D-4756-83E6-C60A404E1D76}"/>
              </a:ext>
            </a:extLst>
          </p:cNvPr>
          <p:cNvSpPr/>
          <p:nvPr/>
        </p:nvSpPr>
        <p:spPr>
          <a:xfrm>
            <a:off x="3060420" y="2828749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" name="pl9">
            <a:extLst>
              <a:ext uri="{FF2B5EF4-FFF2-40B4-BE49-F238E27FC236}">
                <a16:creationId xmlns:a16="http://schemas.microsoft.com/office/drawing/2014/main" id="{E08D5D76-DCD2-4F85-9BE2-FB8209C4221B}"/>
              </a:ext>
            </a:extLst>
          </p:cNvPr>
          <p:cNvSpPr/>
          <p:nvPr/>
        </p:nvSpPr>
        <p:spPr>
          <a:xfrm>
            <a:off x="3060420" y="2058662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" name="pl10">
            <a:extLst>
              <a:ext uri="{FF2B5EF4-FFF2-40B4-BE49-F238E27FC236}">
                <a16:creationId xmlns:a16="http://schemas.microsoft.com/office/drawing/2014/main" id="{AD431814-E3A7-4C5F-8B24-98FBB08FCE2C}"/>
              </a:ext>
            </a:extLst>
          </p:cNvPr>
          <p:cNvSpPr/>
          <p:nvPr/>
        </p:nvSpPr>
        <p:spPr>
          <a:xfrm>
            <a:off x="3428595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" name="pl11">
            <a:extLst>
              <a:ext uri="{FF2B5EF4-FFF2-40B4-BE49-F238E27FC236}">
                <a16:creationId xmlns:a16="http://schemas.microsoft.com/office/drawing/2014/main" id="{347BABA4-2D73-47C3-8E26-9A10B8AA6771}"/>
              </a:ext>
            </a:extLst>
          </p:cNvPr>
          <p:cNvSpPr/>
          <p:nvPr/>
        </p:nvSpPr>
        <p:spPr>
          <a:xfrm>
            <a:off x="4901296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pl12">
            <a:extLst>
              <a:ext uri="{FF2B5EF4-FFF2-40B4-BE49-F238E27FC236}">
                <a16:creationId xmlns:a16="http://schemas.microsoft.com/office/drawing/2014/main" id="{5DDAED84-300E-4460-9074-596ABA0B1493}"/>
              </a:ext>
            </a:extLst>
          </p:cNvPr>
          <p:cNvSpPr/>
          <p:nvPr/>
        </p:nvSpPr>
        <p:spPr>
          <a:xfrm>
            <a:off x="6373996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" name="pl13">
            <a:extLst>
              <a:ext uri="{FF2B5EF4-FFF2-40B4-BE49-F238E27FC236}">
                <a16:creationId xmlns:a16="http://schemas.microsoft.com/office/drawing/2014/main" id="{0A5263FF-0D0B-4803-8490-770BCD2DA99F}"/>
              </a:ext>
            </a:extLst>
          </p:cNvPr>
          <p:cNvSpPr/>
          <p:nvPr/>
        </p:nvSpPr>
        <p:spPr>
          <a:xfrm>
            <a:off x="7846697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" name="pl14">
            <a:extLst>
              <a:ext uri="{FF2B5EF4-FFF2-40B4-BE49-F238E27FC236}">
                <a16:creationId xmlns:a16="http://schemas.microsoft.com/office/drawing/2014/main" id="{29B631BC-98F3-4BE4-BC3C-AEE3D9AEC144}"/>
              </a:ext>
            </a:extLst>
          </p:cNvPr>
          <p:cNvSpPr/>
          <p:nvPr/>
        </p:nvSpPr>
        <p:spPr>
          <a:xfrm>
            <a:off x="9319397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" name="pl15">
            <a:extLst>
              <a:ext uri="{FF2B5EF4-FFF2-40B4-BE49-F238E27FC236}">
                <a16:creationId xmlns:a16="http://schemas.microsoft.com/office/drawing/2014/main" id="{7F41E6B2-3312-4D89-9321-7DB6E33A3462}"/>
              </a:ext>
            </a:extLst>
          </p:cNvPr>
          <p:cNvSpPr/>
          <p:nvPr/>
        </p:nvSpPr>
        <p:spPr>
          <a:xfrm>
            <a:off x="10792097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" name="pl16">
            <a:extLst>
              <a:ext uri="{FF2B5EF4-FFF2-40B4-BE49-F238E27FC236}">
                <a16:creationId xmlns:a16="http://schemas.microsoft.com/office/drawing/2014/main" id="{F16A0842-80AF-45E1-8B48-DC133EA8A2D0}"/>
              </a:ext>
            </a:extLst>
          </p:cNvPr>
          <p:cNvSpPr/>
          <p:nvPr/>
        </p:nvSpPr>
        <p:spPr>
          <a:xfrm>
            <a:off x="3060420" y="3126660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" name="pl17">
            <a:extLst>
              <a:ext uri="{FF2B5EF4-FFF2-40B4-BE49-F238E27FC236}">
                <a16:creationId xmlns:a16="http://schemas.microsoft.com/office/drawing/2014/main" id="{25B910F2-3378-4F8B-BA44-9D2691F07F6A}"/>
              </a:ext>
            </a:extLst>
          </p:cNvPr>
          <p:cNvSpPr/>
          <p:nvPr/>
        </p:nvSpPr>
        <p:spPr>
          <a:xfrm>
            <a:off x="3060420" y="2530839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" name="pl18">
            <a:extLst>
              <a:ext uri="{FF2B5EF4-FFF2-40B4-BE49-F238E27FC236}">
                <a16:creationId xmlns:a16="http://schemas.microsoft.com/office/drawing/2014/main" id="{4833868A-29AD-469D-B6EE-89890A1263E3}"/>
              </a:ext>
            </a:extLst>
          </p:cNvPr>
          <p:cNvSpPr/>
          <p:nvPr/>
        </p:nvSpPr>
        <p:spPr>
          <a:xfrm>
            <a:off x="3060420" y="1586485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" name="pl19">
            <a:extLst>
              <a:ext uri="{FF2B5EF4-FFF2-40B4-BE49-F238E27FC236}">
                <a16:creationId xmlns:a16="http://schemas.microsoft.com/office/drawing/2014/main" id="{D618A0D4-CB3C-456B-8281-43947D662FA7}"/>
              </a:ext>
            </a:extLst>
          </p:cNvPr>
          <p:cNvSpPr/>
          <p:nvPr/>
        </p:nvSpPr>
        <p:spPr>
          <a:xfrm>
            <a:off x="4164946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" name="pl20">
            <a:extLst>
              <a:ext uri="{FF2B5EF4-FFF2-40B4-BE49-F238E27FC236}">
                <a16:creationId xmlns:a16="http://schemas.microsoft.com/office/drawing/2014/main" id="{F7D376C3-19B4-4668-97AC-60FF52B88056}"/>
              </a:ext>
            </a:extLst>
          </p:cNvPr>
          <p:cNvSpPr/>
          <p:nvPr/>
        </p:nvSpPr>
        <p:spPr>
          <a:xfrm>
            <a:off x="5637646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" name="pl21">
            <a:extLst>
              <a:ext uri="{FF2B5EF4-FFF2-40B4-BE49-F238E27FC236}">
                <a16:creationId xmlns:a16="http://schemas.microsoft.com/office/drawing/2014/main" id="{9D6852BD-CB77-419C-A146-1E5921B9E1EB}"/>
              </a:ext>
            </a:extLst>
          </p:cNvPr>
          <p:cNvSpPr/>
          <p:nvPr/>
        </p:nvSpPr>
        <p:spPr>
          <a:xfrm>
            <a:off x="7110346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pl22">
            <a:extLst>
              <a:ext uri="{FF2B5EF4-FFF2-40B4-BE49-F238E27FC236}">
                <a16:creationId xmlns:a16="http://schemas.microsoft.com/office/drawing/2014/main" id="{1D95753B-9098-4754-99CC-4BC185F30E10}"/>
              </a:ext>
            </a:extLst>
          </p:cNvPr>
          <p:cNvSpPr/>
          <p:nvPr/>
        </p:nvSpPr>
        <p:spPr>
          <a:xfrm>
            <a:off x="8583047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pl23">
            <a:extLst>
              <a:ext uri="{FF2B5EF4-FFF2-40B4-BE49-F238E27FC236}">
                <a16:creationId xmlns:a16="http://schemas.microsoft.com/office/drawing/2014/main" id="{60FDB45A-A32D-4A78-A948-C5B6CB1E3C00}"/>
              </a:ext>
            </a:extLst>
          </p:cNvPr>
          <p:cNvSpPr/>
          <p:nvPr/>
        </p:nvSpPr>
        <p:spPr>
          <a:xfrm>
            <a:off x="10055747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" name="pg24">
            <a:extLst>
              <a:ext uri="{FF2B5EF4-FFF2-40B4-BE49-F238E27FC236}">
                <a16:creationId xmlns:a16="http://schemas.microsoft.com/office/drawing/2014/main" id="{7E759EAB-FEE3-4E92-AD39-BF8A3C620A92}"/>
              </a:ext>
            </a:extLst>
          </p:cNvPr>
          <p:cNvSpPr/>
          <p:nvPr/>
        </p:nvSpPr>
        <p:spPr>
          <a:xfrm>
            <a:off x="3634774" y="1487521"/>
            <a:ext cx="6840693" cy="2177201"/>
          </a:xfrm>
          <a:custGeom>
            <a:avLst/>
            <a:gdLst/>
            <a:ahLst/>
            <a:cxnLst/>
            <a:rect l="0" t="0" r="0" b="0"/>
            <a:pathLst>
              <a:path w="6840693" h="2177201">
                <a:moveTo>
                  <a:pt x="107981" y="0"/>
                </a:moveTo>
                <a:lnTo>
                  <a:pt x="132543" y="947341"/>
                </a:lnTo>
                <a:lnTo>
                  <a:pt x="206178" y="641283"/>
                </a:lnTo>
                <a:lnTo>
                  <a:pt x="272449" y="641283"/>
                </a:lnTo>
                <a:lnTo>
                  <a:pt x="331357" y="871949"/>
                </a:lnTo>
                <a:lnTo>
                  <a:pt x="346084" y="871949"/>
                </a:lnTo>
                <a:lnTo>
                  <a:pt x="397629" y="950340"/>
                </a:lnTo>
                <a:lnTo>
                  <a:pt x="522808" y="882753"/>
                </a:lnTo>
                <a:lnTo>
                  <a:pt x="677442" y="882753"/>
                </a:lnTo>
                <a:lnTo>
                  <a:pt x="787894" y="951884"/>
                </a:lnTo>
                <a:lnTo>
                  <a:pt x="876256" y="981466"/>
                </a:lnTo>
                <a:lnTo>
                  <a:pt x="935164" y="981466"/>
                </a:lnTo>
                <a:lnTo>
                  <a:pt x="1001436" y="1043853"/>
                </a:lnTo>
                <a:lnTo>
                  <a:pt x="1104525" y="1017505"/>
                </a:lnTo>
                <a:lnTo>
                  <a:pt x="1200250" y="955022"/>
                </a:lnTo>
                <a:lnTo>
                  <a:pt x="1303339" y="963497"/>
                </a:lnTo>
                <a:lnTo>
                  <a:pt x="1406428" y="963475"/>
                </a:lnTo>
                <a:lnTo>
                  <a:pt x="1502154" y="963475"/>
                </a:lnTo>
                <a:lnTo>
                  <a:pt x="1612606" y="980276"/>
                </a:lnTo>
                <a:lnTo>
                  <a:pt x="1715695" y="1202250"/>
                </a:lnTo>
                <a:lnTo>
                  <a:pt x="1804057" y="1139731"/>
                </a:lnTo>
                <a:lnTo>
                  <a:pt x="1907146" y="1156575"/>
                </a:lnTo>
                <a:lnTo>
                  <a:pt x="2010236" y="1165549"/>
                </a:lnTo>
                <a:lnTo>
                  <a:pt x="2113325" y="1165549"/>
                </a:lnTo>
                <a:lnTo>
                  <a:pt x="2216414" y="1171768"/>
                </a:lnTo>
                <a:lnTo>
                  <a:pt x="2319503" y="1148283"/>
                </a:lnTo>
                <a:lnTo>
                  <a:pt x="2422592" y="1148283"/>
                </a:lnTo>
                <a:lnTo>
                  <a:pt x="2525681" y="1078354"/>
                </a:lnTo>
                <a:lnTo>
                  <a:pt x="2628770" y="1078354"/>
                </a:lnTo>
                <a:lnTo>
                  <a:pt x="2731859" y="1078354"/>
                </a:lnTo>
                <a:lnTo>
                  <a:pt x="2834948" y="1078354"/>
                </a:lnTo>
                <a:lnTo>
                  <a:pt x="2938037" y="1079585"/>
                </a:lnTo>
                <a:lnTo>
                  <a:pt x="3041126" y="1088802"/>
                </a:lnTo>
                <a:lnTo>
                  <a:pt x="3144215" y="1088802"/>
                </a:lnTo>
                <a:lnTo>
                  <a:pt x="3343029" y="1088802"/>
                </a:lnTo>
                <a:lnTo>
                  <a:pt x="3541844" y="1088802"/>
                </a:lnTo>
                <a:lnTo>
                  <a:pt x="3696477" y="1088802"/>
                </a:lnTo>
                <a:lnTo>
                  <a:pt x="3821657" y="1055987"/>
                </a:lnTo>
                <a:lnTo>
                  <a:pt x="3873201" y="1055987"/>
                </a:lnTo>
                <a:lnTo>
                  <a:pt x="3961564" y="1055987"/>
                </a:lnTo>
                <a:lnTo>
                  <a:pt x="4072016" y="1057016"/>
                </a:lnTo>
                <a:lnTo>
                  <a:pt x="4167742" y="1100519"/>
                </a:lnTo>
                <a:lnTo>
                  <a:pt x="4263467" y="1100519"/>
                </a:lnTo>
                <a:lnTo>
                  <a:pt x="4418101" y="1100519"/>
                </a:lnTo>
                <a:lnTo>
                  <a:pt x="4572734" y="1104934"/>
                </a:lnTo>
                <a:lnTo>
                  <a:pt x="4778912" y="1104934"/>
                </a:lnTo>
                <a:lnTo>
                  <a:pt x="5036635" y="1104934"/>
                </a:lnTo>
                <a:lnTo>
                  <a:pt x="5242813" y="1104934"/>
                </a:lnTo>
                <a:lnTo>
                  <a:pt x="5412173" y="1102150"/>
                </a:lnTo>
                <a:lnTo>
                  <a:pt x="5780348" y="1086680"/>
                </a:lnTo>
                <a:lnTo>
                  <a:pt x="6236886" y="1095503"/>
                </a:lnTo>
                <a:lnTo>
                  <a:pt x="6538789" y="1095503"/>
                </a:lnTo>
                <a:lnTo>
                  <a:pt x="6840693" y="1095503"/>
                </a:lnTo>
                <a:lnTo>
                  <a:pt x="6840693" y="1257042"/>
                </a:lnTo>
                <a:lnTo>
                  <a:pt x="6538789" y="1257042"/>
                </a:lnTo>
                <a:lnTo>
                  <a:pt x="6236886" y="1257042"/>
                </a:lnTo>
                <a:lnTo>
                  <a:pt x="5780348" y="1264867"/>
                </a:lnTo>
                <a:lnTo>
                  <a:pt x="5412173" y="1298010"/>
                </a:lnTo>
                <a:lnTo>
                  <a:pt x="5242813" y="1301347"/>
                </a:lnTo>
                <a:lnTo>
                  <a:pt x="5036635" y="1301347"/>
                </a:lnTo>
                <a:lnTo>
                  <a:pt x="4778912" y="1301347"/>
                </a:lnTo>
                <a:lnTo>
                  <a:pt x="4572734" y="1301347"/>
                </a:lnTo>
                <a:lnTo>
                  <a:pt x="4418101" y="1298774"/>
                </a:lnTo>
                <a:lnTo>
                  <a:pt x="4263467" y="1298774"/>
                </a:lnTo>
                <a:lnTo>
                  <a:pt x="4167742" y="1298774"/>
                </a:lnTo>
                <a:lnTo>
                  <a:pt x="4072016" y="1434170"/>
                </a:lnTo>
                <a:lnTo>
                  <a:pt x="3961564" y="1445605"/>
                </a:lnTo>
                <a:lnTo>
                  <a:pt x="3873201" y="1445605"/>
                </a:lnTo>
                <a:lnTo>
                  <a:pt x="3821657" y="1445605"/>
                </a:lnTo>
                <a:lnTo>
                  <a:pt x="3696477" y="1482143"/>
                </a:lnTo>
                <a:lnTo>
                  <a:pt x="3541844" y="1482143"/>
                </a:lnTo>
                <a:lnTo>
                  <a:pt x="3343029" y="1482143"/>
                </a:lnTo>
                <a:lnTo>
                  <a:pt x="3144215" y="1482143"/>
                </a:lnTo>
                <a:lnTo>
                  <a:pt x="3041126" y="1482143"/>
                </a:lnTo>
                <a:lnTo>
                  <a:pt x="2938037" y="1477978"/>
                </a:lnTo>
                <a:lnTo>
                  <a:pt x="2834948" y="1479755"/>
                </a:lnTo>
                <a:lnTo>
                  <a:pt x="2731859" y="1479755"/>
                </a:lnTo>
                <a:lnTo>
                  <a:pt x="2628770" y="1479755"/>
                </a:lnTo>
                <a:lnTo>
                  <a:pt x="2525681" y="1479755"/>
                </a:lnTo>
                <a:lnTo>
                  <a:pt x="2422592" y="1598479"/>
                </a:lnTo>
                <a:lnTo>
                  <a:pt x="2319503" y="1598479"/>
                </a:lnTo>
                <a:lnTo>
                  <a:pt x="2216414" y="1624409"/>
                </a:lnTo>
                <a:lnTo>
                  <a:pt x="2113325" y="1629892"/>
                </a:lnTo>
                <a:lnTo>
                  <a:pt x="2010236" y="1629892"/>
                </a:lnTo>
                <a:lnTo>
                  <a:pt x="1907146" y="1625985"/>
                </a:lnTo>
                <a:lnTo>
                  <a:pt x="1804057" y="1617359"/>
                </a:lnTo>
                <a:lnTo>
                  <a:pt x="1715695" y="1767166"/>
                </a:lnTo>
                <a:lnTo>
                  <a:pt x="1612606" y="1603185"/>
                </a:lnTo>
                <a:lnTo>
                  <a:pt x="1502154" y="1601774"/>
                </a:lnTo>
                <a:lnTo>
                  <a:pt x="1406428" y="1601774"/>
                </a:lnTo>
                <a:lnTo>
                  <a:pt x="1303339" y="1611974"/>
                </a:lnTo>
                <a:lnTo>
                  <a:pt x="1200250" y="1636444"/>
                </a:lnTo>
                <a:lnTo>
                  <a:pt x="1104525" y="1736961"/>
                </a:lnTo>
                <a:lnTo>
                  <a:pt x="1001436" y="1770348"/>
                </a:lnTo>
                <a:lnTo>
                  <a:pt x="935164" y="1722780"/>
                </a:lnTo>
                <a:lnTo>
                  <a:pt x="876256" y="1722780"/>
                </a:lnTo>
                <a:lnTo>
                  <a:pt x="787894" y="1707344"/>
                </a:lnTo>
                <a:lnTo>
                  <a:pt x="677442" y="1688443"/>
                </a:lnTo>
                <a:lnTo>
                  <a:pt x="522808" y="1688443"/>
                </a:lnTo>
                <a:lnTo>
                  <a:pt x="397629" y="1973026"/>
                </a:lnTo>
                <a:lnTo>
                  <a:pt x="346084" y="1951636"/>
                </a:lnTo>
                <a:lnTo>
                  <a:pt x="331357" y="1951636"/>
                </a:lnTo>
                <a:lnTo>
                  <a:pt x="272449" y="1966645"/>
                </a:lnTo>
                <a:lnTo>
                  <a:pt x="206178" y="1966645"/>
                </a:lnTo>
                <a:lnTo>
                  <a:pt x="191174" y="2177201"/>
                </a:lnTo>
                <a:lnTo>
                  <a:pt x="61788" y="2177201"/>
                </a:lnTo>
                <a:lnTo>
                  <a:pt x="0" y="1458638"/>
                </a:lnTo>
                <a:close/>
              </a:path>
            </a:pathLst>
          </a:custGeom>
          <a:solidFill>
            <a:srgbClr val="4682B4">
              <a:alpha val="5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" name="pl25">
            <a:extLst>
              <a:ext uri="{FF2B5EF4-FFF2-40B4-BE49-F238E27FC236}">
                <a16:creationId xmlns:a16="http://schemas.microsoft.com/office/drawing/2014/main" id="{785EE1D8-4B50-49E6-9A86-7D03CDF43153}"/>
              </a:ext>
            </a:extLst>
          </p:cNvPr>
          <p:cNvSpPr/>
          <p:nvPr/>
        </p:nvSpPr>
        <p:spPr>
          <a:xfrm>
            <a:off x="3742755" y="1487521"/>
            <a:ext cx="6732711" cy="1202250"/>
          </a:xfrm>
          <a:custGeom>
            <a:avLst/>
            <a:gdLst/>
            <a:ahLst/>
            <a:cxnLst/>
            <a:rect l="0" t="0" r="0" b="0"/>
            <a:pathLst>
              <a:path w="6732711" h="1202250">
                <a:moveTo>
                  <a:pt x="0" y="0"/>
                </a:moveTo>
                <a:lnTo>
                  <a:pt x="24561" y="947341"/>
                </a:lnTo>
                <a:lnTo>
                  <a:pt x="98196" y="641283"/>
                </a:lnTo>
                <a:lnTo>
                  <a:pt x="164467" y="641283"/>
                </a:lnTo>
                <a:lnTo>
                  <a:pt x="223375" y="871949"/>
                </a:lnTo>
                <a:lnTo>
                  <a:pt x="238102" y="871949"/>
                </a:lnTo>
                <a:lnTo>
                  <a:pt x="289647" y="950340"/>
                </a:lnTo>
                <a:lnTo>
                  <a:pt x="414827" y="882753"/>
                </a:lnTo>
                <a:lnTo>
                  <a:pt x="569460" y="882753"/>
                </a:lnTo>
                <a:lnTo>
                  <a:pt x="679913" y="951884"/>
                </a:lnTo>
                <a:lnTo>
                  <a:pt x="768275" y="981466"/>
                </a:lnTo>
                <a:lnTo>
                  <a:pt x="827183" y="981466"/>
                </a:lnTo>
                <a:lnTo>
                  <a:pt x="893454" y="1043853"/>
                </a:lnTo>
                <a:lnTo>
                  <a:pt x="996543" y="1017505"/>
                </a:lnTo>
                <a:lnTo>
                  <a:pt x="1092269" y="955022"/>
                </a:lnTo>
                <a:lnTo>
                  <a:pt x="1195358" y="963497"/>
                </a:lnTo>
                <a:lnTo>
                  <a:pt x="1298447" y="963475"/>
                </a:lnTo>
                <a:lnTo>
                  <a:pt x="1394172" y="963475"/>
                </a:lnTo>
                <a:lnTo>
                  <a:pt x="1504625" y="980276"/>
                </a:lnTo>
                <a:lnTo>
                  <a:pt x="1607714" y="1202250"/>
                </a:lnTo>
                <a:lnTo>
                  <a:pt x="1696076" y="1139731"/>
                </a:lnTo>
                <a:lnTo>
                  <a:pt x="1799165" y="1156575"/>
                </a:lnTo>
                <a:lnTo>
                  <a:pt x="1902254" y="1165549"/>
                </a:lnTo>
                <a:lnTo>
                  <a:pt x="2005343" y="1165549"/>
                </a:lnTo>
                <a:lnTo>
                  <a:pt x="2108432" y="1171768"/>
                </a:lnTo>
                <a:lnTo>
                  <a:pt x="2211521" y="1148283"/>
                </a:lnTo>
                <a:lnTo>
                  <a:pt x="2314610" y="1148283"/>
                </a:lnTo>
                <a:lnTo>
                  <a:pt x="2417699" y="1078354"/>
                </a:lnTo>
                <a:lnTo>
                  <a:pt x="2520788" y="1078354"/>
                </a:lnTo>
                <a:lnTo>
                  <a:pt x="2623877" y="1078354"/>
                </a:lnTo>
                <a:lnTo>
                  <a:pt x="2726966" y="1078354"/>
                </a:lnTo>
                <a:lnTo>
                  <a:pt x="2830055" y="1079585"/>
                </a:lnTo>
                <a:lnTo>
                  <a:pt x="2933144" y="1088802"/>
                </a:lnTo>
                <a:lnTo>
                  <a:pt x="3036233" y="1088802"/>
                </a:lnTo>
                <a:lnTo>
                  <a:pt x="3235048" y="1088802"/>
                </a:lnTo>
                <a:lnTo>
                  <a:pt x="3433862" y="1088802"/>
                </a:lnTo>
                <a:lnTo>
                  <a:pt x="3588496" y="1088802"/>
                </a:lnTo>
                <a:lnTo>
                  <a:pt x="3713675" y="1055987"/>
                </a:lnTo>
                <a:lnTo>
                  <a:pt x="3765220" y="1055987"/>
                </a:lnTo>
                <a:lnTo>
                  <a:pt x="3853582" y="1055987"/>
                </a:lnTo>
                <a:lnTo>
                  <a:pt x="3964034" y="1057016"/>
                </a:lnTo>
                <a:lnTo>
                  <a:pt x="4059760" y="1100519"/>
                </a:lnTo>
                <a:lnTo>
                  <a:pt x="4155485" y="1100519"/>
                </a:lnTo>
                <a:lnTo>
                  <a:pt x="4310119" y="1100519"/>
                </a:lnTo>
                <a:lnTo>
                  <a:pt x="4464753" y="1104934"/>
                </a:lnTo>
                <a:lnTo>
                  <a:pt x="4670931" y="1104934"/>
                </a:lnTo>
                <a:lnTo>
                  <a:pt x="4928653" y="1104934"/>
                </a:lnTo>
                <a:lnTo>
                  <a:pt x="5134831" y="1104934"/>
                </a:lnTo>
                <a:lnTo>
                  <a:pt x="5304192" y="1102150"/>
                </a:lnTo>
                <a:lnTo>
                  <a:pt x="5672367" y="1086680"/>
                </a:lnTo>
                <a:lnTo>
                  <a:pt x="6128904" y="1095503"/>
                </a:lnTo>
                <a:lnTo>
                  <a:pt x="6430808" y="1095503"/>
                </a:lnTo>
                <a:lnTo>
                  <a:pt x="6732711" y="1095503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2" name="pl26">
            <a:extLst>
              <a:ext uri="{FF2B5EF4-FFF2-40B4-BE49-F238E27FC236}">
                <a16:creationId xmlns:a16="http://schemas.microsoft.com/office/drawing/2014/main" id="{FC3368AC-4F19-43D6-B769-7E4C79E950A3}"/>
              </a:ext>
            </a:extLst>
          </p:cNvPr>
          <p:cNvSpPr/>
          <p:nvPr/>
        </p:nvSpPr>
        <p:spPr>
          <a:xfrm>
            <a:off x="3825948" y="2744564"/>
            <a:ext cx="6649518" cy="920159"/>
          </a:xfrm>
          <a:custGeom>
            <a:avLst/>
            <a:gdLst/>
            <a:ahLst/>
            <a:cxnLst/>
            <a:rect l="0" t="0" r="0" b="0"/>
            <a:pathLst>
              <a:path w="6649518" h="920159">
                <a:moveTo>
                  <a:pt x="6649518" y="0"/>
                </a:moveTo>
                <a:lnTo>
                  <a:pt x="6347615" y="0"/>
                </a:lnTo>
                <a:lnTo>
                  <a:pt x="6045711" y="0"/>
                </a:lnTo>
                <a:lnTo>
                  <a:pt x="5589174" y="7824"/>
                </a:lnTo>
                <a:lnTo>
                  <a:pt x="5220999" y="40968"/>
                </a:lnTo>
                <a:lnTo>
                  <a:pt x="5051638" y="44305"/>
                </a:lnTo>
                <a:lnTo>
                  <a:pt x="4845460" y="44305"/>
                </a:lnTo>
                <a:lnTo>
                  <a:pt x="4587738" y="44305"/>
                </a:lnTo>
                <a:lnTo>
                  <a:pt x="4381560" y="44305"/>
                </a:lnTo>
                <a:lnTo>
                  <a:pt x="4226926" y="41731"/>
                </a:lnTo>
                <a:lnTo>
                  <a:pt x="4072292" y="41731"/>
                </a:lnTo>
                <a:lnTo>
                  <a:pt x="3976567" y="41731"/>
                </a:lnTo>
                <a:lnTo>
                  <a:pt x="3880841" y="177127"/>
                </a:lnTo>
                <a:lnTo>
                  <a:pt x="3770389" y="188562"/>
                </a:lnTo>
                <a:lnTo>
                  <a:pt x="3682027" y="188562"/>
                </a:lnTo>
                <a:lnTo>
                  <a:pt x="3630482" y="188562"/>
                </a:lnTo>
                <a:lnTo>
                  <a:pt x="3505303" y="225100"/>
                </a:lnTo>
                <a:lnTo>
                  <a:pt x="3350669" y="225100"/>
                </a:lnTo>
                <a:lnTo>
                  <a:pt x="3151855" y="225100"/>
                </a:lnTo>
                <a:lnTo>
                  <a:pt x="2953040" y="225100"/>
                </a:lnTo>
                <a:lnTo>
                  <a:pt x="2849951" y="225100"/>
                </a:lnTo>
                <a:lnTo>
                  <a:pt x="2746862" y="220935"/>
                </a:lnTo>
                <a:lnTo>
                  <a:pt x="2643773" y="222712"/>
                </a:lnTo>
                <a:lnTo>
                  <a:pt x="2540684" y="222712"/>
                </a:lnTo>
                <a:lnTo>
                  <a:pt x="2437595" y="222712"/>
                </a:lnTo>
                <a:lnTo>
                  <a:pt x="2334506" y="222712"/>
                </a:lnTo>
                <a:lnTo>
                  <a:pt x="2231417" y="341436"/>
                </a:lnTo>
                <a:lnTo>
                  <a:pt x="2128328" y="341436"/>
                </a:lnTo>
                <a:lnTo>
                  <a:pt x="2025239" y="367366"/>
                </a:lnTo>
                <a:lnTo>
                  <a:pt x="1922150" y="372850"/>
                </a:lnTo>
                <a:lnTo>
                  <a:pt x="1819061" y="372850"/>
                </a:lnTo>
                <a:lnTo>
                  <a:pt x="1715972" y="368942"/>
                </a:lnTo>
                <a:lnTo>
                  <a:pt x="1612883" y="360316"/>
                </a:lnTo>
                <a:lnTo>
                  <a:pt x="1524521" y="510123"/>
                </a:lnTo>
                <a:lnTo>
                  <a:pt x="1421432" y="346143"/>
                </a:lnTo>
                <a:lnTo>
                  <a:pt x="1310979" y="344731"/>
                </a:lnTo>
                <a:lnTo>
                  <a:pt x="1215254" y="344731"/>
                </a:lnTo>
                <a:lnTo>
                  <a:pt x="1112165" y="354931"/>
                </a:lnTo>
                <a:lnTo>
                  <a:pt x="1009076" y="379401"/>
                </a:lnTo>
                <a:lnTo>
                  <a:pt x="913350" y="479918"/>
                </a:lnTo>
                <a:lnTo>
                  <a:pt x="810261" y="513305"/>
                </a:lnTo>
                <a:lnTo>
                  <a:pt x="743990" y="465738"/>
                </a:lnTo>
                <a:lnTo>
                  <a:pt x="685082" y="465738"/>
                </a:lnTo>
                <a:lnTo>
                  <a:pt x="596720" y="450301"/>
                </a:lnTo>
                <a:lnTo>
                  <a:pt x="486267" y="431400"/>
                </a:lnTo>
                <a:lnTo>
                  <a:pt x="331634" y="431400"/>
                </a:lnTo>
                <a:lnTo>
                  <a:pt x="206454" y="715983"/>
                </a:lnTo>
                <a:lnTo>
                  <a:pt x="154909" y="694593"/>
                </a:lnTo>
                <a:lnTo>
                  <a:pt x="140182" y="694593"/>
                </a:lnTo>
                <a:lnTo>
                  <a:pt x="81274" y="709602"/>
                </a:lnTo>
                <a:lnTo>
                  <a:pt x="15003" y="709602"/>
                </a:lnTo>
                <a:lnTo>
                  <a:pt x="0" y="920159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3" name="pl27">
            <a:extLst>
              <a:ext uri="{FF2B5EF4-FFF2-40B4-BE49-F238E27FC236}">
                <a16:creationId xmlns:a16="http://schemas.microsoft.com/office/drawing/2014/main" id="{3D3B9115-4F3E-4640-8F1C-5DD823531E68}"/>
              </a:ext>
            </a:extLst>
          </p:cNvPr>
          <p:cNvSpPr/>
          <p:nvPr/>
        </p:nvSpPr>
        <p:spPr>
          <a:xfrm>
            <a:off x="3634774" y="2946159"/>
            <a:ext cx="61788" cy="718563"/>
          </a:xfrm>
          <a:custGeom>
            <a:avLst/>
            <a:gdLst/>
            <a:ahLst/>
            <a:cxnLst/>
            <a:rect l="0" t="0" r="0" b="0"/>
            <a:pathLst>
              <a:path w="61788" h="718563">
                <a:moveTo>
                  <a:pt x="61788" y="718563"/>
                </a:moveTo>
                <a:lnTo>
                  <a:pt x="0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4" name="pl28">
            <a:extLst>
              <a:ext uri="{FF2B5EF4-FFF2-40B4-BE49-F238E27FC236}">
                <a16:creationId xmlns:a16="http://schemas.microsoft.com/office/drawing/2014/main" id="{D5EC2A36-144B-44B4-8537-07699586EE3E}"/>
              </a:ext>
            </a:extLst>
          </p:cNvPr>
          <p:cNvSpPr/>
          <p:nvPr/>
        </p:nvSpPr>
        <p:spPr>
          <a:xfrm>
            <a:off x="3688683" y="1487521"/>
            <a:ext cx="6786783" cy="1973685"/>
          </a:xfrm>
          <a:custGeom>
            <a:avLst/>
            <a:gdLst/>
            <a:ahLst/>
            <a:cxnLst/>
            <a:rect l="0" t="0" r="0" b="0"/>
            <a:pathLst>
              <a:path w="6786783" h="1973685">
                <a:moveTo>
                  <a:pt x="0" y="0"/>
                </a:moveTo>
                <a:lnTo>
                  <a:pt x="78633" y="1973685"/>
                </a:lnTo>
                <a:lnTo>
                  <a:pt x="152268" y="1303964"/>
                </a:lnTo>
                <a:lnTo>
                  <a:pt x="218539" y="1303964"/>
                </a:lnTo>
                <a:lnTo>
                  <a:pt x="277447" y="1411793"/>
                </a:lnTo>
                <a:lnTo>
                  <a:pt x="292174" y="1411793"/>
                </a:lnTo>
                <a:lnTo>
                  <a:pt x="343719" y="1461683"/>
                </a:lnTo>
                <a:lnTo>
                  <a:pt x="468899" y="1285598"/>
                </a:lnTo>
                <a:lnTo>
                  <a:pt x="623532" y="1285598"/>
                </a:lnTo>
                <a:lnTo>
                  <a:pt x="733985" y="1329614"/>
                </a:lnTo>
                <a:lnTo>
                  <a:pt x="822347" y="1352123"/>
                </a:lnTo>
                <a:lnTo>
                  <a:pt x="881255" y="1352123"/>
                </a:lnTo>
                <a:lnTo>
                  <a:pt x="947526" y="1407101"/>
                </a:lnTo>
                <a:lnTo>
                  <a:pt x="1050615" y="1377233"/>
                </a:lnTo>
                <a:lnTo>
                  <a:pt x="1146341" y="1295733"/>
                </a:lnTo>
                <a:lnTo>
                  <a:pt x="1249430" y="1287735"/>
                </a:lnTo>
                <a:lnTo>
                  <a:pt x="1352519" y="1282624"/>
                </a:lnTo>
                <a:lnTo>
                  <a:pt x="1448244" y="1282624"/>
                </a:lnTo>
                <a:lnTo>
                  <a:pt x="1558697" y="1291731"/>
                </a:lnTo>
                <a:lnTo>
                  <a:pt x="1661786" y="1484708"/>
                </a:lnTo>
                <a:lnTo>
                  <a:pt x="1750148" y="1378545"/>
                </a:lnTo>
                <a:lnTo>
                  <a:pt x="1853237" y="1391280"/>
                </a:lnTo>
                <a:lnTo>
                  <a:pt x="1956326" y="1397721"/>
                </a:lnTo>
                <a:lnTo>
                  <a:pt x="2059415" y="1397721"/>
                </a:lnTo>
                <a:lnTo>
                  <a:pt x="2162504" y="1398088"/>
                </a:lnTo>
                <a:lnTo>
                  <a:pt x="2265593" y="1373381"/>
                </a:lnTo>
                <a:lnTo>
                  <a:pt x="2368682" y="1373381"/>
                </a:lnTo>
                <a:lnTo>
                  <a:pt x="2471771" y="1279055"/>
                </a:lnTo>
                <a:lnTo>
                  <a:pt x="2574860" y="1279055"/>
                </a:lnTo>
                <a:lnTo>
                  <a:pt x="2677949" y="1279055"/>
                </a:lnTo>
                <a:lnTo>
                  <a:pt x="2781038" y="1279055"/>
                </a:lnTo>
                <a:lnTo>
                  <a:pt x="2884127" y="1278781"/>
                </a:lnTo>
                <a:lnTo>
                  <a:pt x="2987216" y="1285473"/>
                </a:lnTo>
                <a:lnTo>
                  <a:pt x="3090305" y="1285473"/>
                </a:lnTo>
                <a:lnTo>
                  <a:pt x="3289120" y="1285473"/>
                </a:lnTo>
                <a:lnTo>
                  <a:pt x="3487934" y="1285473"/>
                </a:lnTo>
                <a:lnTo>
                  <a:pt x="3642568" y="1285473"/>
                </a:lnTo>
                <a:lnTo>
                  <a:pt x="3767747" y="1250796"/>
                </a:lnTo>
                <a:lnTo>
                  <a:pt x="3819292" y="1250796"/>
                </a:lnTo>
                <a:lnTo>
                  <a:pt x="3907654" y="1250796"/>
                </a:lnTo>
                <a:lnTo>
                  <a:pt x="4018106" y="1245593"/>
                </a:lnTo>
                <a:lnTo>
                  <a:pt x="4113832" y="1199646"/>
                </a:lnTo>
                <a:lnTo>
                  <a:pt x="4209557" y="1199646"/>
                </a:lnTo>
                <a:lnTo>
                  <a:pt x="4364191" y="1199646"/>
                </a:lnTo>
                <a:lnTo>
                  <a:pt x="4518825" y="1203141"/>
                </a:lnTo>
                <a:lnTo>
                  <a:pt x="4725003" y="1203141"/>
                </a:lnTo>
                <a:lnTo>
                  <a:pt x="4982725" y="1203141"/>
                </a:lnTo>
                <a:lnTo>
                  <a:pt x="5188903" y="1203141"/>
                </a:lnTo>
                <a:lnTo>
                  <a:pt x="5358264" y="1200080"/>
                </a:lnTo>
                <a:lnTo>
                  <a:pt x="5726439" y="1175774"/>
                </a:lnTo>
                <a:lnTo>
                  <a:pt x="6182976" y="1176272"/>
                </a:lnTo>
                <a:lnTo>
                  <a:pt x="6484880" y="1176272"/>
                </a:lnTo>
                <a:lnTo>
                  <a:pt x="6786783" y="1176272"/>
                </a:lnTo>
              </a:path>
            </a:pathLst>
          </a:custGeom>
          <a:ln w="44450" cap="flat">
            <a:solidFill>
              <a:srgbClr val="4682B4">
                <a:alpha val="50196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" name="pl29">
            <a:extLst>
              <a:ext uri="{FF2B5EF4-FFF2-40B4-BE49-F238E27FC236}">
                <a16:creationId xmlns:a16="http://schemas.microsoft.com/office/drawing/2014/main" id="{6A9EA0D9-E549-4A06-8FE5-A171C1C48896}"/>
              </a:ext>
            </a:extLst>
          </p:cNvPr>
          <p:cNvSpPr/>
          <p:nvPr/>
        </p:nvSpPr>
        <p:spPr>
          <a:xfrm>
            <a:off x="3060420" y="2530839"/>
            <a:ext cx="8099852" cy="0"/>
          </a:xfrm>
          <a:custGeom>
            <a:avLst/>
            <a:gdLst/>
            <a:ahLst/>
            <a:cxnLst/>
            <a:rect l="0" t="0" r="0" b="0"/>
            <a:pathLst>
              <a:path w="8099852">
                <a:moveTo>
                  <a:pt x="0" y="0"/>
                </a:moveTo>
                <a:lnTo>
                  <a:pt x="8099852" y="0"/>
                </a:lnTo>
                <a:lnTo>
                  <a:pt x="8099852" y="0"/>
                </a:lnTo>
              </a:path>
            </a:pathLst>
          </a:custGeom>
          <a:ln w="25400" cap="flat">
            <a:solidFill>
              <a:srgbClr val="000000">
                <a:alpha val="50196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" name="pl30">
            <a:extLst>
              <a:ext uri="{FF2B5EF4-FFF2-40B4-BE49-F238E27FC236}">
                <a16:creationId xmlns:a16="http://schemas.microsoft.com/office/drawing/2014/main" id="{18A9C53E-1A2B-4B35-94BD-D5C2AA05EDB2}"/>
              </a:ext>
            </a:extLst>
          </p:cNvPr>
          <p:cNvSpPr/>
          <p:nvPr/>
        </p:nvSpPr>
        <p:spPr>
          <a:xfrm>
            <a:off x="5313652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5400" cap="flat">
            <a:solidFill>
              <a:srgbClr val="000000">
                <a:alpha val="50196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" name="pl31">
            <a:extLst>
              <a:ext uri="{FF2B5EF4-FFF2-40B4-BE49-F238E27FC236}">
                <a16:creationId xmlns:a16="http://schemas.microsoft.com/office/drawing/2014/main" id="{3DC76CF8-DF2F-48D0-BDF8-10C937FDA454}"/>
              </a:ext>
            </a:extLst>
          </p:cNvPr>
          <p:cNvSpPr/>
          <p:nvPr/>
        </p:nvSpPr>
        <p:spPr>
          <a:xfrm>
            <a:off x="7758335" y="1487521"/>
            <a:ext cx="0" cy="2177201"/>
          </a:xfrm>
          <a:custGeom>
            <a:avLst/>
            <a:gdLst/>
            <a:ahLst/>
            <a:cxnLst/>
            <a:rect l="0" t="0" r="0" b="0"/>
            <a:pathLst>
              <a:path h="2177201">
                <a:moveTo>
                  <a:pt x="0" y="217720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5400" cap="flat">
            <a:solidFill>
              <a:srgbClr val="000000">
                <a:alpha val="50196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" name="rc37">
            <a:extLst>
              <a:ext uri="{FF2B5EF4-FFF2-40B4-BE49-F238E27FC236}">
                <a16:creationId xmlns:a16="http://schemas.microsoft.com/office/drawing/2014/main" id="{F04DBDC1-3BEA-4326-A5FC-E74EC111F903}"/>
              </a:ext>
            </a:extLst>
          </p:cNvPr>
          <p:cNvSpPr/>
          <p:nvPr/>
        </p:nvSpPr>
        <p:spPr>
          <a:xfrm>
            <a:off x="3060420" y="1487521"/>
            <a:ext cx="8099852" cy="2177201"/>
          </a:xfrm>
          <a:prstGeom prst="rect">
            <a:avLst/>
          </a:prstGeom>
          <a:ln w="27101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" name="tx38">
            <a:extLst>
              <a:ext uri="{FF2B5EF4-FFF2-40B4-BE49-F238E27FC236}">
                <a16:creationId xmlns:a16="http://schemas.microsoft.com/office/drawing/2014/main" id="{52D05605-6B96-4A10-B0B8-46053509BB57}"/>
              </a:ext>
            </a:extLst>
          </p:cNvPr>
          <p:cNvSpPr/>
          <p:nvPr/>
        </p:nvSpPr>
        <p:spPr>
          <a:xfrm>
            <a:off x="2624437" y="3041203"/>
            <a:ext cx="310723" cy="16545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1/2</a:t>
            </a:r>
          </a:p>
        </p:txBody>
      </p:sp>
      <p:sp>
        <p:nvSpPr>
          <p:cNvPr id="35" name="tx39">
            <a:extLst>
              <a:ext uri="{FF2B5EF4-FFF2-40B4-BE49-F238E27FC236}">
                <a16:creationId xmlns:a16="http://schemas.microsoft.com/office/drawing/2014/main" id="{13F57F16-68B0-42DD-914A-1D70E0FC20C6}"/>
              </a:ext>
            </a:extLst>
          </p:cNvPr>
          <p:cNvSpPr/>
          <p:nvPr/>
        </p:nvSpPr>
        <p:spPr>
          <a:xfrm>
            <a:off x="2810849" y="2450184"/>
            <a:ext cx="124311" cy="16065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6" name="tx40">
            <a:extLst>
              <a:ext uri="{FF2B5EF4-FFF2-40B4-BE49-F238E27FC236}">
                <a16:creationId xmlns:a16="http://schemas.microsoft.com/office/drawing/2014/main" id="{55C39364-ECAE-4CCA-A35E-4F043B20CB27}"/>
              </a:ext>
            </a:extLst>
          </p:cNvPr>
          <p:cNvSpPr/>
          <p:nvPr/>
        </p:nvSpPr>
        <p:spPr>
          <a:xfrm>
            <a:off x="2686647" y="1502992"/>
            <a:ext cx="248513" cy="1634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 3</a:t>
            </a:r>
          </a:p>
        </p:txBody>
      </p:sp>
      <p:sp>
        <p:nvSpPr>
          <p:cNvPr id="37" name="pl41">
            <a:extLst>
              <a:ext uri="{FF2B5EF4-FFF2-40B4-BE49-F238E27FC236}">
                <a16:creationId xmlns:a16="http://schemas.microsoft.com/office/drawing/2014/main" id="{0FBFF445-0BB0-40AA-A805-7032235B6C85}"/>
              </a:ext>
            </a:extLst>
          </p:cNvPr>
          <p:cNvSpPr/>
          <p:nvPr/>
        </p:nvSpPr>
        <p:spPr>
          <a:xfrm>
            <a:off x="2990831" y="3126660"/>
            <a:ext cx="69589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" name="pl42">
            <a:extLst>
              <a:ext uri="{FF2B5EF4-FFF2-40B4-BE49-F238E27FC236}">
                <a16:creationId xmlns:a16="http://schemas.microsoft.com/office/drawing/2014/main" id="{3099D515-E043-4880-B93F-C5AAB64D22C9}"/>
              </a:ext>
            </a:extLst>
          </p:cNvPr>
          <p:cNvSpPr/>
          <p:nvPr/>
        </p:nvSpPr>
        <p:spPr>
          <a:xfrm>
            <a:off x="2990831" y="2530839"/>
            <a:ext cx="69589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" name="pl43">
            <a:extLst>
              <a:ext uri="{FF2B5EF4-FFF2-40B4-BE49-F238E27FC236}">
                <a16:creationId xmlns:a16="http://schemas.microsoft.com/office/drawing/2014/main" id="{5C2ECBB5-73FB-4BAD-B93C-0710607F5CE9}"/>
              </a:ext>
            </a:extLst>
          </p:cNvPr>
          <p:cNvSpPr/>
          <p:nvPr/>
        </p:nvSpPr>
        <p:spPr>
          <a:xfrm>
            <a:off x="2990831" y="1586485"/>
            <a:ext cx="69589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" name="pl44">
            <a:extLst>
              <a:ext uri="{FF2B5EF4-FFF2-40B4-BE49-F238E27FC236}">
                <a16:creationId xmlns:a16="http://schemas.microsoft.com/office/drawing/2014/main" id="{2DF75D83-7889-44CC-80B8-9E4C784434C8}"/>
              </a:ext>
            </a:extLst>
          </p:cNvPr>
          <p:cNvSpPr/>
          <p:nvPr/>
        </p:nvSpPr>
        <p:spPr>
          <a:xfrm>
            <a:off x="4164946" y="3664723"/>
            <a:ext cx="0" cy="69589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" name="pl45">
            <a:extLst>
              <a:ext uri="{FF2B5EF4-FFF2-40B4-BE49-F238E27FC236}">
                <a16:creationId xmlns:a16="http://schemas.microsoft.com/office/drawing/2014/main" id="{FABF559D-1A72-42F4-B23E-30EF4438C3EB}"/>
              </a:ext>
            </a:extLst>
          </p:cNvPr>
          <p:cNvSpPr/>
          <p:nvPr/>
        </p:nvSpPr>
        <p:spPr>
          <a:xfrm>
            <a:off x="5637646" y="3664723"/>
            <a:ext cx="0" cy="69589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" name="pl46">
            <a:extLst>
              <a:ext uri="{FF2B5EF4-FFF2-40B4-BE49-F238E27FC236}">
                <a16:creationId xmlns:a16="http://schemas.microsoft.com/office/drawing/2014/main" id="{237EDECB-4657-4BA5-B99A-5731669A2A53}"/>
              </a:ext>
            </a:extLst>
          </p:cNvPr>
          <p:cNvSpPr/>
          <p:nvPr/>
        </p:nvSpPr>
        <p:spPr>
          <a:xfrm>
            <a:off x="7110346" y="3664723"/>
            <a:ext cx="0" cy="69589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3" name="pl47">
            <a:extLst>
              <a:ext uri="{FF2B5EF4-FFF2-40B4-BE49-F238E27FC236}">
                <a16:creationId xmlns:a16="http://schemas.microsoft.com/office/drawing/2014/main" id="{8B4DFB3E-7123-4F4C-A5CF-D7A0A8925952}"/>
              </a:ext>
            </a:extLst>
          </p:cNvPr>
          <p:cNvSpPr/>
          <p:nvPr/>
        </p:nvSpPr>
        <p:spPr>
          <a:xfrm>
            <a:off x="8583047" y="3664723"/>
            <a:ext cx="0" cy="69589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" name="pl48">
            <a:extLst>
              <a:ext uri="{FF2B5EF4-FFF2-40B4-BE49-F238E27FC236}">
                <a16:creationId xmlns:a16="http://schemas.microsoft.com/office/drawing/2014/main" id="{220E5189-E30E-4982-BEBA-57A26DB01656}"/>
              </a:ext>
            </a:extLst>
          </p:cNvPr>
          <p:cNvSpPr/>
          <p:nvPr/>
        </p:nvSpPr>
        <p:spPr>
          <a:xfrm>
            <a:off x="10055747" y="3664723"/>
            <a:ext cx="0" cy="69589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4D4B6C3-1D0F-496D-A513-26D827F985C8}"/>
              </a:ext>
            </a:extLst>
          </p:cNvPr>
          <p:cNvSpPr txBox="1"/>
          <p:nvPr/>
        </p:nvSpPr>
        <p:spPr>
          <a:xfrm>
            <a:off x="5516973" y="1469593"/>
            <a:ext cx="18089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The benefit could have been determined ~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5.3 months </a:t>
            </a:r>
            <a:r>
              <a:rPr lang="en-US" sz="1270" b="1" i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earlier</a:t>
            </a:r>
          </a:p>
          <a:p>
            <a:pPr>
              <a:lnSpc>
                <a:spcPts val="1548"/>
              </a:lnSpc>
            </a:pPr>
            <a:endParaRPr lang="en-US" sz="1451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EC9B535-4FC2-48C9-8DA6-BC6CCDC495C6}"/>
              </a:ext>
            </a:extLst>
          </p:cNvPr>
          <p:cNvGrpSpPr/>
          <p:nvPr/>
        </p:nvGrpSpPr>
        <p:grpSpPr>
          <a:xfrm>
            <a:off x="2136252" y="792856"/>
            <a:ext cx="8253639" cy="763748"/>
            <a:chOff x="817451" y="598224"/>
            <a:chExt cx="8253639" cy="763748"/>
          </a:xfrm>
        </p:grpSpPr>
        <p:sp>
          <p:nvSpPr>
            <p:cNvPr id="108" name="tx55">
              <a:extLst>
                <a:ext uri="{FF2B5EF4-FFF2-40B4-BE49-F238E27FC236}">
                  <a16:creationId xmlns:a16="http://schemas.microsoft.com/office/drawing/2014/main" id="{514CC8BB-9890-4090-B6AC-AC7BF9C2DD89}"/>
                </a:ext>
              </a:extLst>
            </p:cNvPr>
            <p:cNvSpPr/>
            <p:nvPr/>
          </p:nvSpPr>
          <p:spPr>
            <a:xfrm>
              <a:off x="817451" y="667960"/>
              <a:ext cx="8253639" cy="6940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814"/>
                </a:lnSpc>
              </a:pPr>
              <a:r>
                <a:rPr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Cumulative Estimates of Mortality Odds Ratio </a:t>
              </a:r>
              <a:r>
                <a:rPr lang="en-US"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</a:t>
              </a:r>
              <a:r>
                <a:rPr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and 95% CI</a:t>
              </a:r>
              <a:br>
                <a:rPr lang="en-US"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</a:br>
              <a:r>
                <a:rPr lang="en-US"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weighted by degree of heterogeneity</a:t>
              </a:r>
            </a:p>
            <a:p>
              <a:pPr>
                <a:lnSpc>
                  <a:spcPts val="1814"/>
                </a:lnSpc>
              </a:pPr>
              <a:endParaRPr sz="1814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B482527-E947-4160-B07F-3529D796869C}"/>
                </a:ext>
              </a:extLst>
            </p:cNvPr>
            <p:cNvSpPr/>
            <p:nvPr/>
          </p:nvSpPr>
          <p:spPr>
            <a:xfrm>
              <a:off x="6434299" y="746471"/>
              <a:ext cx="414589" cy="77638"/>
            </a:xfrm>
            <a:prstGeom prst="rect">
              <a:avLst/>
            </a:prstGeom>
            <a:solidFill>
              <a:srgbClr val="73A0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F295790-90EF-4604-9FAC-100A59060C6D}"/>
                </a:ext>
              </a:extLst>
            </p:cNvPr>
            <p:cNvSpPr/>
            <p:nvPr/>
          </p:nvSpPr>
          <p:spPr>
            <a:xfrm>
              <a:off x="8166636" y="598224"/>
              <a:ext cx="616087" cy="296492"/>
            </a:xfrm>
            <a:prstGeom prst="rect">
              <a:avLst/>
            </a:prstGeom>
            <a:solidFill>
              <a:srgbClr val="A2C0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/>
            </a:p>
          </p:txBody>
        </p:sp>
      </p:grpSp>
      <p:sp>
        <p:nvSpPr>
          <p:cNvPr id="111" name="tx54">
            <a:extLst>
              <a:ext uri="{FF2B5EF4-FFF2-40B4-BE49-F238E27FC236}">
                <a16:creationId xmlns:a16="http://schemas.microsoft.com/office/drawing/2014/main" id="{228A6DE2-F123-409F-9928-679AE02F925F}"/>
              </a:ext>
            </a:extLst>
          </p:cNvPr>
          <p:cNvSpPr/>
          <p:nvPr/>
        </p:nvSpPr>
        <p:spPr>
          <a:xfrm>
            <a:off x="528299" y="1318258"/>
            <a:ext cx="1486958" cy="7404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14"/>
              </a:lnSpc>
            </a:pPr>
            <a:r>
              <a:rPr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Odds-ratio</a:t>
            </a:r>
            <a:b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for death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0EA0180-383D-415E-928E-A8D6D6B8809C}"/>
              </a:ext>
            </a:extLst>
          </p:cNvPr>
          <p:cNvGrpSpPr/>
          <p:nvPr/>
        </p:nvGrpSpPr>
        <p:grpSpPr>
          <a:xfrm>
            <a:off x="2060866" y="1539347"/>
            <a:ext cx="487526" cy="2016865"/>
            <a:chOff x="2101450" y="1576145"/>
            <a:chExt cx="487526" cy="2016865"/>
          </a:xfrm>
        </p:grpSpPr>
        <p:sp>
          <p:nvSpPr>
            <p:cNvPr id="113" name="tx54">
              <a:extLst>
                <a:ext uri="{FF2B5EF4-FFF2-40B4-BE49-F238E27FC236}">
                  <a16:creationId xmlns:a16="http://schemas.microsoft.com/office/drawing/2014/main" id="{2F2E90B8-2A8E-4E70-970F-04730D9BC426}"/>
                </a:ext>
              </a:extLst>
            </p:cNvPr>
            <p:cNvSpPr/>
            <p:nvPr/>
          </p:nvSpPr>
          <p:spPr>
            <a:xfrm rot="16200000">
              <a:off x="1710116" y="2985406"/>
              <a:ext cx="998938" cy="2162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814"/>
                </a:lnSpc>
              </a:pPr>
              <a:r>
                <a:rPr lang="en-US" sz="1451" dirty="0">
                  <a:solidFill>
                    <a:schemeClr val="bg1">
                      <a:lumMod val="65000"/>
                    </a:schemeClr>
                  </a:solidFill>
                  <a:latin typeface="Arial"/>
                  <a:cs typeface="Arial"/>
                </a:rPr>
                <a:t>IL-6 Better</a:t>
              </a:r>
              <a:endParaRPr sz="145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endParaRP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69A2A78A-CFC7-48A9-ACAB-678249A92B73}"/>
                </a:ext>
              </a:extLst>
            </p:cNvPr>
            <p:cNvGrpSpPr/>
            <p:nvPr/>
          </p:nvGrpSpPr>
          <p:grpSpPr>
            <a:xfrm rot="16200000">
              <a:off x="2105140" y="3009737"/>
              <a:ext cx="760377" cy="207295"/>
              <a:chOff x="7470589" y="6844408"/>
              <a:chExt cx="838527" cy="228600"/>
            </a:xfrm>
          </p:grpSpPr>
          <p:sp>
            <p:nvSpPr>
              <p:cNvPr id="119" name="pl81">
                <a:extLst>
                  <a:ext uri="{FF2B5EF4-FFF2-40B4-BE49-F238E27FC236}">
                    <a16:creationId xmlns:a16="http://schemas.microsoft.com/office/drawing/2014/main" id="{4481BA43-AC93-41B0-A98A-08CC57BC535B}"/>
                  </a:ext>
                </a:extLst>
              </p:cNvPr>
              <p:cNvSpPr/>
              <p:nvPr/>
            </p:nvSpPr>
            <p:spPr>
              <a:xfrm flipV="1">
                <a:off x="7470590" y="6912989"/>
                <a:ext cx="838526" cy="45719"/>
              </a:xfrm>
              <a:custGeom>
                <a:avLst/>
                <a:gdLst/>
                <a:ahLst/>
                <a:cxnLst/>
                <a:rect l="0" t="0" r="0" b="0"/>
                <a:pathLst>
                  <a:path w="2022349">
                    <a:moveTo>
                      <a:pt x="0" y="0"/>
                    </a:moveTo>
                    <a:lnTo>
                      <a:pt x="2022349" y="0"/>
                    </a:lnTo>
                  </a:path>
                </a:pathLst>
              </a:custGeom>
              <a:ln w="27101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632"/>
              </a:p>
            </p:txBody>
          </p:sp>
          <p:sp>
            <p:nvSpPr>
              <p:cNvPr id="120" name="pl84">
                <a:extLst>
                  <a:ext uri="{FF2B5EF4-FFF2-40B4-BE49-F238E27FC236}">
                    <a16:creationId xmlns:a16="http://schemas.microsoft.com/office/drawing/2014/main" id="{EB687363-1F30-4536-9246-C68AF46821F5}"/>
                  </a:ext>
                </a:extLst>
              </p:cNvPr>
              <p:cNvSpPr/>
              <p:nvPr/>
            </p:nvSpPr>
            <p:spPr>
              <a:xfrm>
                <a:off x="7470589" y="6844408"/>
                <a:ext cx="197973" cy="228600"/>
              </a:xfrm>
              <a:custGeom>
                <a:avLst/>
                <a:gdLst/>
                <a:ahLst/>
                <a:cxnLst/>
                <a:rect l="0" t="0" r="0" b="0"/>
                <a:pathLst>
                  <a:path w="197973" h="228600">
                    <a:moveTo>
                      <a:pt x="197973" y="0"/>
                    </a:moveTo>
                    <a:lnTo>
                      <a:pt x="0" y="114300"/>
                    </a:lnTo>
                    <a:lnTo>
                      <a:pt x="197973" y="228600"/>
                    </a:lnTo>
                  </a:path>
                </a:pathLst>
              </a:custGeom>
              <a:ln w="27101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632"/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C7793B13-7E28-4CFF-B517-84D78CF6C29D}"/>
                </a:ext>
              </a:extLst>
            </p:cNvPr>
            <p:cNvGrpSpPr/>
            <p:nvPr/>
          </p:nvGrpSpPr>
          <p:grpSpPr>
            <a:xfrm rot="5400000">
              <a:off x="2087139" y="1982623"/>
              <a:ext cx="760377" cy="207295"/>
              <a:chOff x="7470589" y="6844408"/>
              <a:chExt cx="838527" cy="228600"/>
            </a:xfrm>
          </p:grpSpPr>
          <p:sp>
            <p:nvSpPr>
              <p:cNvPr id="117" name="pl81">
                <a:extLst>
                  <a:ext uri="{FF2B5EF4-FFF2-40B4-BE49-F238E27FC236}">
                    <a16:creationId xmlns:a16="http://schemas.microsoft.com/office/drawing/2014/main" id="{C51B0BF9-BE92-4B4C-BBE0-04D9802511A6}"/>
                  </a:ext>
                </a:extLst>
              </p:cNvPr>
              <p:cNvSpPr/>
              <p:nvPr/>
            </p:nvSpPr>
            <p:spPr>
              <a:xfrm flipV="1">
                <a:off x="7470590" y="6912989"/>
                <a:ext cx="838526" cy="45719"/>
              </a:xfrm>
              <a:custGeom>
                <a:avLst/>
                <a:gdLst/>
                <a:ahLst/>
                <a:cxnLst/>
                <a:rect l="0" t="0" r="0" b="0"/>
                <a:pathLst>
                  <a:path w="2022349">
                    <a:moveTo>
                      <a:pt x="0" y="0"/>
                    </a:moveTo>
                    <a:lnTo>
                      <a:pt x="2022349" y="0"/>
                    </a:lnTo>
                  </a:path>
                </a:pathLst>
              </a:custGeom>
              <a:ln w="27101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632"/>
              </a:p>
            </p:txBody>
          </p:sp>
          <p:sp>
            <p:nvSpPr>
              <p:cNvPr id="118" name="pl84">
                <a:extLst>
                  <a:ext uri="{FF2B5EF4-FFF2-40B4-BE49-F238E27FC236}">
                    <a16:creationId xmlns:a16="http://schemas.microsoft.com/office/drawing/2014/main" id="{B453664F-076E-4F5C-BDFD-FBEC10A8D589}"/>
                  </a:ext>
                </a:extLst>
              </p:cNvPr>
              <p:cNvSpPr/>
              <p:nvPr/>
            </p:nvSpPr>
            <p:spPr>
              <a:xfrm>
                <a:off x="7470589" y="6844408"/>
                <a:ext cx="197973" cy="228600"/>
              </a:xfrm>
              <a:custGeom>
                <a:avLst/>
                <a:gdLst/>
                <a:ahLst/>
                <a:cxnLst/>
                <a:rect l="0" t="0" r="0" b="0"/>
                <a:pathLst>
                  <a:path w="197973" h="228600">
                    <a:moveTo>
                      <a:pt x="197973" y="0"/>
                    </a:moveTo>
                    <a:lnTo>
                      <a:pt x="0" y="114300"/>
                    </a:lnTo>
                    <a:lnTo>
                      <a:pt x="197973" y="228600"/>
                    </a:lnTo>
                  </a:path>
                </a:pathLst>
              </a:custGeom>
              <a:ln w="27101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632"/>
              </a:p>
            </p:txBody>
          </p:sp>
        </p:grpSp>
        <p:sp>
          <p:nvSpPr>
            <p:cNvPr id="116" name="tx54">
              <a:extLst>
                <a:ext uri="{FF2B5EF4-FFF2-40B4-BE49-F238E27FC236}">
                  <a16:creationId xmlns:a16="http://schemas.microsoft.com/office/drawing/2014/main" id="{71F27ACC-EBF8-4CF6-9962-B1EDD224E158}"/>
                </a:ext>
              </a:extLst>
            </p:cNvPr>
            <p:cNvSpPr/>
            <p:nvPr/>
          </p:nvSpPr>
          <p:spPr>
            <a:xfrm rot="16200000">
              <a:off x="1723887" y="1967479"/>
              <a:ext cx="998938" cy="2162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814"/>
                </a:lnSpc>
              </a:pPr>
              <a:r>
                <a:rPr lang="en-US" sz="1451" dirty="0">
                  <a:solidFill>
                    <a:schemeClr val="bg1">
                      <a:lumMod val="65000"/>
                    </a:schemeClr>
                  </a:solidFill>
                  <a:latin typeface="Arial"/>
                  <a:cs typeface="Arial"/>
                </a:rPr>
                <a:t>IL-6 Worst</a:t>
              </a:r>
              <a:endParaRPr sz="145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endParaRPr>
            </a:p>
          </p:txBody>
        </p:sp>
      </p:grpSp>
      <p:sp>
        <p:nvSpPr>
          <p:cNvPr id="122" name="tx57">
            <a:extLst>
              <a:ext uri="{FF2B5EF4-FFF2-40B4-BE49-F238E27FC236}">
                <a16:creationId xmlns:a16="http://schemas.microsoft.com/office/drawing/2014/main" id="{61A6C819-C231-4DE0-910B-7F5DB4C7A7D4}"/>
              </a:ext>
            </a:extLst>
          </p:cNvPr>
          <p:cNvSpPr/>
          <p:nvPr/>
        </p:nvSpPr>
        <p:spPr>
          <a:xfrm>
            <a:off x="256463" y="209409"/>
            <a:ext cx="1152131" cy="2045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76"/>
              </a:lnSpc>
            </a:pPr>
            <a:r>
              <a:rPr lang="en-US" sz="2176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IL6 Class</a:t>
            </a:r>
          </a:p>
        </p:txBody>
      </p:sp>
      <p:sp>
        <p:nvSpPr>
          <p:cNvPr id="134" name="pl7">
            <a:extLst>
              <a:ext uri="{FF2B5EF4-FFF2-40B4-BE49-F238E27FC236}">
                <a16:creationId xmlns:a16="http://schemas.microsoft.com/office/drawing/2014/main" id="{26F615D3-1004-4BFD-A443-2516CBDA0183}"/>
              </a:ext>
            </a:extLst>
          </p:cNvPr>
          <p:cNvSpPr/>
          <p:nvPr/>
        </p:nvSpPr>
        <p:spPr>
          <a:xfrm>
            <a:off x="3015399" y="3475044"/>
            <a:ext cx="8291023" cy="0"/>
          </a:xfrm>
          <a:custGeom>
            <a:avLst/>
            <a:gdLst/>
            <a:ahLst/>
            <a:cxnLst/>
            <a:rect l="0" t="0" r="0" b="0"/>
            <a:pathLst>
              <a:path w="8291023">
                <a:moveTo>
                  <a:pt x="0" y="0"/>
                </a:moveTo>
                <a:lnTo>
                  <a:pt x="8291023" y="0"/>
                </a:lnTo>
                <a:lnTo>
                  <a:pt x="8291023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3A4BBDE-801A-4C12-9636-4F05534A1F4D}"/>
              </a:ext>
            </a:extLst>
          </p:cNvPr>
          <p:cNvSpPr txBox="1"/>
          <p:nvPr/>
        </p:nvSpPr>
        <p:spPr>
          <a:xfrm>
            <a:off x="3135360" y="3658518"/>
            <a:ext cx="2162644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Day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178,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2146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RWS patients added, the odds ratio 95% CI </a:t>
            </a:r>
            <a:r>
              <a:rPr lang="en-US" sz="1270" b="1" i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excludes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1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EB28BC5-1BCB-47CC-AC1E-B1A6DDE125A7}"/>
              </a:ext>
            </a:extLst>
          </p:cNvPr>
          <p:cNvSpPr txBox="1"/>
          <p:nvPr/>
        </p:nvSpPr>
        <p:spPr>
          <a:xfrm>
            <a:off x="5381036" y="3723350"/>
            <a:ext cx="21626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Day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332,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3924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RWS patients added, no change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E95CEF0-B9F5-4A3F-8D5F-CFDD5144ED51}"/>
              </a:ext>
            </a:extLst>
          </p:cNvPr>
          <p:cNvSpPr txBox="1"/>
          <p:nvPr/>
        </p:nvSpPr>
        <p:spPr>
          <a:xfrm>
            <a:off x="7786161" y="3779289"/>
            <a:ext cx="327187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Day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444,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4116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RCT patients added, odds ratio and 95% CI stayed below 1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7DAFF0A-6C88-454D-8D97-EE16BA90E98F}"/>
              </a:ext>
            </a:extLst>
          </p:cNvPr>
          <p:cNvGrpSpPr/>
          <p:nvPr/>
        </p:nvGrpSpPr>
        <p:grpSpPr>
          <a:xfrm>
            <a:off x="2991003" y="4265886"/>
            <a:ext cx="8269523" cy="2234790"/>
            <a:chOff x="2757655" y="3269442"/>
            <a:chExt cx="8269523" cy="2234790"/>
          </a:xfrm>
        </p:grpSpPr>
        <p:sp>
          <p:nvSpPr>
            <p:cNvPr id="126" name="rc59">
              <a:extLst>
                <a:ext uri="{FF2B5EF4-FFF2-40B4-BE49-F238E27FC236}">
                  <a16:creationId xmlns:a16="http://schemas.microsoft.com/office/drawing/2014/main" id="{23131953-7CF3-4057-8730-4FCC3E85EAA9}"/>
                </a:ext>
              </a:extLst>
            </p:cNvPr>
            <p:cNvSpPr/>
            <p:nvPr/>
          </p:nvSpPr>
          <p:spPr>
            <a:xfrm>
              <a:off x="2827244" y="3269442"/>
              <a:ext cx="8199934" cy="16329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27" name="pl60">
              <a:extLst>
                <a:ext uri="{FF2B5EF4-FFF2-40B4-BE49-F238E27FC236}">
                  <a16:creationId xmlns:a16="http://schemas.microsoft.com/office/drawing/2014/main" id="{7651E6A6-0E6C-4FDC-A1BC-C588EFF41372}"/>
                </a:ext>
              </a:extLst>
            </p:cNvPr>
            <p:cNvSpPr/>
            <p:nvPr/>
          </p:nvSpPr>
          <p:spPr>
            <a:xfrm>
              <a:off x="3199969" y="326944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l61">
              <a:extLst>
                <a:ext uri="{FF2B5EF4-FFF2-40B4-BE49-F238E27FC236}">
                  <a16:creationId xmlns:a16="http://schemas.microsoft.com/office/drawing/2014/main" id="{18F3D1C8-0015-411A-998B-6A997DD3FA74}"/>
                </a:ext>
              </a:extLst>
            </p:cNvPr>
            <p:cNvSpPr/>
            <p:nvPr/>
          </p:nvSpPr>
          <p:spPr>
            <a:xfrm>
              <a:off x="4690866" y="326944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l62">
              <a:extLst>
                <a:ext uri="{FF2B5EF4-FFF2-40B4-BE49-F238E27FC236}">
                  <a16:creationId xmlns:a16="http://schemas.microsoft.com/office/drawing/2014/main" id="{7303D5B8-E379-4336-8346-8608650B94B1}"/>
                </a:ext>
              </a:extLst>
            </p:cNvPr>
            <p:cNvSpPr/>
            <p:nvPr/>
          </p:nvSpPr>
          <p:spPr>
            <a:xfrm>
              <a:off x="6181763" y="326944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l63">
              <a:extLst>
                <a:ext uri="{FF2B5EF4-FFF2-40B4-BE49-F238E27FC236}">
                  <a16:creationId xmlns:a16="http://schemas.microsoft.com/office/drawing/2014/main" id="{F7890F68-FD72-4D27-AC4E-1E2EABFEBE65}"/>
                </a:ext>
              </a:extLst>
            </p:cNvPr>
            <p:cNvSpPr/>
            <p:nvPr/>
          </p:nvSpPr>
          <p:spPr>
            <a:xfrm>
              <a:off x="7672660" y="326944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l64">
              <a:extLst>
                <a:ext uri="{FF2B5EF4-FFF2-40B4-BE49-F238E27FC236}">
                  <a16:creationId xmlns:a16="http://schemas.microsoft.com/office/drawing/2014/main" id="{270CA808-CBEB-44E8-86BE-171A428B928A}"/>
                </a:ext>
              </a:extLst>
            </p:cNvPr>
            <p:cNvSpPr/>
            <p:nvPr/>
          </p:nvSpPr>
          <p:spPr>
            <a:xfrm>
              <a:off x="9163557" y="326944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l65">
              <a:extLst>
                <a:ext uri="{FF2B5EF4-FFF2-40B4-BE49-F238E27FC236}">
                  <a16:creationId xmlns:a16="http://schemas.microsoft.com/office/drawing/2014/main" id="{C7445579-00C5-4FD1-96E6-5BE73953D2F5}"/>
                </a:ext>
              </a:extLst>
            </p:cNvPr>
            <p:cNvSpPr/>
            <p:nvPr/>
          </p:nvSpPr>
          <p:spPr>
            <a:xfrm>
              <a:off x="10654454" y="326944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l66">
              <a:extLst>
                <a:ext uri="{FF2B5EF4-FFF2-40B4-BE49-F238E27FC236}">
                  <a16:creationId xmlns:a16="http://schemas.microsoft.com/office/drawing/2014/main" id="{7BB0FA01-2E7D-4BB5-9F0E-0A2C0C841998}"/>
                </a:ext>
              </a:extLst>
            </p:cNvPr>
            <p:cNvSpPr/>
            <p:nvPr/>
          </p:nvSpPr>
          <p:spPr>
            <a:xfrm>
              <a:off x="2827244" y="4457007"/>
              <a:ext cx="8199934" cy="0"/>
            </a:xfrm>
            <a:custGeom>
              <a:avLst/>
              <a:gdLst/>
              <a:ahLst/>
              <a:cxnLst/>
              <a:rect l="0" t="0" r="0" b="0"/>
              <a:pathLst>
                <a:path w="8199934">
                  <a:moveTo>
                    <a:pt x="0" y="0"/>
                  </a:moveTo>
                  <a:lnTo>
                    <a:pt x="8199934" y="0"/>
                  </a:lnTo>
                  <a:lnTo>
                    <a:pt x="8199934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67">
              <a:extLst>
                <a:ext uri="{FF2B5EF4-FFF2-40B4-BE49-F238E27FC236}">
                  <a16:creationId xmlns:a16="http://schemas.microsoft.com/office/drawing/2014/main" id="{670AD265-59E5-4774-A829-264CC55F17E1}"/>
                </a:ext>
              </a:extLst>
            </p:cNvPr>
            <p:cNvSpPr/>
            <p:nvPr/>
          </p:nvSpPr>
          <p:spPr>
            <a:xfrm>
              <a:off x="2827244" y="3714779"/>
              <a:ext cx="8199934" cy="0"/>
            </a:xfrm>
            <a:custGeom>
              <a:avLst/>
              <a:gdLst/>
              <a:ahLst/>
              <a:cxnLst/>
              <a:rect l="0" t="0" r="0" b="0"/>
              <a:pathLst>
                <a:path w="8199934">
                  <a:moveTo>
                    <a:pt x="0" y="0"/>
                  </a:moveTo>
                  <a:lnTo>
                    <a:pt x="8199934" y="0"/>
                  </a:lnTo>
                  <a:lnTo>
                    <a:pt x="8199934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68">
              <a:extLst>
                <a:ext uri="{FF2B5EF4-FFF2-40B4-BE49-F238E27FC236}">
                  <a16:creationId xmlns:a16="http://schemas.microsoft.com/office/drawing/2014/main" id="{26E43910-2138-4B42-B704-05817B1076FF}"/>
                </a:ext>
              </a:extLst>
            </p:cNvPr>
            <p:cNvSpPr/>
            <p:nvPr/>
          </p:nvSpPr>
          <p:spPr>
            <a:xfrm>
              <a:off x="3945417" y="326944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69">
              <a:extLst>
                <a:ext uri="{FF2B5EF4-FFF2-40B4-BE49-F238E27FC236}">
                  <a16:creationId xmlns:a16="http://schemas.microsoft.com/office/drawing/2014/main" id="{D7F6885C-0D6A-47BC-9127-1689006D0431}"/>
                </a:ext>
              </a:extLst>
            </p:cNvPr>
            <p:cNvSpPr/>
            <p:nvPr/>
          </p:nvSpPr>
          <p:spPr>
            <a:xfrm>
              <a:off x="5436314" y="326944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70">
              <a:extLst>
                <a:ext uri="{FF2B5EF4-FFF2-40B4-BE49-F238E27FC236}">
                  <a16:creationId xmlns:a16="http://schemas.microsoft.com/office/drawing/2014/main" id="{CABECFDB-96B5-4A79-B0CA-1560F0A101E5}"/>
                </a:ext>
              </a:extLst>
            </p:cNvPr>
            <p:cNvSpPr/>
            <p:nvPr/>
          </p:nvSpPr>
          <p:spPr>
            <a:xfrm>
              <a:off x="6927211" y="326944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71">
              <a:extLst>
                <a:ext uri="{FF2B5EF4-FFF2-40B4-BE49-F238E27FC236}">
                  <a16:creationId xmlns:a16="http://schemas.microsoft.com/office/drawing/2014/main" id="{5762786D-FD7A-4CFA-9724-B43CA3D0E84E}"/>
                </a:ext>
              </a:extLst>
            </p:cNvPr>
            <p:cNvSpPr/>
            <p:nvPr/>
          </p:nvSpPr>
          <p:spPr>
            <a:xfrm>
              <a:off x="8418109" y="326944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72">
              <a:extLst>
                <a:ext uri="{FF2B5EF4-FFF2-40B4-BE49-F238E27FC236}">
                  <a16:creationId xmlns:a16="http://schemas.microsoft.com/office/drawing/2014/main" id="{FF98639D-372F-4049-A386-9D55FD65E5DD}"/>
                </a:ext>
              </a:extLst>
            </p:cNvPr>
            <p:cNvSpPr/>
            <p:nvPr/>
          </p:nvSpPr>
          <p:spPr>
            <a:xfrm>
              <a:off x="9909006" y="326944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73">
              <a:extLst>
                <a:ext uri="{FF2B5EF4-FFF2-40B4-BE49-F238E27FC236}">
                  <a16:creationId xmlns:a16="http://schemas.microsoft.com/office/drawing/2014/main" id="{A45BCBA5-8610-49E5-9220-53FC54B97172}"/>
                </a:ext>
              </a:extLst>
            </p:cNvPr>
            <p:cNvSpPr/>
            <p:nvPr/>
          </p:nvSpPr>
          <p:spPr>
            <a:xfrm>
              <a:off x="3334149" y="4457007"/>
              <a:ext cx="149089" cy="0"/>
            </a:xfrm>
            <a:custGeom>
              <a:avLst/>
              <a:gdLst/>
              <a:ahLst/>
              <a:cxnLst/>
              <a:rect l="0" t="0" r="0" b="0"/>
              <a:pathLst>
                <a:path w="149089">
                  <a:moveTo>
                    <a:pt x="0" y="0"/>
                  </a:moveTo>
                  <a:lnTo>
                    <a:pt x="149089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74">
              <a:extLst>
                <a:ext uri="{FF2B5EF4-FFF2-40B4-BE49-F238E27FC236}">
                  <a16:creationId xmlns:a16="http://schemas.microsoft.com/office/drawing/2014/main" id="{0AF65280-5C08-4E1D-B058-FD37C375F99D}"/>
                </a:ext>
              </a:extLst>
            </p:cNvPr>
            <p:cNvSpPr/>
            <p:nvPr/>
          </p:nvSpPr>
          <p:spPr>
            <a:xfrm>
              <a:off x="3483239" y="4457007"/>
              <a:ext cx="149089" cy="0"/>
            </a:xfrm>
            <a:custGeom>
              <a:avLst/>
              <a:gdLst/>
              <a:ahLst/>
              <a:cxnLst/>
              <a:rect l="0" t="0" r="0" b="0"/>
              <a:pathLst>
                <a:path w="149089">
                  <a:moveTo>
                    <a:pt x="0" y="0"/>
                  </a:moveTo>
                  <a:lnTo>
                    <a:pt x="149089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75">
              <a:extLst>
                <a:ext uri="{FF2B5EF4-FFF2-40B4-BE49-F238E27FC236}">
                  <a16:creationId xmlns:a16="http://schemas.microsoft.com/office/drawing/2014/main" id="{5B2075AC-1DFD-4339-AE76-8DD81538E712}"/>
                </a:ext>
              </a:extLst>
            </p:cNvPr>
            <p:cNvSpPr/>
            <p:nvPr/>
          </p:nvSpPr>
          <p:spPr>
            <a:xfrm>
              <a:off x="3632329" y="4457007"/>
              <a:ext cx="119271" cy="0"/>
            </a:xfrm>
            <a:custGeom>
              <a:avLst/>
              <a:gdLst/>
              <a:ahLst/>
              <a:cxnLst/>
              <a:rect l="0" t="0" r="0" b="0"/>
              <a:pathLst>
                <a:path w="119271">
                  <a:moveTo>
                    <a:pt x="0" y="0"/>
                  </a:moveTo>
                  <a:lnTo>
                    <a:pt x="119271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76">
              <a:extLst>
                <a:ext uri="{FF2B5EF4-FFF2-40B4-BE49-F238E27FC236}">
                  <a16:creationId xmlns:a16="http://schemas.microsoft.com/office/drawing/2014/main" id="{2D2E8258-B40C-48DF-AF53-16536E826F3E}"/>
                </a:ext>
              </a:extLst>
            </p:cNvPr>
            <p:cNvSpPr/>
            <p:nvPr/>
          </p:nvSpPr>
          <p:spPr>
            <a:xfrm>
              <a:off x="3751601" y="4457007"/>
              <a:ext cx="417451" cy="0"/>
            </a:xfrm>
            <a:custGeom>
              <a:avLst/>
              <a:gdLst/>
              <a:ahLst/>
              <a:cxnLst/>
              <a:rect l="0" t="0" r="0" b="0"/>
              <a:pathLst>
                <a:path w="417451">
                  <a:moveTo>
                    <a:pt x="0" y="0"/>
                  </a:moveTo>
                  <a:lnTo>
                    <a:pt x="417451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77">
              <a:extLst>
                <a:ext uri="{FF2B5EF4-FFF2-40B4-BE49-F238E27FC236}">
                  <a16:creationId xmlns:a16="http://schemas.microsoft.com/office/drawing/2014/main" id="{76B9F008-8387-4A65-A89C-6A6B6822918F}"/>
                </a:ext>
              </a:extLst>
            </p:cNvPr>
            <p:cNvSpPr/>
            <p:nvPr/>
          </p:nvSpPr>
          <p:spPr>
            <a:xfrm>
              <a:off x="4169052" y="4457007"/>
              <a:ext cx="74544" cy="0"/>
            </a:xfrm>
            <a:custGeom>
              <a:avLst/>
              <a:gdLst/>
              <a:ahLst/>
              <a:cxnLst/>
              <a:rect l="0" t="0" r="0" b="0"/>
              <a:pathLst>
                <a:path w="74544">
                  <a:moveTo>
                    <a:pt x="0" y="0"/>
                  </a:moveTo>
                  <a:lnTo>
                    <a:pt x="74544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78">
              <a:extLst>
                <a:ext uri="{FF2B5EF4-FFF2-40B4-BE49-F238E27FC236}">
                  <a16:creationId xmlns:a16="http://schemas.microsoft.com/office/drawing/2014/main" id="{92506186-0ECA-462C-970C-2ECE86CAE8FF}"/>
                </a:ext>
              </a:extLst>
            </p:cNvPr>
            <p:cNvSpPr/>
            <p:nvPr/>
          </p:nvSpPr>
          <p:spPr>
            <a:xfrm>
              <a:off x="4243597" y="445700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79">
              <a:extLst>
                <a:ext uri="{FF2B5EF4-FFF2-40B4-BE49-F238E27FC236}">
                  <a16:creationId xmlns:a16="http://schemas.microsoft.com/office/drawing/2014/main" id="{FD4B6DE2-3AE6-4197-BF30-BDAB44CF7F37}"/>
                </a:ext>
              </a:extLst>
            </p:cNvPr>
            <p:cNvSpPr/>
            <p:nvPr/>
          </p:nvSpPr>
          <p:spPr>
            <a:xfrm>
              <a:off x="4347959" y="4457007"/>
              <a:ext cx="134180" cy="0"/>
            </a:xfrm>
            <a:custGeom>
              <a:avLst/>
              <a:gdLst/>
              <a:ahLst/>
              <a:cxnLst/>
              <a:rect l="0" t="0" r="0" b="0"/>
              <a:pathLst>
                <a:path w="134180">
                  <a:moveTo>
                    <a:pt x="0" y="0"/>
                  </a:moveTo>
                  <a:lnTo>
                    <a:pt x="134180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80">
              <a:extLst>
                <a:ext uri="{FF2B5EF4-FFF2-40B4-BE49-F238E27FC236}">
                  <a16:creationId xmlns:a16="http://schemas.microsoft.com/office/drawing/2014/main" id="{C9B37E0F-7783-40DB-B411-01034AE1162A}"/>
                </a:ext>
              </a:extLst>
            </p:cNvPr>
            <p:cNvSpPr/>
            <p:nvPr/>
          </p:nvSpPr>
          <p:spPr>
            <a:xfrm>
              <a:off x="4482140" y="4457007"/>
              <a:ext cx="89453" cy="0"/>
            </a:xfrm>
            <a:custGeom>
              <a:avLst/>
              <a:gdLst/>
              <a:ahLst/>
              <a:cxnLst/>
              <a:rect l="0" t="0" r="0" b="0"/>
              <a:pathLst>
                <a:path w="89453">
                  <a:moveTo>
                    <a:pt x="0" y="0"/>
                  </a:moveTo>
                  <a:lnTo>
                    <a:pt x="89453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81">
              <a:extLst>
                <a:ext uri="{FF2B5EF4-FFF2-40B4-BE49-F238E27FC236}">
                  <a16:creationId xmlns:a16="http://schemas.microsoft.com/office/drawing/2014/main" id="{7644385B-ED42-4B16-B4B1-00D486C82192}"/>
                </a:ext>
              </a:extLst>
            </p:cNvPr>
            <p:cNvSpPr/>
            <p:nvPr/>
          </p:nvSpPr>
          <p:spPr>
            <a:xfrm>
              <a:off x="4571594" y="445700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82">
              <a:extLst>
                <a:ext uri="{FF2B5EF4-FFF2-40B4-BE49-F238E27FC236}">
                  <a16:creationId xmlns:a16="http://schemas.microsoft.com/office/drawing/2014/main" id="{18244685-2F98-443B-BC3C-F25A3C47EC07}"/>
                </a:ext>
              </a:extLst>
            </p:cNvPr>
            <p:cNvSpPr/>
            <p:nvPr/>
          </p:nvSpPr>
          <p:spPr>
            <a:xfrm>
              <a:off x="4675957" y="4457007"/>
              <a:ext cx="208725" cy="0"/>
            </a:xfrm>
            <a:custGeom>
              <a:avLst/>
              <a:gdLst/>
              <a:ahLst/>
              <a:cxnLst/>
              <a:rect l="0" t="0" r="0" b="0"/>
              <a:pathLst>
                <a:path w="208725">
                  <a:moveTo>
                    <a:pt x="0" y="0"/>
                  </a:moveTo>
                  <a:lnTo>
                    <a:pt x="208725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83">
              <a:extLst>
                <a:ext uri="{FF2B5EF4-FFF2-40B4-BE49-F238E27FC236}">
                  <a16:creationId xmlns:a16="http://schemas.microsoft.com/office/drawing/2014/main" id="{F62ADD64-FFFB-41F2-92F8-64A5CB47DA51}"/>
                </a:ext>
              </a:extLst>
            </p:cNvPr>
            <p:cNvSpPr/>
            <p:nvPr/>
          </p:nvSpPr>
          <p:spPr>
            <a:xfrm>
              <a:off x="4884682" y="4457007"/>
              <a:ext cx="89453" cy="0"/>
            </a:xfrm>
            <a:custGeom>
              <a:avLst/>
              <a:gdLst/>
              <a:ahLst/>
              <a:cxnLst/>
              <a:rect l="0" t="0" r="0" b="0"/>
              <a:pathLst>
                <a:path w="89453">
                  <a:moveTo>
                    <a:pt x="0" y="0"/>
                  </a:moveTo>
                  <a:lnTo>
                    <a:pt x="89453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84">
              <a:extLst>
                <a:ext uri="{FF2B5EF4-FFF2-40B4-BE49-F238E27FC236}">
                  <a16:creationId xmlns:a16="http://schemas.microsoft.com/office/drawing/2014/main" id="{DC812A8E-680E-4FBB-BD0C-B9ED8AE31B96}"/>
                </a:ext>
              </a:extLst>
            </p:cNvPr>
            <p:cNvSpPr/>
            <p:nvPr/>
          </p:nvSpPr>
          <p:spPr>
            <a:xfrm>
              <a:off x="4974136" y="4457007"/>
              <a:ext cx="134180" cy="0"/>
            </a:xfrm>
            <a:custGeom>
              <a:avLst/>
              <a:gdLst/>
              <a:ahLst/>
              <a:cxnLst/>
              <a:rect l="0" t="0" r="0" b="0"/>
              <a:pathLst>
                <a:path w="134180">
                  <a:moveTo>
                    <a:pt x="0" y="0"/>
                  </a:moveTo>
                  <a:lnTo>
                    <a:pt x="134180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85">
              <a:extLst>
                <a:ext uri="{FF2B5EF4-FFF2-40B4-BE49-F238E27FC236}">
                  <a16:creationId xmlns:a16="http://schemas.microsoft.com/office/drawing/2014/main" id="{FB13FBC4-A836-448E-90A8-04CAD538FA5A}"/>
                </a:ext>
              </a:extLst>
            </p:cNvPr>
            <p:cNvSpPr/>
            <p:nvPr/>
          </p:nvSpPr>
          <p:spPr>
            <a:xfrm>
              <a:off x="5108317" y="4457007"/>
              <a:ext cx="74544" cy="0"/>
            </a:xfrm>
            <a:custGeom>
              <a:avLst/>
              <a:gdLst/>
              <a:ahLst/>
              <a:cxnLst/>
              <a:rect l="0" t="0" r="0" b="0"/>
              <a:pathLst>
                <a:path w="74544">
                  <a:moveTo>
                    <a:pt x="0" y="0"/>
                  </a:moveTo>
                  <a:lnTo>
                    <a:pt x="74544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86">
              <a:extLst>
                <a:ext uri="{FF2B5EF4-FFF2-40B4-BE49-F238E27FC236}">
                  <a16:creationId xmlns:a16="http://schemas.microsoft.com/office/drawing/2014/main" id="{2CE06B92-BE63-44AC-9F96-D9FEFE8FAA33}"/>
                </a:ext>
              </a:extLst>
            </p:cNvPr>
            <p:cNvSpPr/>
            <p:nvPr/>
          </p:nvSpPr>
          <p:spPr>
            <a:xfrm>
              <a:off x="5182862" y="445700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1473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87">
              <a:extLst>
                <a:ext uri="{FF2B5EF4-FFF2-40B4-BE49-F238E27FC236}">
                  <a16:creationId xmlns:a16="http://schemas.microsoft.com/office/drawing/2014/main" id="{297897FE-4C1B-4C53-91AF-422D3A7AE184}"/>
                </a:ext>
              </a:extLst>
            </p:cNvPr>
            <p:cNvSpPr/>
            <p:nvPr/>
          </p:nvSpPr>
          <p:spPr>
            <a:xfrm>
              <a:off x="5287225" y="445700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1473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88">
              <a:extLst>
                <a:ext uri="{FF2B5EF4-FFF2-40B4-BE49-F238E27FC236}">
                  <a16:creationId xmlns:a16="http://schemas.microsoft.com/office/drawing/2014/main" id="{34158FFE-75C8-43C6-A30E-C92713833710}"/>
                </a:ext>
              </a:extLst>
            </p:cNvPr>
            <p:cNvSpPr/>
            <p:nvPr/>
          </p:nvSpPr>
          <p:spPr>
            <a:xfrm>
              <a:off x="5391587" y="4457007"/>
              <a:ext cx="313088" cy="0"/>
            </a:xfrm>
            <a:custGeom>
              <a:avLst/>
              <a:gdLst/>
              <a:ahLst/>
              <a:cxnLst/>
              <a:rect l="0" t="0" r="0" b="0"/>
              <a:pathLst>
                <a:path w="313088">
                  <a:moveTo>
                    <a:pt x="0" y="0"/>
                  </a:moveTo>
                  <a:lnTo>
                    <a:pt x="313088" y="0"/>
                  </a:lnTo>
                </a:path>
              </a:pathLst>
            </a:custGeom>
            <a:ln w="1473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89">
              <a:extLst>
                <a:ext uri="{FF2B5EF4-FFF2-40B4-BE49-F238E27FC236}">
                  <a16:creationId xmlns:a16="http://schemas.microsoft.com/office/drawing/2014/main" id="{F57F48D3-6AC6-402F-9C5C-CD84616F5170}"/>
                </a:ext>
              </a:extLst>
            </p:cNvPr>
            <p:cNvSpPr/>
            <p:nvPr/>
          </p:nvSpPr>
          <p:spPr>
            <a:xfrm>
              <a:off x="5704676" y="445700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1473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90">
              <a:extLst>
                <a:ext uri="{FF2B5EF4-FFF2-40B4-BE49-F238E27FC236}">
                  <a16:creationId xmlns:a16="http://schemas.microsoft.com/office/drawing/2014/main" id="{F7C0A045-EDD4-4B31-B2D1-B3D4C5DA0AD9}"/>
                </a:ext>
              </a:extLst>
            </p:cNvPr>
            <p:cNvSpPr/>
            <p:nvPr/>
          </p:nvSpPr>
          <p:spPr>
            <a:xfrm>
              <a:off x="5809039" y="445700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1473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l91">
              <a:extLst>
                <a:ext uri="{FF2B5EF4-FFF2-40B4-BE49-F238E27FC236}">
                  <a16:creationId xmlns:a16="http://schemas.microsoft.com/office/drawing/2014/main" id="{4D58A2A5-A367-4856-928C-6280134068E2}"/>
                </a:ext>
              </a:extLst>
            </p:cNvPr>
            <p:cNvSpPr/>
            <p:nvPr/>
          </p:nvSpPr>
          <p:spPr>
            <a:xfrm>
              <a:off x="5913401" y="445700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2545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l92">
              <a:extLst>
                <a:ext uri="{FF2B5EF4-FFF2-40B4-BE49-F238E27FC236}">
                  <a16:creationId xmlns:a16="http://schemas.microsoft.com/office/drawing/2014/main" id="{9CC63F48-A2BC-4359-B11B-AD5AEC10A9CF}"/>
                </a:ext>
              </a:extLst>
            </p:cNvPr>
            <p:cNvSpPr/>
            <p:nvPr/>
          </p:nvSpPr>
          <p:spPr>
            <a:xfrm>
              <a:off x="6017764" y="445700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2545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l93">
              <a:extLst>
                <a:ext uri="{FF2B5EF4-FFF2-40B4-BE49-F238E27FC236}">
                  <a16:creationId xmlns:a16="http://schemas.microsoft.com/office/drawing/2014/main" id="{EF6BE941-F677-47F4-969F-C34AD65454FD}"/>
                </a:ext>
              </a:extLst>
            </p:cNvPr>
            <p:cNvSpPr/>
            <p:nvPr/>
          </p:nvSpPr>
          <p:spPr>
            <a:xfrm>
              <a:off x="6122127" y="445700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2545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l94">
              <a:extLst>
                <a:ext uri="{FF2B5EF4-FFF2-40B4-BE49-F238E27FC236}">
                  <a16:creationId xmlns:a16="http://schemas.microsoft.com/office/drawing/2014/main" id="{8D9951FB-B978-48AF-A1E3-15F678E2D1AF}"/>
                </a:ext>
              </a:extLst>
            </p:cNvPr>
            <p:cNvSpPr/>
            <p:nvPr/>
          </p:nvSpPr>
          <p:spPr>
            <a:xfrm>
              <a:off x="6226490" y="445700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2545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l95">
              <a:extLst>
                <a:ext uri="{FF2B5EF4-FFF2-40B4-BE49-F238E27FC236}">
                  <a16:creationId xmlns:a16="http://schemas.microsoft.com/office/drawing/2014/main" id="{1BC0EDCC-1282-447F-824B-A11A0AFE6EF4}"/>
                </a:ext>
              </a:extLst>
            </p:cNvPr>
            <p:cNvSpPr/>
            <p:nvPr/>
          </p:nvSpPr>
          <p:spPr>
            <a:xfrm>
              <a:off x="6330853" y="445700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2545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l96">
              <a:extLst>
                <a:ext uri="{FF2B5EF4-FFF2-40B4-BE49-F238E27FC236}">
                  <a16:creationId xmlns:a16="http://schemas.microsoft.com/office/drawing/2014/main" id="{436BFF69-EFC3-48A4-89A1-376C02720E76}"/>
                </a:ext>
              </a:extLst>
            </p:cNvPr>
            <p:cNvSpPr/>
            <p:nvPr/>
          </p:nvSpPr>
          <p:spPr>
            <a:xfrm>
              <a:off x="6435215" y="445700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2545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l97">
              <a:extLst>
                <a:ext uri="{FF2B5EF4-FFF2-40B4-BE49-F238E27FC236}">
                  <a16:creationId xmlns:a16="http://schemas.microsoft.com/office/drawing/2014/main" id="{ADA2CC57-AA99-44F4-8F95-528397333E3F}"/>
                </a:ext>
              </a:extLst>
            </p:cNvPr>
            <p:cNvSpPr/>
            <p:nvPr/>
          </p:nvSpPr>
          <p:spPr>
            <a:xfrm>
              <a:off x="6539578" y="4457007"/>
              <a:ext cx="506905" cy="0"/>
            </a:xfrm>
            <a:custGeom>
              <a:avLst/>
              <a:gdLst/>
              <a:ahLst/>
              <a:cxnLst/>
              <a:rect l="0" t="0" r="0" b="0"/>
              <a:pathLst>
                <a:path w="506905">
                  <a:moveTo>
                    <a:pt x="0" y="0"/>
                  </a:moveTo>
                  <a:lnTo>
                    <a:pt x="506905" y="0"/>
                  </a:lnTo>
                </a:path>
              </a:pathLst>
            </a:custGeom>
            <a:ln w="2545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l98">
              <a:extLst>
                <a:ext uri="{FF2B5EF4-FFF2-40B4-BE49-F238E27FC236}">
                  <a16:creationId xmlns:a16="http://schemas.microsoft.com/office/drawing/2014/main" id="{980482DB-CB93-4950-91F6-348D6182E88D}"/>
                </a:ext>
              </a:extLst>
            </p:cNvPr>
            <p:cNvSpPr/>
            <p:nvPr/>
          </p:nvSpPr>
          <p:spPr>
            <a:xfrm>
              <a:off x="7046483" y="4457007"/>
              <a:ext cx="208725" cy="0"/>
            </a:xfrm>
            <a:custGeom>
              <a:avLst/>
              <a:gdLst/>
              <a:ahLst/>
              <a:cxnLst/>
              <a:rect l="0" t="0" r="0" b="0"/>
              <a:pathLst>
                <a:path w="208725">
                  <a:moveTo>
                    <a:pt x="0" y="0"/>
                  </a:moveTo>
                  <a:lnTo>
                    <a:pt x="208725" y="0"/>
                  </a:lnTo>
                </a:path>
              </a:pathLst>
            </a:custGeom>
            <a:ln w="2545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l99">
              <a:extLst>
                <a:ext uri="{FF2B5EF4-FFF2-40B4-BE49-F238E27FC236}">
                  <a16:creationId xmlns:a16="http://schemas.microsoft.com/office/drawing/2014/main" id="{381981EF-DE00-4846-870D-5C1058CE27CA}"/>
                </a:ext>
              </a:extLst>
            </p:cNvPr>
            <p:cNvSpPr/>
            <p:nvPr/>
          </p:nvSpPr>
          <p:spPr>
            <a:xfrm>
              <a:off x="7255209" y="4457007"/>
              <a:ext cx="44726" cy="0"/>
            </a:xfrm>
            <a:custGeom>
              <a:avLst/>
              <a:gdLst/>
              <a:ahLst/>
              <a:cxnLst/>
              <a:rect l="0" t="0" r="0" b="0"/>
              <a:pathLst>
                <a:path w="44726">
                  <a:moveTo>
                    <a:pt x="0" y="0"/>
                  </a:moveTo>
                  <a:lnTo>
                    <a:pt x="44726" y="0"/>
                  </a:lnTo>
                </a:path>
              </a:pathLst>
            </a:custGeom>
            <a:ln w="26681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l100">
              <a:extLst>
                <a:ext uri="{FF2B5EF4-FFF2-40B4-BE49-F238E27FC236}">
                  <a16:creationId xmlns:a16="http://schemas.microsoft.com/office/drawing/2014/main" id="{43C0FC95-D8E8-4010-A797-80E379E72427}"/>
                </a:ext>
              </a:extLst>
            </p:cNvPr>
            <p:cNvSpPr/>
            <p:nvPr/>
          </p:nvSpPr>
          <p:spPr>
            <a:xfrm>
              <a:off x="7299936" y="4457007"/>
              <a:ext cx="59635" cy="0"/>
            </a:xfrm>
            <a:custGeom>
              <a:avLst/>
              <a:gdLst/>
              <a:ahLst/>
              <a:cxnLst/>
              <a:rect l="0" t="0" r="0" b="0"/>
              <a:pathLst>
                <a:path w="59635">
                  <a:moveTo>
                    <a:pt x="0" y="0"/>
                  </a:moveTo>
                  <a:lnTo>
                    <a:pt x="59635" y="0"/>
                  </a:lnTo>
                </a:path>
              </a:pathLst>
            </a:custGeom>
            <a:ln w="26681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l101">
              <a:extLst>
                <a:ext uri="{FF2B5EF4-FFF2-40B4-BE49-F238E27FC236}">
                  <a16:creationId xmlns:a16="http://schemas.microsoft.com/office/drawing/2014/main" id="{34B3B0F7-B90D-45D9-B4A6-DA83E2B413AD}"/>
                </a:ext>
              </a:extLst>
            </p:cNvPr>
            <p:cNvSpPr/>
            <p:nvPr/>
          </p:nvSpPr>
          <p:spPr>
            <a:xfrm>
              <a:off x="7359572" y="4457007"/>
              <a:ext cx="119271" cy="0"/>
            </a:xfrm>
            <a:custGeom>
              <a:avLst/>
              <a:gdLst/>
              <a:ahLst/>
              <a:cxnLst/>
              <a:rect l="0" t="0" r="0" b="0"/>
              <a:pathLst>
                <a:path w="119271">
                  <a:moveTo>
                    <a:pt x="0" y="0"/>
                  </a:moveTo>
                  <a:lnTo>
                    <a:pt x="119271" y="0"/>
                  </a:lnTo>
                </a:path>
              </a:pathLst>
            </a:custGeom>
            <a:ln w="26681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l102">
              <a:extLst>
                <a:ext uri="{FF2B5EF4-FFF2-40B4-BE49-F238E27FC236}">
                  <a16:creationId xmlns:a16="http://schemas.microsoft.com/office/drawing/2014/main" id="{B923CE64-4DDA-40D5-8B1E-9C8C70F7C255}"/>
                </a:ext>
              </a:extLst>
            </p:cNvPr>
            <p:cNvSpPr/>
            <p:nvPr/>
          </p:nvSpPr>
          <p:spPr>
            <a:xfrm>
              <a:off x="7478843" y="445700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30951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l103">
              <a:extLst>
                <a:ext uri="{FF2B5EF4-FFF2-40B4-BE49-F238E27FC236}">
                  <a16:creationId xmlns:a16="http://schemas.microsoft.com/office/drawing/2014/main" id="{330AED32-1D1E-4007-A500-13EDF742C9B7}"/>
                </a:ext>
              </a:extLst>
            </p:cNvPr>
            <p:cNvSpPr/>
            <p:nvPr/>
          </p:nvSpPr>
          <p:spPr>
            <a:xfrm>
              <a:off x="7583206" y="4457007"/>
              <a:ext cx="89453" cy="0"/>
            </a:xfrm>
            <a:custGeom>
              <a:avLst/>
              <a:gdLst/>
              <a:ahLst/>
              <a:cxnLst/>
              <a:rect l="0" t="0" r="0" b="0"/>
              <a:pathLst>
                <a:path w="89453">
                  <a:moveTo>
                    <a:pt x="0" y="0"/>
                  </a:moveTo>
                  <a:lnTo>
                    <a:pt x="89453" y="0"/>
                  </a:lnTo>
                </a:path>
              </a:pathLst>
            </a:custGeom>
            <a:ln w="54693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l104">
              <a:extLst>
                <a:ext uri="{FF2B5EF4-FFF2-40B4-BE49-F238E27FC236}">
                  <a16:creationId xmlns:a16="http://schemas.microsoft.com/office/drawing/2014/main" id="{0110B93C-2781-4021-BBEE-C482105AFA7E}"/>
                </a:ext>
              </a:extLst>
            </p:cNvPr>
            <p:cNvSpPr/>
            <p:nvPr/>
          </p:nvSpPr>
          <p:spPr>
            <a:xfrm>
              <a:off x="7672660" y="445700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54693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l105">
              <a:extLst>
                <a:ext uri="{FF2B5EF4-FFF2-40B4-BE49-F238E27FC236}">
                  <a16:creationId xmlns:a16="http://schemas.microsoft.com/office/drawing/2014/main" id="{9EE76B8F-3DAD-4980-B1B5-898BA5FB8064}"/>
                </a:ext>
              </a:extLst>
            </p:cNvPr>
            <p:cNvSpPr/>
            <p:nvPr/>
          </p:nvSpPr>
          <p:spPr>
            <a:xfrm>
              <a:off x="7777023" y="4457007"/>
              <a:ext cx="208725" cy="0"/>
            </a:xfrm>
            <a:custGeom>
              <a:avLst/>
              <a:gdLst/>
              <a:ahLst/>
              <a:cxnLst/>
              <a:rect l="0" t="0" r="0" b="0"/>
              <a:pathLst>
                <a:path w="208725">
                  <a:moveTo>
                    <a:pt x="0" y="0"/>
                  </a:moveTo>
                  <a:lnTo>
                    <a:pt x="208725" y="0"/>
                  </a:lnTo>
                </a:path>
              </a:pathLst>
            </a:custGeom>
            <a:ln w="54693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l106">
              <a:extLst>
                <a:ext uri="{FF2B5EF4-FFF2-40B4-BE49-F238E27FC236}">
                  <a16:creationId xmlns:a16="http://schemas.microsoft.com/office/drawing/2014/main" id="{D45728FF-73F6-453A-A946-73FDC7E9E631}"/>
                </a:ext>
              </a:extLst>
            </p:cNvPr>
            <p:cNvSpPr/>
            <p:nvPr/>
          </p:nvSpPr>
          <p:spPr>
            <a:xfrm>
              <a:off x="7985748" y="445700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55496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l107">
              <a:extLst>
                <a:ext uri="{FF2B5EF4-FFF2-40B4-BE49-F238E27FC236}">
                  <a16:creationId xmlns:a16="http://schemas.microsoft.com/office/drawing/2014/main" id="{49EACFA5-CBA8-4FF5-845F-BA699598E541}"/>
                </a:ext>
              </a:extLst>
            </p:cNvPr>
            <p:cNvSpPr/>
            <p:nvPr/>
          </p:nvSpPr>
          <p:spPr>
            <a:xfrm>
              <a:off x="8090111" y="4457007"/>
              <a:ext cx="313088" cy="0"/>
            </a:xfrm>
            <a:custGeom>
              <a:avLst/>
              <a:gdLst/>
              <a:ahLst/>
              <a:cxnLst/>
              <a:rect l="0" t="0" r="0" b="0"/>
              <a:pathLst>
                <a:path w="313088">
                  <a:moveTo>
                    <a:pt x="0" y="0"/>
                  </a:moveTo>
                  <a:lnTo>
                    <a:pt x="313088" y="0"/>
                  </a:lnTo>
                </a:path>
              </a:pathLst>
            </a:custGeom>
            <a:ln w="55496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l108">
              <a:extLst>
                <a:ext uri="{FF2B5EF4-FFF2-40B4-BE49-F238E27FC236}">
                  <a16:creationId xmlns:a16="http://schemas.microsoft.com/office/drawing/2014/main" id="{837707C1-C28F-4534-9D93-B6DB20908D68}"/>
                </a:ext>
              </a:extLst>
            </p:cNvPr>
            <p:cNvSpPr/>
            <p:nvPr/>
          </p:nvSpPr>
          <p:spPr>
            <a:xfrm>
              <a:off x="8403200" y="4457007"/>
              <a:ext cx="208725" cy="0"/>
            </a:xfrm>
            <a:custGeom>
              <a:avLst/>
              <a:gdLst/>
              <a:ahLst/>
              <a:cxnLst/>
              <a:rect l="0" t="0" r="0" b="0"/>
              <a:pathLst>
                <a:path w="208725">
                  <a:moveTo>
                    <a:pt x="0" y="0"/>
                  </a:moveTo>
                  <a:lnTo>
                    <a:pt x="208725" y="0"/>
                  </a:lnTo>
                </a:path>
              </a:pathLst>
            </a:custGeom>
            <a:ln w="55496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l109">
              <a:extLst>
                <a:ext uri="{FF2B5EF4-FFF2-40B4-BE49-F238E27FC236}">
                  <a16:creationId xmlns:a16="http://schemas.microsoft.com/office/drawing/2014/main" id="{2F91C007-F397-4E87-8AC8-3C7AC0C1B84A}"/>
                </a:ext>
              </a:extLst>
            </p:cNvPr>
            <p:cNvSpPr/>
            <p:nvPr/>
          </p:nvSpPr>
          <p:spPr>
            <a:xfrm>
              <a:off x="8611925" y="4457007"/>
              <a:ext cx="208725" cy="0"/>
            </a:xfrm>
            <a:custGeom>
              <a:avLst/>
              <a:gdLst/>
              <a:ahLst/>
              <a:cxnLst/>
              <a:rect l="0" t="0" r="0" b="0"/>
              <a:pathLst>
                <a:path w="208725">
                  <a:moveTo>
                    <a:pt x="0" y="0"/>
                  </a:moveTo>
                  <a:lnTo>
                    <a:pt x="208725" y="0"/>
                  </a:lnTo>
                </a:path>
              </a:pathLst>
            </a:custGeom>
            <a:ln w="55496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l110">
              <a:extLst>
                <a:ext uri="{FF2B5EF4-FFF2-40B4-BE49-F238E27FC236}">
                  <a16:creationId xmlns:a16="http://schemas.microsoft.com/office/drawing/2014/main" id="{AA329399-D754-40CD-A749-ECD9D3E59015}"/>
                </a:ext>
              </a:extLst>
            </p:cNvPr>
            <p:cNvSpPr/>
            <p:nvPr/>
          </p:nvSpPr>
          <p:spPr>
            <a:xfrm>
              <a:off x="8820651" y="4457007"/>
              <a:ext cx="134180" cy="0"/>
            </a:xfrm>
            <a:custGeom>
              <a:avLst/>
              <a:gdLst/>
              <a:ahLst/>
              <a:cxnLst/>
              <a:rect l="0" t="0" r="0" b="0"/>
              <a:pathLst>
                <a:path w="134180">
                  <a:moveTo>
                    <a:pt x="0" y="0"/>
                  </a:moveTo>
                  <a:lnTo>
                    <a:pt x="134180" y="0"/>
                  </a:lnTo>
                </a:path>
              </a:pathLst>
            </a:custGeom>
            <a:ln w="55656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l111">
              <a:extLst>
                <a:ext uri="{FF2B5EF4-FFF2-40B4-BE49-F238E27FC236}">
                  <a16:creationId xmlns:a16="http://schemas.microsoft.com/office/drawing/2014/main" id="{BA163A72-17AE-462E-9F57-E891687276EA}"/>
                </a:ext>
              </a:extLst>
            </p:cNvPr>
            <p:cNvSpPr/>
            <p:nvPr/>
          </p:nvSpPr>
          <p:spPr>
            <a:xfrm>
              <a:off x="8954832" y="4457007"/>
              <a:ext cx="611267" cy="0"/>
            </a:xfrm>
            <a:custGeom>
              <a:avLst/>
              <a:gdLst/>
              <a:ahLst/>
              <a:cxnLst/>
              <a:rect l="0" t="0" r="0" b="0"/>
              <a:pathLst>
                <a:path w="611267">
                  <a:moveTo>
                    <a:pt x="0" y="0"/>
                  </a:moveTo>
                  <a:lnTo>
                    <a:pt x="611267" y="0"/>
                  </a:lnTo>
                </a:path>
              </a:pathLst>
            </a:custGeom>
            <a:ln w="64544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l112">
              <a:extLst>
                <a:ext uri="{FF2B5EF4-FFF2-40B4-BE49-F238E27FC236}">
                  <a16:creationId xmlns:a16="http://schemas.microsoft.com/office/drawing/2014/main" id="{130C02D0-9781-4F33-9EB6-AD7DBC4276FC}"/>
                </a:ext>
              </a:extLst>
            </p:cNvPr>
            <p:cNvSpPr/>
            <p:nvPr/>
          </p:nvSpPr>
          <p:spPr>
            <a:xfrm>
              <a:off x="9566099" y="4457007"/>
              <a:ext cx="313088" cy="0"/>
            </a:xfrm>
            <a:custGeom>
              <a:avLst/>
              <a:gdLst/>
              <a:ahLst/>
              <a:cxnLst/>
              <a:rect l="0" t="0" r="0" b="0"/>
              <a:pathLst>
                <a:path w="313088">
                  <a:moveTo>
                    <a:pt x="0" y="0"/>
                  </a:moveTo>
                  <a:lnTo>
                    <a:pt x="313088" y="0"/>
                  </a:lnTo>
                </a:path>
              </a:pathLst>
            </a:custGeom>
            <a:ln w="72770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l113">
              <a:extLst>
                <a:ext uri="{FF2B5EF4-FFF2-40B4-BE49-F238E27FC236}">
                  <a16:creationId xmlns:a16="http://schemas.microsoft.com/office/drawing/2014/main" id="{816EC461-7018-4B82-8F2C-FC1C22004306}"/>
                </a:ext>
              </a:extLst>
            </p:cNvPr>
            <p:cNvSpPr/>
            <p:nvPr/>
          </p:nvSpPr>
          <p:spPr>
            <a:xfrm>
              <a:off x="9879188" y="4457007"/>
              <a:ext cx="298179" cy="0"/>
            </a:xfrm>
            <a:custGeom>
              <a:avLst/>
              <a:gdLst/>
              <a:ahLst/>
              <a:cxnLst/>
              <a:rect l="0" t="0" r="0" b="0"/>
              <a:pathLst>
                <a:path w="298179">
                  <a:moveTo>
                    <a:pt x="0" y="0"/>
                  </a:moveTo>
                  <a:lnTo>
                    <a:pt x="298179" y="0"/>
                  </a:lnTo>
                </a:path>
              </a:pathLst>
            </a:custGeom>
            <a:ln w="72770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l114">
              <a:extLst>
                <a:ext uri="{FF2B5EF4-FFF2-40B4-BE49-F238E27FC236}">
                  <a16:creationId xmlns:a16="http://schemas.microsoft.com/office/drawing/2014/main" id="{CF4982FE-DB1E-46F3-8F85-CBDCCBE57E67}"/>
                </a:ext>
              </a:extLst>
            </p:cNvPr>
            <p:cNvSpPr/>
            <p:nvPr/>
          </p:nvSpPr>
          <p:spPr>
            <a:xfrm>
              <a:off x="10177367" y="4457007"/>
              <a:ext cx="313088" cy="0"/>
            </a:xfrm>
            <a:custGeom>
              <a:avLst/>
              <a:gdLst/>
              <a:ahLst/>
              <a:cxnLst/>
              <a:rect l="0" t="0" r="0" b="0"/>
              <a:pathLst>
                <a:path w="313088">
                  <a:moveTo>
                    <a:pt x="0" y="0"/>
                  </a:moveTo>
                  <a:lnTo>
                    <a:pt x="313088" y="0"/>
                  </a:lnTo>
                </a:path>
              </a:pathLst>
            </a:custGeom>
            <a:ln w="72770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l115">
              <a:extLst>
                <a:ext uri="{FF2B5EF4-FFF2-40B4-BE49-F238E27FC236}">
                  <a16:creationId xmlns:a16="http://schemas.microsoft.com/office/drawing/2014/main" id="{897870C2-162C-4528-B7A0-C0286FFB4A99}"/>
                </a:ext>
              </a:extLst>
            </p:cNvPr>
            <p:cNvSpPr/>
            <p:nvPr/>
          </p:nvSpPr>
          <p:spPr>
            <a:xfrm>
              <a:off x="3334149" y="3714779"/>
              <a:ext cx="149089" cy="0"/>
            </a:xfrm>
            <a:custGeom>
              <a:avLst/>
              <a:gdLst/>
              <a:ahLst/>
              <a:cxnLst/>
              <a:rect l="0" t="0" r="0" b="0"/>
              <a:pathLst>
                <a:path w="149089">
                  <a:moveTo>
                    <a:pt x="0" y="0"/>
                  </a:moveTo>
                  <a:lnTo>
                    <a:pt x="149089" y="0"/>
                  </a:lnTo>
                </a:path>
              </a:pathLst>
            </a:custGeom>
            <a:ln w="7429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l116">
              <a:extLst>
                <a:ext uri="{FF2B5EF4-FFF2-40B4-BE49-F238E27FC236}">
                  <a16:creationId xmlns:a16="http://schemas.microsoft.com/office/drawing/2014/main" id="{E585892A-9BD2-484C-9AF2-D8A7D0091964}"/>
                </a:ext>
              </a:extLst>
            </p:cNvPr>
            <p:cNvSpPr/>
            <p:nvPr/>
          </p:nvSpPr>
          <p:spPr>
            <a:xfrm>
              <a:off x="3483239" y="3714779"/>
              <a:ext cx="119271" cy="0"/>
            </a:xfrm>
            <a:custGeom>
              <a:avLst/>
              <a:gdLst/>
              <a:ahLst/>
              <a:cxnLst/>
              <a:rect l="0" t="0" r="0" b="0"/>
              <a:pathLst>
                <a:path w="119271">
                  <a:moveTo>
                    <a:pt x="0" y="0"/>
                  </a:moveTo>
                  <a:lnTo>
                    <a:pt x="119271" y="0"/>
                  </a:lnTo>
                </a:path>
              </a:pathLst>
            </a:custGeom>
            <a:ln w="11847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l117">
              <a:extLst>
                <a:ext uri="{FF2B5EF4-FFF2-40B4-BE49-F238E27FC236}">
                  <a16:creationId xmlns:a16="http://schemas.microsoft.com/office/drawing/2014/main" id="{052E6362-1143-43C8-B0EB-AFE0D99CB46A}"/>
                </a:ext>
              </a:extLst>
            </p:cNvPr>
            <p:cNvSpPr/>
            <p:nvPr/>
          </p:nvSpPr>
          <p:spPr>
            <a:xfrm>
              <a:off x="3602511" y="3714779"/>
              <a:ext cx="29817" cy="0"/>
            </a:xfrm>
            <a:custGeom>
              <a:avLst/>
              <a:gdLst/>
              <a:ahLst/>
              <a:cxnLst/>
              <a:rect l="0" t="0" r="0" b="0"/>
              <a:pathLst>
                <a:path w="29817">
                  <a:moveTo>
                    <a:pt x="0" y="0"/>
                  </a:moveTo>
                  <a:lnTo>
                    <a:pt x="29817" y="0"/>
                  </a:lnTo>
                </a:path>
              </a:pathLst>
            </a:custGeom>
            <a:ln w="16861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l118">
              <a:extLst>
                <a:ext uri="{FF2B5EF4-FFF2-40B4-BE49-F238E27FC236}">
                  <a16:creationId xmlns:a16="http://schemas.microsoft.com/office/drawing/2014/main" id="{48310487-8E03-471F-9593-1D34492A8EEA}"/>
                </a:ext>
              </a:extLst>
            </p:cNvPr>
            <p:cNvSpPr/>
            <p:nvPr/>
          </p:nvSpPr>
          <p:spPr>
            <a:xfrm>
              <a:off x="3632329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16861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l119">
              <a:extLst>
                <a:ext uri="{FF2B5EF4-FFF2-40B4-BE49-F238E27FC236}">
                  <a16:creationId xmlns:a16="http://schemas.microsoft.com/office/drawing/2014/main" id="{C739986D-8B94-4F47-A2D9-2780F8EBC7EA}"/>
                </a:ext>
              </a:extLst>
            </p:cNvPr>
            <p:cNvSpPr/>
            <p:nvPr/>
          </p:nvSpPr>
          <p:spPr>
            <a:xfrm>
              <a:off x="3736692" y="3714779"/>
              <a:ext cx="29817" cy="0"/>
            </a:xfrm>
            <a:custGeom>
              <a:avLst/>
              <a:gdLst/>
              <a:ahLst/>
              <a:cxnLst/>
              <a:rect l="0" t="0" r="0" b="0"/>
              <a:pathLst>
                <a:path w="29817">
                  <a:moveTo>
                    <a:pt x="0" y="0"/>
                  </a:moveTo>
                  <a:lnTo>
                    <a:pt x="29817" y="0"/>
                  </a:lnTo>
                </a:path>
              </a:pathLst>
            </a:custGeom>
            <a:ln w="25116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l120">
              <a:extLst>
                <a:ext uri="{FF2B5EF4-FFF2-40B4-BE49-F238E27FC236}">
                  <a16:creationId xmlns:a16="http://schemas.microsoft.com/office/drawing/2014/main" id="{F352997E-9503-414F-B6C0-1D503554B6FE}"/>
                </a:ext>
              </a:extLst>
            </p:cNvPr>
            <p:cNvSpPr/>
            <p:nvPr/>
          </p:nvSpPr>
          <p:spPr>
            <a:xfrm>
              <a:off x="3766510" y="3714779"/>
              <a:ext cx="89453" cy="0"/>
            </a:xfrm>
            <a:custGeom>
              <a:avLst/>
              <a:gdLst/>
              <a:ahLst/>
              <a:cxnLst/>
              <a:rect l="0" t="0" r="0" b="0"/>
              <a:pathLst>
                <a:path w="89453">
                  <a:moveTo>
                    <a:pt x="0" y="0"/>
                  </a:moveTo>
                  <a:lnTo>
                    <a:pt x="89453" y="0"/>
                  </a:lnTo>
                </a:path>
              </a:pathLst>
            </a:custGeom>
            <a:ln w="25748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l121">
              <a:extLst>
                <a:ext uri="{FF2B5EF4-FFF2-40B4-BE49-F238E27FC236}">
                  <a16:creationId xmlns:a16="http://schemas.microsoft.com/office/drawing/2014/main" id="{C403BA41-73DF-4009-9033-C426FCA1B7AA}"/>
                </a:ext>
              </a:extLst>
            </p:cNvPr>
            <p:cNvSpPr/>
            <p:nvPr/>
          </p:nvSpPr>
          <p:spPr>
            <a:xfrm>
              <a:off x="3855963" y="3714779"/>
              <a:ext cx="163998" cy="0"/>
            </a:xfrm>
            <a:custGeom>
              <a:avLst/>
              <a:gdLst/>
              <a:ahLst/>
              <a:cxnLst/>
              <a:rect l="0" t="0" r="0" b="0"/>
              <a:pathLst>
                <a:path w="163998">
                  <a:moveTo>
                    <a:pt x="0" y="0"/>
                  </a:moveTo>
                  <a:lnTo>
                    <a:pt x="163998" y="0"/>
                  </a:lnTo>
                </a:path>
              </a:pathLst>
            </a:custGeom>
            <a:ln w="43884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l122">
              <a:extLst>
                <a:ext uri="{FF2B5EF4-FFF2-40B4-BE49-F238E27FC236}">
                  <a16:creationId xmlns:a16="http://schemas.microsoft.com/office/drawing/2014/main" id="{1773AA0B-8123-4082-9AD6-1B97CA8465E4}"/>
                </a:ext>
              </a:extLst>
            </p:cNvPr>
            <p:cNvSpPr/>
            <p:nvPr/>
          </p:nvSpPr>
          <p:spPr>
            <a:xfrm>
              <a:off x="4019962" y="3714779"/>
              <a:ext cx="149089" cy="0"/>
            </a:xfrm>
            <a:custGeom>
              <a:avLst/>
              <a:gdLst/>
              <a:ahLst/>
              <a:cxnLst/>
              <a:rect l="0" t="0" r="0" b="0"/>
              <a:pathLst>
                <a:path w="149089">
                  <a:moveTo>
                    <a:pt x="0" y="0"/>
                  </a:moveTo>
                  <a:lnTo>
                    <a:pt x="149089" y="0"/>
                  </a:lnTo>
                </a:path>
              </a:pathLst>
            </a:custGeom>
            <a:ln w="43884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l123">
              <a:extLst>
                <a:ext uri="{FF2B5EF4-FFF2-40B4-BE49-F238E27FC236}">
                  <a16:creationId xmlns:a16="http://schemas.microsoft.com/office/drawing/2014/main" id="{7F45E79E-055B-4CE0-8190-C05A958942FF}"/>
                </a:ext>
              </a:extLst>
            </p:cNvPr>
            <p:cNvSpPr/>
            <p:nvPr/>
          </p:nvSpPr>
          <p:spPr>
            <a:xfrm>
              <a:off x="4169052" y="3714779"/>
              <a:ext cx="74544" cy="0"/>
            </a:xfrm>
            <a:custGeom>
              <a:avLst/>
              <a:gdLst/>
              <a:ahLst/>
              <a:cxnLst/>
              <a:rect l="0" t="0" r="0" b="0"/>
              <a:pathLst>
                <a:path w="74544">
                  <a:moveTo>
                    <a:pt x="0" y="0"/>
                  </a:moveTo>
                  <a:lnTo>
                    <a:pt x="74544" y="0"/>
                  </a:lnTo>
                </a:path>
              </a:pathLst>
            </a:custGeom>
            <a:ln w="45084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l124">
              <a:extLst>
                <a:ext uri="{FF2B5EF4-FFF2-40B4-BE49-F238E27FC236}">
                  <a16:creationId xmlns:a16="http://schemas.microsoft.com/office/drawing/2014/main" id="{1174CA58-DA25-474D-A00D-5EB684C36DEB}"/>
                </a:ext>
              </a:extLst>
            </p:cNvPr>
            <p:cNvSpPr/>
            <p:nvPr/>
          </p:nvSpPr>
          <p:spPr>
            <a:xfrm>
              <a:off x="4243597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45390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l125">
              <a:extLst>
                <a:ext uri="{FF2B5EF4-FFF2-40B4-BE49-F238E27FC236}">
                  <a16:creationId xmlns:a16="http://schemas.microsoft.com/office/drawing/2014/main" id="{A383346C-2518-4FE8-82BA-D30EC96E10A9}"/>
                </a:ext>
              </a:extLst>
            </p:cNvPr>
            <p:cNvSpPr/>
            <p:nvPr/>
          </p:nvSpPr>
          <p:spPr>
            <a:xfrm>
              <a:off x="4347959" y="3714779"/>
              <a:ext cx="14908" cy="0"/>
            </a:xfrm>
            <a:custGeom>
              <a:avLst/>
              <a:gdLst/>
              <a:ahLst/>
              <a:cxnLst/>
              <a:rect l="0" t="0" r="0" b="0"/>
              <a:pathLst>
                <a:path w="14908">
                  <a:moveTo>
                    <a:pt x="0" y="0"/>
                  </a:moveTo>
                  <a:lnTo>
                    <a:pt x="14908" y="0"/>
                  </a:lnTo>
                </a:path>
              </a:pathLst>
            </a:custGeom>
            <a:ln w="45390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l126">
              <a:extLst>
                <a:ext uri="{FF2B5EF4-FFF2-40B4-BE49-F238E27FC236}">
                  <a16:creationId xmlns:a16="http://schemas.microsoft.com/office/drawing/2014/main" id="{2A9DF128-D7EB-4664-88B0-DB381A69ABC8}"/>
                </a:ext>
              </a:extLst>
            </p:cNvPr>
            <p:cNvSpPr/>
            <p:nvPr/>
          </p:nvSpPr>
          <p:spPr>
            <a:xfrm>
              <a:off x="4362868" y="3714779"/>
              <a:ext cx="119271" cy="0"/>
            </a:xfrm>
            <a:custGeom>
              <a:avLst/>
              <a:gdLst/>
              <a:ahLst/>
              <a:cxnLst/>
              <a:rect l="0" t="0" r="0" b="0"/>
              <a:pathLst>
                <a:path w="119271">
                  <a:moveTo>
                    <a:pt x="0" y="0"/>
                  </a:moveTo>
                  <a:lnTo>
                    <a:pt x="119271" y="0"/>
                  </a:lnTo>
                </a:path>
              </a:pathLst>
            </a:custGeom>
            <a:ln w="45823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l127">
              <a:extLst>
                <a:ext uri="{FF2B5EF4-FFF2-40B4-BE49-F238E27FC236}">
                  <a16:creationId xmlns:a16="http://schemas.microsoft.com/office/drawing/2014/main" id="{6998E212-CAE2-4D96-818F-2C4F4FD5B17F}"/>
                </a:ext>
              </a:extLst>
            </p:cNvPr>
            <p:cNvSpPr/>
            <p:nvPr/>
          </p:nvSpPr>
          <p:spPr>
            <a:xfrm>
              <a:off x="4482140" y="3714779"/>
              <a:ext cx="89453" cy="0"/>
            </a:xfrm>
            <a:custGeom>
              <a:avLst/>
              <a:gdLst/>
              <a:ahLst/>
              <a:cxnLst/>
              <a:rect l="0" t="0" r="0" b="0"/>
              <a:pathLst>
                <a:path w="89453">
                  <a:moveTo>
                    <a:pt x="0" y="0"/>
                  </a:moveTo>
                  <a:lnTo>
                    <a:pt x="89453" y="0"/>
                  </a:lnTo>
                </a:path>
              </a:pathLst>
            </a:custGeom>
            <a:ln w="46108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l128">
              <a:extLst>
                <a:ext uri="{FF2B5EF4-FFF2-40B4-BE49-F238E27FC236}">
                  <a16:creationId xmlns:a16="http://schemas.microsoft.com/office/drawing/2014/main" id="{619CE319-D734-4C07-AD5D-1E1AABC92D3A}"/>
                </a:ext>
              </a:extLst>
            </p:cNvPr>
            <p:cNvSpPr/>
            <p:nvPr/>
          </p:nvSpPr>
          <p:spPr>
            <a:xfrm>
              <a:off x="4571594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48018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l129">
              <a:extLst>
                <a:ext uri="{FF2B5EF4-FFF2-40B4-BE49-F238E27FC236}">
                  <a16:creationId xmlns:a16="http://schemas.microsoft.com/office/drawing/2014/main" id="{8E807492-4FF6-40D7-A0A4-C70D97696794}"/>
                </a:ext>
              </a:extLst>
            </p:cNvPr>
            <p:cNvSpPr/>
            <p:nvPr/>
          </p:nvSpPr>
          <p:spPr>
            <a:xfrm>
              <a:off x="4675957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48915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l130">
              <a:extLst>
                <a:ext uri="{FF2B5EF4-FFF2-40B4-BE49-F238E27FC236}">
                  <a16:creationId xmlns:a16="http://schemas.microsoft.com/office/drawing/2014/main" id="{60D982A1-B3E4-4D33-A38D-07350AEAEE7B}"/>
                </a:ext>
              </a:extLst>
            </p:cNvPr>
            <p:cNvSpPr/>
            <p:nvPr/>
          </p:nvSpPr>
          <p:spPr>
            <a:xfrm>
              <a:off x="4780320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49172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l131">
              <a:extLst>
                <a:ext uri="{FF2B5EF4-FFF2-40B4-BE49-F238E27FC236}">
                  <a16:creationId xmlns:a16="http://schemas.microsoft.com/office/drawing/2014/main" id="{B01D5492-6C8A-4EF4-B9A8-07179B510666}"/>
                </a:ext>
              </a:extLst>
            </p:cNvPr>
            <p:cNvSpPr/>
            <p:nvPr/>
          </p:nvSpPr>
          <p:spPr>
            <a:xfrm>
              <a:off x="4884682" y="3714779"/>
              <a:ext cx="89453" cy="0"/>
            </a:xfrm>
            <a:custGeom>
              <a:avLst/>
              <a:gdLst/>
              <a:ahLst/>
              <a:cxnLst/>
              <a:rect l="0" t="0" r="0" b="0"/>
              <a:pathLst>
                <a:path w="89453">
                  <a:moveTo>
                    <a:pt x="0" y="0"/>
                  </a:moveTo>
                  <a:lnTo>
                    <a:pt x="89453" y="0"/>
                  </a:lnTo>
                </a:path>
              </a:pathLst>
            </a:custGeom>
            <a:ln w="49172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l132">
              <a:extLst>
                <a:ext uri="{FF2B5EF4-FFF2-40B4-BE49-F238E27FC236}">
                  <a16:creationId xmlns:a16="http://schemas.microsoft.com/office/drawing/2014/main" id="{CD1C5ABF-0D83-4388-A91F-7481A1D9FCFC}"/>
                </a:ext>
              </a:extLst>
            </p:cNvPr>
            <p:cNvSpPr/>
            <p:nvPr/>
          </p:nvSpPr>
          <p:spPr>
            <a:xfrm>
              <a:off x="4974136" y="3714779"/>
              <a:ext cx="134180" cy="0"/>
            </a:xfrm>
            <a:custGeom>
              <a:avLst/>
              <a:gdLst/>
              <a:ahLst/>
              <a:cxnLst/>
              <a:rect l="0" t="0" r="0" b="0"/>
              <a:pathLst>
                <a:path w="134180">
                  <a:moveTo>
                    <a:pt x="0" y="0"/>
                  </a:moveTo>
                  <a:lnTo>
                    <a:pt x="134180" y="0"/>
                  </a:lnTo>
                </a:path>
              </a:pathLst>
            </a:custGeom>
            <a:ln w="5019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l133">
              <a:extLst>
                <a:ext uri="{FF2B5EF4-FFF2-40B4-BE49-F238E27FC236}">
                  <a16:creationId xmlns:a16="http://schemas.microsoft.com/office/drawing/2014/main" id="{591BAAC8-5F40-4164-9002-10E891D40A6D}"/>
                </a:ext>
              </a:extLst>
            </p:cNvPr>
            <p:cNvSpPr/>
            <p:nvPr/>
          </p:nvSpPr>
          <p:spPr>
            <a:xfrm>
              <a:off x="5108317" y="3714779"/>
              <a:ext cx="178907" cy="0"/>
            </a:xfrm>
            <a:custGeom>
              <a:avLst/>
              <a:gdLst/>
              <a:ahLst/>
              <a:cxnLst/>
              <a:rect l="0" t="0" r="0" b="0"/>
              <a:pathLst>
                <a:path w="178907">
                  <a:moveTo>
                    <a:pt x="0" y="0"/>
                  </a:moveTo>
                  <a:lnTo>
                    <a:pt x="178907" y="0"/>
                  </a:lnTo>
                </a:path>
              </a:pathLst>
            </a:custGeom>
            <a:ln w="59830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l134">
              <a:extLst>
                <a:ext uri="{FF2B5EF4-FFF2-40B4-BE49-F238E27FC236}">
                  <a16:creationId xmlns:a16="http://schemas.microsoft.com/office/drawing/2014/main" id="{758A257C-4C86-4673-9699-4E9660A42FDC}"/>
                </a:ext>
              </a:extLst>
            </p:cNvPr>
            <p:cNvSpPr/>
            <p:nvPr/>
          </p:nvSpPr>
          <p:spPr>
            <a:xfrm>
              <a:off x="5287225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61884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l135">
              <a:extLst>
                <a:ext uri="{FF2B5EF4-FFF2-40B4-BE49-F238E27FC236}">
                  <a16:creationId xmlns:a16="http://schemas.microsoft.com/office/drawing/2014/main" id="{0DE3D3C2-5610-4F1F-B67E-328C148A1016}"/>
                </a:ext>
              </a:extLst>
            </p:cNvPr>
            <p:cNvSpPr/>
            <p:nvPr/>
          </p:nvSpPr>
          <p:spPr>
            <a:xfrm>
              <a:off x="5391587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62716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l136">
              <a:extLst>
                <a:ext uri="{FF2B5EF4-FFF2-40B4-BE49-F238E27FC236}">
                  <a16:creationId xmlns:a16="http://schemas.microsoft.com/office/drawing/2014/main" id="{8B089629-969C-4B29-B3E1-A648475C4798}"/>
                </a:ext>
              </a:extLst>
            </p:cNvPr>
            <p:cNvSpPr/>
            <p:nvPr/>
          </p:nvSpPr>
          <p:spPr>
            <a:xfrm>
              <a:off x="5495950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62716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l137">
              <a:extLst>
                <a:ext uri="{FF2B5EF4-FFF2-40B4-BE49-F238E27FC236}">
                  <a16:creationId xmlns:a16="http://schemas.microsoft.com/office/drawing/2014/main" id="{240CDD70-3B61-492F-978D-1BE590F196C3}"/>
                </a:ext>
              </a:extLst>
            </p:cNvPr>
            <p:cNvSpPr/>
            <p:nvPr/>
          </p:nvSpPr>
          <p:spPr>
            <a:xfrm>
              <a:off x="5600313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6359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l138">
              <a:extLst>
                <a:ext uri="{FF2B5EF4-FFF2-40B4-BE49-F238E27FC236}">
                  <a16:creationId xmlns:a16="http://schemas.microsoft.com/office/drawing/2014/main" id="{ADDF5AF9-8118-4107-A5A7-3A83582DB401}"/>
                </a:ext>
              </a:extLst>
            </p:cNvPr>
            <p:cNvSpPr/>
            <p:nvPr/>
          </p:nvSpPr>
          <p:spPr>
            <a:xfrm>
              <a:off x="5704676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64295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l139">
              <a:extLst>
                <a:ext uri="{FF2B5EF4-FFF2-40B4-BE49-F238E27FC236}">
                  <a16:creationId xmlns:a16="http://schemas.microsoft.com/office/drawing/2014/main" id="{71C27B60-EFFF-489F-B3E6-66F8D48E51AD}"/>
                </a:ext>
              </a:extLst>
            </p:cNvPr>
            <p:cNvSpPr/>
            <p:nvPr/>
          </p:nvSpPr>
          <p:spPr>
            <a:xfrm>
              <a:off x="5809039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64295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pl140">
              <a:extLst>
                <a:ext uri="{FF2B5EF4-FFF2-40B4-BE49-F238E27FC236}">
                  <a16:creationId xmlns:a16="http://schemas.microsoft.com/office/drawing/2014/main" id="{4221234B-192D-44D7-B581-DD9A0483EDD5}"/>
                </a:ext>
              </a:extLst>
            </p:cNvPr>
            <p:cNvSpPr/>
            <p:nvPr/>
          </p:nvSpPr>
          <p:spPr>
            <a:xfrm>
              <a:off x="5913401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7922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pl141">
              <a:extLst>
                <a:ext uri="{FF2B5EF4-FFF2-40B4-BE49-F238E27FC236}">
                  <a16:creationId xmlns:a16="http://schemas.microsoft.com/office/drawing/2014/main" id="{9D6A0D9C-3C7C-4A62-A8D6-D7702D92BD92}"/>
                </a:ext>
              </a:extLst>
            </p:cNvPr>
            <p:cNvSpPr/>
            <p:nvPr/>
          </p:nvSpPr>
          <p:spPr>
            <a:xfrm>
              <a:off x="6017764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7922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pl142">
              <a:extLst>
                <a:ext uri="{FF2B5EF4-FFF2-40B4-BE49-F238E27FC236}">
                  <a16:creationId xmlns:a16="http://schemas.microsoft.com/office/drawing/2014/main" id="{CAC89ADA-AD4C-4897-8893-ABAA1DE2E851}"/>
                </a:ext>
              </a:extLst>
            </p:cNvPr>
            <p:cNvSpPr/>
            <p:nvPr/>
          </p:nvSpPr>
          <p:spPr>
            <a:xfrm>
              <a:off x="6122127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7922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l143">
              <a:extLst>
                <a:ext uri="{FF2B5EF4-FFF2-40B4-BE49-F238E27FC236}">
                  <a16:creationId xmlns:a16="http://schemas.microsoft.com/office/drawing/2014/main" id="{6266D878-3C2E-4586-B79F-94590CEA3587}"/>
                </a:ext>
              </a:extLst>
            </p:cNvPr>
            <p:cNvSpPr/>
            <p:nvPr/>
          </p:nvSpPr>
          <p:spPr>
            <a:xfrm>
              <a:off x="6226490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7922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pl144">
              <a:extLst>
                <a:ext uri="{FF2B5EF4-FFF2-40B4-BE49-F238E27FC236}">
                  <a16:creationId xmlns:a16="http://schemas.microsoft.com/office/drawing/2014/main" id="{EFE735BE-09FC-4BBB-A723-42619D466410}"/>
                </a:ext>
              </a:extLst>
            </p:cNvPr>
            <p:cNvSpPr/>
            <p:nvPr/>
          </p:nvSpPr>
          <p:spPr>
            <a:xfrm>
              <a:off x="6330853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8226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l145">
              <a:extLst>
                <a:ext uri="{FF2B5EF4-FFF2-40B4-BE49-F238E27FC236}">
                  <a16:creationId xmlns:a16="http://schemas.microsoft.com/office/drawing/2014/main" id="{CE0605B3-5AED-4B6A-A87F-E72DD400BE44}"/>
                </a:ext>
              </a:extLst>
            </p:cNvPr>
            <p:cNvSpPr/>
            <p:nvPr/>
          </p:nvSpPr>
          <p:spPr>
            <a:xfrm>
              <a:off x="6435215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81303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l146">
              <a:extLst>
                <a:ext uri="{FF2B5EF4-FFF2-40B4-BE49-F238E27FC236}">
                  <a16:creationId xmlns:a16="http://schemas.microsoft.com/office/drawing/2014/main" id="{6D528C3B-B47C-4F03-8B98-15A16E0556ED}"/>
                </a:ext>
              </a:extLst>
            </p:cNvPr>
            <p:cNvSpPr/>
            <p:nvPr/>
          </p:nvSpPr>
          <p:spPr>
            <a:xfrm>
              <a:off x="6539578" y="371477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81303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pl147">
              <a:extLst>
                <a:ext uri="{FF2B5EF4-FFF2-40B4-BE49-F238E27FC236}">
                  <a16:creationId xmlns:a16="http://schemas.microsoft.com/office/drawing/2014/main" id="{497B506A-1CF2-42B6-8BC8-ABC6D3C9B288}"/>
                </a:ext>
              </a:extLst>
            </p:cNvPr>
            <p:cNvSpPr/>
            <p:nvPr/>
          </p:nvSpPr>
          <p:spPr>
            <a:xfrm>
              <a:off x="6643941" y="3714779"/>
              <a:ext cx="298179" cy="0"/>
            </a:xfrm>
            <a:custGeom>
              <a:avLst/>
              <a:gdLst/>
              <a:ahLst/>
              <a:cxnLst/>
              <a:rect l="0" t="0" r="0" b="0"/>
              <a:pathLst>
                <a:path w="298179">
                  <a:moveTo>
                    <a:pt x="0" y="0"/>
                  </a:moveTo>
                  <a:lnTo>
                    <a:pt x="298179" y="0"/>
                  </a:lnTo>
                </a:path>
              </a:pathLst>
            </a:custGeom>
            <a:ln w="81303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pt148">
              <a:extLst>
                <a:ext uri="{FF2B5EF4-FFF2-40B4-BE49-F238E27FC236}">
                  <a16:creationId xmlns:a16="http://schemas.microsoft.com/office/drawing/2014/main" id="{FB5EE7D4-EDFA-4B9D-A561-B4A7A029A099}"/>
                </a:ext>
              </a:extLst>
            </p:cNvPr>
            <p:cNvSpPr/>
            <p:nvPr/>
          </p:nvSpPr>
          <p:spPr>
            <a:xfrm>
              <a:off x="3315907" y="4438764"/>
              <a:ext cx="36484" cy="3648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28" name="pt149">
              <a:extLst>
                <a:ext uri="{FF2B5EF4-FFF2-40B4-BE49-F238E27FC236}">
                  <a16:creationId xmlns:a16="http://schemas.microsoft.com/office/drawing/2014/main" id="{6FC13613-AAAE-4456-890F-67F49CE5369D}"/>
                </a:ext>
              </a:extLst>
            </p:cNvPr>
            <p:cNvSpPr/>
            <p:nvPr/>
          </p:nvSpPr>
          <p:spPr>
            <a:xfrm>
              <a:off x="3475409" y="4449177"/>
              <a:ext cx="15660" cy="1566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29" name="pt150">
              <a:extLst>
                <a:ext uri="{FF2B5EF4-FFF2-40B4-BE49-F238E27FC236}">
                  <a16:creationId xmlns:a16="http://schemas.microsoft.com/office/drawing/2014/main" id="{DE0EBEB7-717A-4CB1-A2A7-6DB1C17D196D}"/>
                </a:ext>
              </a:extLst>
            </p:cNvPr>
            <p:cNvSpPr/>
            <p:nvPr/>
          </p:nvSpPr>
          <p:spPr>
            <a:xfrm>
              <a:off x="4157072" y="4445027"/>
              <a:ext cx="23959" cy="239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0" name="pt151">
              <a:extLst>
                <a:ext uri="{FF2B5EF4-FFF2-40B4-BE49-F238E27FC236}">
                  <a16:creationId xmlns:a16="http://schemas.microsoft.com/office/drawing/2014/main" id="{843B0444-E3AB-488F-B7E9-6B82ECEC7361}"/>
                </a:ext>
              </a:extLst>
            </p:cNvPr>
            <p:cNvSpPr/>
            <p:nvPr/>
          </p:nvSpPr>
          <p:spPr>
            <a:xfrm>
              <a:off x="4339506" y="4448553"/>
              <a:ext cx="16907" cy="1690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1" name="pt152">
              <a:extLst>
                <a:ext uri="{FF2B5EF4-FFF2-40B4-BE49-F238E27FC236}">
                  <a16:creationId xmlns:a16="http://schemas.microsoft.com/office/drawing/2014/main" id="{29EEDADF-BCA6-4EC5-8C91-FB01D3707D80}"/>
                </a:ext>
              </a:extLst>
            </p:cNvPr>
            <p:cNvSpPr/>
            <p:nvPr/>
          </p:nvSpPr>
          <p:spPr>
            <a:xfrm>
              <a:off x="4388385" y="4363251"/>
              <a:ext cx="187511" cy="18751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2" name="pt153">
              <a:extLst>
                <a:ext uri="{FF2B5EF4-FFF2-40B4-BE49-F238E27FC236}">
                  <a16:creationId xmlns:a16="http://schemas.microsoft.com/office/drawing/2014/main" id="{2FB32793-4EAB-41A9-8B73-4974E2A42F6B}"/>
                </a:ext>
              </a:extLst>
            </p:cNvPr>
            <p:cNvSpPr/>
            <p:nvPr/>
          </p:nvSpPr>
          <p:spPr>
            <a:xfrm>
              <a:off x="4542067" y="4427480"/>
              <a:ext cx="59054" cy="5905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3" name="pt154">
              <a:extLst>
                <a:ext uri="{FF2B5EF4-FFF2-40B4-BE49-F238E27FC236}">
                  <a16:creationId xmlns:a16="http://schemas.microsoft.com/office/drawing/2014/main" id="{45059060-9F03-4EB3-94B8-33958A92772D}"/>
                </a:ext>
              </a:extLst>
            </p:cNvPr>
            <p:cNvSpPr/>
            <p:nvPr/>
          </p:nvSpPr>
          <p:spPr>
            <a:xfrm>
              <a:off x="4953712" y="4436582"/>
              <a:ext cx="40849" cy="4084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4" name="pt155">
              <a:extLst>
                <a:ext uri="{FF2B5EF4-FFF2-40B4-BE49-F238E27FC236}">
                  <a16:creationId xmlns:a16="http://schemas.microsoft.com/office/drawing/2014/main" id="{709E9D56-E0A9-4506-B81E-6C982E1D6553}"/>
                </a:ext>
              </a:extLst>
            </p:cNvPr>
            <p:cNvSpPr/>
            <p:nvPr/>
          </p:nvSpPr>
          <p:spPr>
            <a:xfrm>
              <a:off x="5752752" y="4400720"/>
              <a:ext cx="112573" cy="11257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5" name="pt156">
              <a:extLst>
                <a:ext uri="{FF2B5EF4-FFF2-40B4-BE49-F238E27FC236}">
                  <a16:creationId xmlns:a16="http://schemas.microsoft.com/office/drawing/2014/main" id="{31A9EF3F-AEBB-4DCE-81F9-4248497F6283}"/>
                </a:ext>
              </a:extLst>
            </p:cNvPr>
            <p:cNvSpPr/>
            <p:nvPr/>
          </p:nvSpPr>
          <p:spPr>
            <a:xfrm>
              <a:off x="5888743" y="4432349"/>
              <a:ext cx="49316" cy="49316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6" name="pt157">
              <a:extLst>
                <a:ext uri="{FF2B5EF4-FFF2-40B4-BE49-F238E27FC236}">
                  <a16:creationId xmlns:a16="http://schemas.microsoft.com/office/drawing/2014/main" id="{C7201D08-48D7-4968-BB79-CDB583E78D06}"/>
                </a:ext>
              </a:extLst>
            </p:cNvPr>
            <p:cNvSpPr/>
            <p:nvPr/>
          </p:nvSpPr>
          <p:spPr>
            <a:xfrm>
              <a:off x="6105119" y="4439999"/>
              <a:ext cx="34015" cy="3401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7" name="pt158">
              <a:extLst>
                <a:ext uri="{FF2B5EF4-FFF2-40B4-BE49-F238E27FC236}">
                  <a16:creationId xmlns:a16="http://schemas.microsoft.com/office/drawing/2014/main" id="{A432A2FB-4B27-41AC-822F-C096D7AA5147}"/>
                </a:ext>
              </a:extLst>
            </p:cNvPr>
            <p:cNvSpPr/>
            <p:nvPr/>
          </p:nvSpPr>
          <p:spPr>
            <a:xfrm>
              <a:off x="6196071" y="4426588"/>
              <a:ext cx="60837" cy="6083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8" name="pt159">
              <a:extLst>
                <a:ext uri="{FF2B5EF4-FFF2-40B4-BE49-F238E27FC236}">
                  <a16:creationId xmlns:a16="http://schemas.microsoft.com/office/drawing/2014/main" id="{734090C8-DCA5-4035-BF7F-D9B2E250CFB2}"/>
                </a:ext>
              </a:extLst>
            </p:cNvPr>
            <p:cNvSpPr/>
            <p:nvPr/>
          </p:nvSpPr>
          <p:spPr>
            <a:xfrm>
              <a:off x="6514703" y="4432131"/>
              <a:ext cx="49750" cy="4975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9" name="pt160">
              <a:extLst>
                <a:ext uri="{FF2B5EF4-FFF2-40B4-BE49-F238E27FC236}">
                  <a16:creationId xmlns:a16="http://schemas.microsoft.com/office/drawing/2014/main" id="{41AF68DA-B253-49F9-8CF7-4776BB55ABE1}"/>
                </a:ext>
              </a:extLst>
            </p:cNvPr>
            <p:cNvSpPr/>
            <p:nvPr/>
          </p:nvSpPr>
          <p:spPr>
            <a:xfrm>
              <a:off x="7022008" y="4432531"/>
              <a:ext cx="48950" cy="4895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0" name="pt161">
              <a:extLst>
                <a:ext uri="{FF2B5EF4-FFF2-40B4-BE49-F238E27FC236}">
                  <a16:creationId xmlns:a16="http://schemas.microsoft.com/office/drawing/2014/main" id="{70987FEF-A29E-4550-B21A-D651FCB6EF0C}"/>
                </a:ext>
              </a:extLst>
            </p:cNvPr>
            <p:cNvSpPr/>
            <p:nvPr/>
          </p:nvSpPr>
          <p:spPr>
            <a:xfrm>
              <a:off x="7457521" y="4435685"/>
              <a:ext cx="42644" cy="4264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1" name="pt162">
              <a:extLst>
                <a:ext uri="{FF2B5EF4-FFF2-40B4-BE49-F238E27FC236}">
                  <a16:creationId xmlns:a16="http://schemas.microsoft.com/office/drawing/2014/main" id="{BA2F6B22-2EB0-4ED7-9146-F0AE980987B6}"/>
                </a:ext>
              </a:extLst>
            </p:cNvPr>
            <p:cNvSpPr/>
            <p:nvPr/>
          </p:nvSpPr>
          <p:spPr>
            <a:xfrm>
              <a:off x="7764110" y="4444094"/>
              <a:ext cx="25826" cy="25826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2" name="pt163">
              <a:extLst>
                <a:ext uri="{FF2B5EF4-FFF2-40B4-BE49-F238E27FC236}">
                  <a16:creationId xmlns:a16="http://schemas.microsoft.com/office/drawing/2014/main" id="{5C85E32D-9BC9-4D9F-81EB-09D96F3F54E2}"/>
                </a:ext>
              </a:extLst>
            </p:cNvPr>
            <p:cNvSpPr/>
            <p:nvPr/>
          </p:nvSpPr>
          <p:spPr>
            <a:xfrm>
              <a:off x="7967293" y="4438552"/>
              <a:ext cx="36910" cy="3691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3" name="pt164">
              <a:extLst>
                <a:ext uri="{FF2B5EF4-FFF2-40B4-BE49-F238E27FC236}">
                  <a16:creationId xmlns:a16="http://schemas.microsoft.com/office/drawing/2014/main" id="{89366E60-BF68-42FA-B293-23E9C9013B44}"/>
                </a:ext>
              </a:extLst>
            </p:cNvPr>
            <p:cNvSpPr/>
            <p:nvPr/>
          </p:nvSpPr>
          <p:spPr>
            <a:xfrm>
              <a:off x="8582604" y="4427686"/>
              <a:ext cx="58642" cy="5864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4" name="pt165">
              <a:extLst>
                <a:ext uri="{FF2B5EF4-FFF2-40B4-BE49-F238E27FC236}">
                  <a16:creationId xmlns:a16="http://schemas.microsoft.com/office/drawing/2014/main" id="{67EC2778-A0C0-4FE7-A3D5-781B9F099E0D}"/>
                </a:ext>
              </a:extLst>
            </p:cNvPr>
            <p:cNvSpPr/>
            <p:nvPr/>
          </p:nvSpPr>
          <p:spPr>
            <a:xfrm>
              <a:off x="9547964" y="4438872"/>
              <a:ext cx="36269" cy="3626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5" name="pt166">
              <a:extLst>
                <a:ext uri="{FF2B5EF4-FFF2-40B4-BE49-F238E27FC236}">
                  <a16:creationId xmlns:a16="http://schemas.microsoft.com/office/drawing/2014/main" id="{760CDED5-0209-44D8-960D-77C60E095087}"/>
                </a:ext>
              </a:extLst>
            </p:cNvPr>
            <p:cNvSpPr/>
            <p:nvPr/>
          </p:nvSpPr>
          <p:spPr>
            <a:xfrm>
              <a:off x="9848154" y="4425973"/>
              <a:ext cx="62067" cy="6206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6" name="pt167">
              <a:extLst>
                <a:ext uri="{FF2B5EF4-FFF2-40B4-BE49-F238E27FC236}">
                  <a16:creationId xmlns:a16="http://schemas.microsoft.com/office/drawing/2014/main" id="{FD51E7FA-189B-48DC-A1DD-D6A8B1C49AB6}"/>
                </a:ext>
              </a:extLst>
            </p:cNvPr>
            <p:cNvSpPr/>
            <p:nvPr/>
          </p:nvSpPr>
          <p:spPr>
            <a:xfrm>
              <a:off x="10161470" y="4441109"/>
              <a:ext cx="31795" cy="3179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7" name="pg168">
              <a:extLst>
                <a:ext uri="{FF2B5EF4-FFF2-40B4-BE49-F238E27FC236}">
                  <a16:creationId xmlns:a16="http://schemas.microsoft.com/office/drawing/2014/main" id="{A1C89E4B-0AAA-47DD-960F-27C12BA5656E}"/>
                </a:ext>
              </a:extLst>
            </p:cNvPr>
            <p:cNvSpPr/>
            <p:nvPr/>
          </p:nvSpPr>
          <p:spPr>
            <a:xfrm>
              <a:off x="3276975" y="3648760"/>
              <a:ext cx="114348" cy="99029"/>
            </a:xfrm>
            <a:custGeom>
              <a:avLst/>
              <a:gdLst/>
              <a:ahLst/>
              <a:cxnLst/>
              <a:rect l="0" t="0" r="0" b="0"/>
              <a:pathLst>
                <a:path w="114348" h="99029">
                  <a:moveTo>
                    <a:pt x="57174" y="0"/>
                  </a:moveTo>
                  <a:lnTo>
                    <a:pt x="114348" y="99029"/>
                  </a:lnTo>
                  <a:lnTo>
                    <a:pt x="0" y="9902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8" name="pg169">
              <a:extLst>
                <a:ext uri="{FF2B5EF4-FFF2-40B4-BE49-F238E27FC236}">
                  <a16:creationId xmlns:a16="http://schemas.microsoft.com/office/drawing/2014/main" id="{AE093CCE-0D47-4649-9E88-162E09531D54}"/>
                </a:ext>
              </a:extLst>
            </p:cNvPr>
            <p:cNvSpPr/>
            <p:nvPr/>
          </p:nvSpPr>
          <p:spPr>
            <a:xfrm>
              <a:off x="3407149" y="3626917"/>
              <a:ext cx="152180" cy="131792"/>
            </a:xfrm>
            <a:custGeom>
              <a:avLst/>
              <a:gdLst/>
              <a:ahLst/>
              <a:cxnLst/>
              <a:rect l="0" t="0" r="0" b="0"/>
              <a:pathLst>
                <a:path w="152180" h="131792">
                  <a:moveTo>
                    <a:pt x="76090" y="0"/>
                  </a:moveTo>
                  <a:lnTo>
                    <a:pt x="152180" y="131792"/>
                  </a:lnTo>
                  <a:lnTo>
                    <a:pt x="0" y="13179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9" name="pg170">
              <a:extLst>
                <a:ext uri="{FF2B5EF4-FFF2-40B4-BE49-F238E27FC236}">
                  <a16:creationId xmlns:a16="http://schemas.microsoft.com/office/drawing/2014/main" id="{9E7F3422-0F73-4B6B-97BC-9A95ED6A65FD}"/>
                </a:ext>
              </a:extLst>
            </p:cNvPr>
            <p:cNvSpPr/>
            <p:nvPr/>
          </p:nvSpPr>
          <p:spPr>
            <a:xfrm>
              <a:off x="3527335" y="3627973"/>
              <a:ext cx="150351" cy="130208"/>
            </a:xfrm>
            <a:custGeom>
              <a:avLst/>
              <a:gdLst/>
              <a:ahLst/>
              <a:cxnLst/>
              <a:rect l="0" t="0" r="0" b="0"/>
              <a:pathLst>
                <a:path w="150351" h="130208">
                  <a:moveTo>
                    <a:pt x="75175" y="0"/>
                  </a:moveTo>
                  <a:lnTo>
                    <a:pt x="150351" y="130208"/>
                  </a:lnTo>
                  <a:lnTo>
                    <a:pt x="0" y="1302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50" name="pg171">
              <a:extLst>
                <a:ext uri="{FF2B5EF4-FFF2-40B4-BE49-F238E27FC236}">
                  <a16:creationId xmlns:a16="http://schemas.microsoft.com/office/drawing/2014/main" id="{2192E054-4253-41F6-8CF4-DF3A1DEA63F2}"/>
                </a:ext>
              </a:extLst>
            </p:cNvPr>
            <p:cNvSpPr/>
            <p:nvPr/>
          </p:nvSpPr>
          <p:spPr>
            <a:xfrm>
              <a:off x="3649322" y="3613893"/>
              <a:ext cx="174739" cy="151328"/>
            </a:xfrm>
            <a:custGeom>
              <a:avLst/>
              <a:gdLst/>
              <a:ahLst/>
              <a:cxnLst/>
              <a:rect l="0" t="0" r="0" b="0"/>
              <a:pathLst>
                <a:path w="174739" h="151328">
                  <a:moveTo>
                    <a:pt x="87369" y="0"/>
                  </a:moveTo>
                  <a:lnTo>
                    <a:pt x="174739" y="151328"/>
                  </a:lnTo>
                  <a:lnTo>
                    <a:pt x="0" y="1513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51" name="pg172">
              <a:extLst>
                <a:ext uri="{FF2B5EF4-FFF2-40B4-BE49-F238E27FC236}">
                  <a16:creationId xmlns:a16="http://schemas.microsoft.com/office/drawing/2014/main" id="{5B04D068-BD88-4D5E-8FC6-10B30376B281}"/>
                </a:ext>
              </a:extLst>
            </p:cNvPr>
            <p:cNvSpPr/>
            <p:nvPr/>
          </p:nvSpPr>
          <p:spPr>
            <a:xfrm>
              <a:off x="3904927" y="3581948"/>
              <a:ext cx="230069" cy="199246"/>
            </a:xfrm>
            <a:custGeom>
              <a:avLst/>
              <a:gdLst/>
              <a:ahLst/>
              <a:cxnLst/>
              <a:rect l="0" t="0" r="0" b="0"/>
              <a:pathLst>
                <a:path w="230069" h="199246">
                  <a:moveTo>
                    <a:pt x="115034" y="0"/>
                  </a:moveTo>
                  <a:lnTo>
                    <a:pt x="230069" y="199246"/>
                  </a:lnTo>
                  <a:lnTo>
                    <a:pt x="0" y="19924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52" name="pg173">
              <a:extLst>
                <a:ext uri="{FF2B5EF4-FFF2-40B4-BE49-F238E27FC236}">
                  <a16:creationId xmlns:a16="http://schemas.microsoft.com/office/drawing/2014/main" id="{BDF1A4AC-DCA1-4899-862C-8A22EA61E785}"/>
                </a:ext>
              </a:extLst>
            </p:cNvPr>
            <p:cNvSpPr/>
            <p:nvPr/>
          </p:nvSpPr>
          <p:spPr>
            <a:xfrm>
              <a:off x="4137617" y="3678481"/>
              <a:ext cx="62869" cy="54446"/>
            </a:xfrm>
            <a:custGeom>
              <a:avLst/>
              <a:gdLst/>
              <a:ahLst/>
              <a:cxnLst/>
              <a:rect l="0" t="0" r="0" b="0"/>
              <a:pathLst>
                <a:path w="62869" h="54446">
                  <a:moveTo>
                    <a:pt x="31434" y="0"/>
                  </a:moveTo>
                  <a:lnTo>
                    <a:pt x="62869" y="54446"/>
                  </a:lnTo>
                  <a:lnTo>
                    <a:pt x="0" y="5444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53" name="pg174">
              <a:extLst>
                <a:ext uri="{FF2B5EF4-FFF2-40B4-BE49-F238E27FC236}">
                  <a16:creationId xmlns:a16="http://schemas.microsoft.com/office/drawing/2014/main" id="{7332C8BF-91AF-469B-BAFD-5EF751B3580E}"/>
                </a:ext>
              </a:extLst>
            </p:cNvPr>
            <p:cNvSpPr/>
            <p:nvPr/>
          </p:nvSpPr>
          <p:spPr>
            <a:xfrm>
              <a:off x="4172553" y="3632745"/>
              <a:ext cx="142086" cy="123050"/>
            </a:xfrm>
            <a:custGeom>
              <a:avLst/>
              <a:gdLst/>
              <a:ahLst/>
              <a:cxnLst/>
              <a:rect l="0" t="0" r="0" b="0"/>
              <a:pathLst>
                <a:path w="142086" h="123050">
                  <a:moveTo>
                    <a:pt x="71043" y="0"/>
                  </a:moveTo>
                  <a:lnTo>
                    <a:pt x="142086" y="123050"/>
                  </a:lnTo>
                  <a:lnTo>
                    <a:pt x="0" y="1230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54" name="pg175">
              <a:extLst>
                <a:ext uri="{FF2B5EF4-FFF2-40B4-BE49-F238E27FC236}">
                  <a16:creationId xmlns:a16="http://schemas.microsoft.com/office/drawing/2014/main" id="{C32EAC5C-7416-4657-80F1-F68D86F8571C}"/>
                </a:ext>
              </a:extLst>
            </p:cNvPr>
            <p:cNvSpPr/>
            <p:nvPr/>
          </p:nvSpPr>
          <p:spPr>
            <a:xfrm>
              <a:off x="4312537" y="3673876"/>
              <a:ext cx="70845" cy="61353"/>
            </a:xfrm>
            <a:custGeom>
              <a:avLst/>
              <a:gdLst/>
              <a:ahLst/>
              <a:cxnLst/>
              <a:rect l="0" t="0" r="0" b="0"/>
              <a:pathLst>
                <a:path w="70845" h="61353">
                  <a:moveTo>
                    <a:pt x="35422" y="0"/>
                  </a:moveTo>
                  <a:lnTo>
                    <a:pt x="70845" y="61353"/>
                  </a:lnTo>
                  <a:lnTo>
                    <a:pt x="0" y="613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55" name="pg176">
              <a:extLst>
                <a:ext uri="{FF2B5EF4-FFF2-40B4-BE49-F238E27FC236}">
                  <a16:creationId xmlns:a16="http://schemas.microsoft.com/office/drawing/2014/main" id="{9EF3CF46-0519-4462-8FE1-22429A71FB3F}"/>
                </a:ext>
              </a:extLst>
            </p:cNvPr>
            <p:cNvSpPr/>
            <p:nvPr/>
          </p:nvSpPr>
          <p:spPr>
            <a:xfrm>
              <a:off x="4346734" y="3696149"/>
              <a:ext cx="32268" cy="27945"/>
            </a:xfrm>
            <a:custGeom>
              <a:avLst/>
              <a:gdLst/>
              <a:ahLst/>
              <a:cxnLst/>
              <a:rect l="0" t="0" r="0" b="0"/>
              <a:pathLst>
                <a:path w="32268" h="27945">
                  <a:moveTo>
                    <a:pt x="16134" y="0"/>
                  </a:moveTo>
                  <a:lnTo>
                    <a:pt x="32268" y="27945"/>
                  </a:lnTo>
                  <a:lnTo>
                    <a:pt x="0" y="2794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56" name="pg177">
              <a:extLst>
                <a:ext uri="{FF2B5EF4-FFF2-40B4-BE49-F238E27FC236}">
                  <a16:creationId xmlns:a16="http://schemas.microsoft.com/office/drawing/2014/main" id="{6520E466-1055-4ABB-846B-8CB14EE99135}"/>
                </a:ext>
              </a:extLst>
            </p:cNvPr>
            <p:cNvSpPr/>
            <p:nvPr/>
          </p:nvSpPr>
          <p:spPr>
            <a:xfrm>
              <a:off x="4430105" y="3654694"/>
              <a:ext cx="104069" cy="90127"/>
            </a:xfrm>
            <a:custGeom>
              <a:avLst/>
              <a:gdLst/>
              <a:ahLst/>
              <a:cxnLst/>
              <a:rect l="0" t="0" r="0" b="0"/>
              <a:pathLst>
                <a:path w="104069" h="90127">
                  <a:moveTo>
                    <a:pt x="52034" y="0"/>
                  </a:moveTo>
                  <a:lnTo>
                    <a:pt x="104069" y="90127"/>
                  </a:lnTo>
                  <a:lnTo>
                    <a:pt x="0" y="9012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57" name="pg178">
              <a:extLst>
                <a:ext uri="{FF2B5EF4-FFF2-40B4-BE49-F238E27FC236}">
                  <a16:creationId xmlns:a16="http://schemas.microsoft.com/office/drawing/2014/main" id="{1FCEC139-A9D4-4441-B9E9-2AD31E9FA24B}"/>
                </a:ext>
              </a:extLst>
            </p:cNvPr>
            <p:cNvSpPr/>
            <p:nvPr/>
          </p:nvSpPr>
          <p:spPr>
            <a:xfrm>
              <a:off x="4657654" y="3693645"/>
              <a:ext cx="36605" cy="31701"/>
            </a:xfrm>
            <a:custGeom>
              <a:avLst/>
              <a:gdLst/>
              <a:ahLst/>
              <a:cxnLst/>
              <a:rect l="0" t="0" r="0" b="0"/>
              <a:pathLst>
                <a:path w="36605" h="31701">
                  <a:moveTo>
                    <a:pt x="18302" y="0"/>
                  </a:moveTo>
                  <a:lnTo>
                    <a:pt x="36605" y="31701"/>
                  </a:lnTo>
                  <a:lnTo>
                    <a:pt x="0" y="3170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58" name="pg179">
              <a:extLst>
                <a:ext uri="{FF2B5EF4-FFF2-40B4-BE49-F238E27FC236}">
                  <a16:creationId xmlns:a16="http://schemas.microsoft.com/office/drawing/2014/main" id="{7ADDF34A-52D8-4E34-9F02-2FCF0D99B4E3}"/>
                </a:ext>
              </a:extLst>
            </p:cNvPr>
            <p:cNvSpPr/>
            <p:nvPr/>
          </p:nvSpPr>
          <p:spPr>
            <a:xfrm>
              <a:off x="4919760" y="3497052"/>
              <a:ext cx="377113" cy="326589"/>
            </a:xfrm>
            <a:custGeom>
              <a:avLst/>
              <a:gdLst/>
              <a:ahLst/>
              <a:cxnLst/>
              <a:rect l="0" t="0" r="0" b="0"/>
              <a:pathLst>
                <a:path w="377113" h="326589">
                  <a:moveTo>
                    <a:pt x="188556" y="0"/>
                  </a:moveTo>
                  <a:lnTo>
                    <a:pt x="377113" y="326589"/>
                  </a:lnTo>
                  <a:lnTo>
                    <a:pt x="0" y="3265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59" name="pg180">
              <a:extLst>
                <a:ext uri="{FF2B5EF4-FFF2-40B4-BE49-F238E27FC236}">
                  <a16:creationId xmlns:a16="http://schemas.microsoft.com/office/drawing/2014/main" id="{8FD44DAE-8060-455F-96B6-35350F1BFE6F}"/>
                </a:ext>
              </a:extLst>
            </p:cNvPr>
            <p:cNvSpPr/>
            <p:nvPr/>
          </p:nvSpPr>
          <p:spPr>
            <a:xfrm>
              <a:off x="5160188" y="3568090"/>
              <a:ext cx="254072" cy="220033"/>
            </a:xfrm>
            <a:custGeom>
              <a:avLst/>
              <a:gdLst/>
              <a:ahLst/>
              <a:cxnLst/>
              <a:rect l="0" t="0" r="0" b="0"/>
              <a:pathLst>
                <a:path w="254072" h="220033">
                  <a:moveTo>
                    <a:pt x="127036" y="0"/>
                  </a:moveTo>
                  <a:lnTo>
                    <a:pt x="254072" y="220033"/>
                  </a:lnTo>
                  <a:lnTo>
                    <a:pt x="0" y="22003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60" name="pg181">
              <a:extLst>
                <a:ext uri="{FF2B5EF4-FFF2-40B4-BE49-F238E27FC236}">
                  <a16:creationId xmlns:a16="http://schemas.microsoft.com/office/drawing/2014/main" id="{A81580C0-7F3F-4CAA-9CFD-3D8FEE903817}"/>
                </a:ext>
              </a:extLst>
            </p:cNvPr>
            <p:cNvSpPr/>
            <p:nvPr/>
          </p:nvSpPr>
          <p:spPr>
            <a:xfrm>
              <a:off x="5373068" y="3693394"/>
              <a:ext cx="37039" cy="32077"/>
            </a:xfrm>
            <a:custGeom>
              <a:avLst/>
              <a:gdLst/>
              <a:ahLst/>
              <a:cxnLst/>
              <a:rect l="0" t="0" r="0" b="0"/>
              <a:pathLst>
                <a:path w="37039" h="32077">
                  <a:moveTo>
                    <a:pt x="18519" y="0"/>
                  </a:moveTo>
                  <a:lnTo>
                    <a:pt x="37039" y="32077"/>
                  </a:lnTo>
                  <a:lnTo>
                    <a:pt x="0" y="320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61" name="pg182">
              <a:extLst>
                <a:ext uri="{FF2B5EF4-FFF2-40B4-BE49-F238E27FC236}">
                  <a16:creationId xmlns:a16="http://schemas.microsoft.com/office/drawing/2014/main" id="{0F18402A-9942-43DD-B307-B7F6CF61BD97}"/>
                </a:ext>
              </a:extLst>
            </p:cNvPr>
            <p:cNvSpPr/>
            <p:nvPr/>
          </p:nvSpPr>
          <p:spPr>
            <a:xfrm>
              <a:off x="5530277" y="3633909"/>
              <a:ext cx="140071" cy="121305"/>
            </a:xfrm>
            <a:custGeom>
              <a:avLst/>
              <a:gdLst/>
              <a:ahLst/>
              <a:cxnLst/>
              <a:rect l="0" t="0" r="0" b="0"/>
              <a:pathLst>
                <a:path w="140071" h="121305">
                  <a:moveTo>
                    <a:pt x="70035" y="0"/>
                  </a:moveTo>
                  <a:lnTo>
                    <a:pt x="140071" y="121305"/>
                  </a:lnTo>
                  <a:lnTo>
                    <a:pt x="0" y="12130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62" name="pg183">
              <a:extLst>
                <a:ext uri="{FF2B5EF4-FFF2-40B4-BE49-F238E27FC236}">
                  <a16:creationId xmlns:a16="http://schemas.microsoft.com/office/drawing/2014/main" id="{4792BD2F-0D46-4377-AF44-38E372B0B463}"/>
                </a:ext>
              </a:extLst>
            </p:cNvPr>
            <p:cNvSpPr/>
            <p:nvPr/>
          </p:nvSpPr>
          <p:spPr>
            <a:xfrm>
              <a:off x="5612279" y="3608089"/>
              <a:ext cx="184792" cy="160035"/>
            </a:xfrm>
            <a:custGeom>
              <a:avLst/>
              <a:gdLst/>
              <a:ahLst/>
              <a:cxnLst/>
              <a:rect l="0" t="0" r="0" b="0"/>
              <a:pathLst>
                <a:path w="184792" h="160035">
                  <a:moveTo>
                    <a:pt x="92396" y="0"/>
                  </a:moveTo>
                  <a:lnTo>
                    <a:pt x="184792" y="160035"/>
                  </a:lnTo>
                  <a:lnTo>
                    <a:pt x="0" y="16003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63" name="pg184">
              <a:extLst>
                <a:ext uri="{FF2B5EF4-FFF2-40B4-BE49-F238E27FC236}">
                  <a16:creationId xmlns:a16="http://schemas.microsoft.com/office/drawing/2014/main" id="{355F46CC-91C5-4745-899A-F5345062E438}"/>
                </a:ext>
              </a:extLst>
            </p:cNvPr>
            <p:cNvSpPr/>
            <p:nvPr/>
          </p:nvSpPr>
          <p:spPr>
            <a:xfrm>
              <a:off x="5759436" y="3657503"/>
              <a:ext cx="99205" cy="85914"/>
            </a:xfrm>
            <a:custGeom>
              <a:avLst/>
              <a:gdLst/>
              <a:ahLst/>
              <a:cxnLst/>
              <a:rect l="0" t="0" r="0" b="0"/>
              <a:pathLst>
                <a:path w="99205" h="85914">
                  <a:moveTo>
                    <a:pt x="49602" y="0"/>
                  </a:moveTo>
                  <a:lnTo>
                    <a:pt x="99205" y="85914"/>
                  </a:lnTo>
                  <a:lnTo>
                    <a:pt x="0" y="8591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64" name="pg185">
              <a:extLst>
                <a:ext uri="{FF2B5EF4-FFF2-40B4-BE49-F238E27FC236}">
                  <a16:creationId xmlns:a16="http://schemas.microsoft.com/office/drawing/2014/main" id="{6631E758-2681-45C9-BF19-DD5234303DF6}"/>
                </a:ext>
              </a:extLst>
            </p:cNvPr>
            <p:cNvSpPr/>
            <p:nvPr/>
          </p:nvSpPr>
          <p:spPr>
            <a:xfrm>
              <a:off x="6083525" y="3670205"/>
              <a:ext cx="77204" cy="66861"/>
            </a:xfrm>
            <a:custGeom>
              <a:avLst/>
              <a:gdLst/>
              <a:ahLst/>
              <a:cxnLst/>
              <a:rect l="0" t="0" r="0" b="0"/>
              <a:pathLst>
                <a:path w="77204" h="66861">
                  <a:moveTo>
                    <a:pt x="38602" y="0"/>
                  </a:moveTo>
                  <a:lnTo>
                    <a:pt x="77204" y="66861"/>
                  </a:lnTo>
                  <a:lnTo>
                    <a:pt x="0" y="6686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65" name="pg186">
              <a:extLst>
                <a:ext uri="{FF2B5EF4-FFF2-40B4-BE49-F238E27FC236}">
                  <a16:creationId xmlns:a16="http://schemas.microsoft.com/office/drawing/2014/main" id="{7AC64B5B-4852-43DB-BF63-992035B4C7D2}"/>
                </a:ext>
              </a:extLst>
            </p:cNvPr>
            <p:cNvSpPr/>
            <p:nvPr/>
          </p:nvSpPr>
          <p:spPr>
            <a:xfrm>
              <a:off x="6869904" y="3631391"/>
              <a:ext cx="144432" cy="125081"/>
            </a:xfrm>
            <a:custGeom>
              <a:avLst/>
              <a:gdLst/>
              <a:ahLst/>
              <a:cxnLst/>
              <a:rect l="0" t="0" r="0" b="0"/>
              <a:pathLst>
                <a:path w="144432" h="125081">
                  <a:moveTo>
                    <a:pt x="72216" y="0"/>
                  </a:moveTo>
                  <a:lnTo>
                    <a:pt x="144432" y="125081"/>
                  </a:lnTo>
                  <a:lnTo>
                    <a:pt x="0" y="12508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66" name="pt187">
              <a:extLst>
                <a:ext uri="{FF2B5EF4-FFF2-40B4-BE49-F238E27FC236}">
                  <a16:creationId xmlns:a16="http://schemas.microsoft.com/office/drawing/2014/main" id="{131627ED-18E2-400E-8C9B-519C63C27A30}"/>
                </a:ext>
              </a:extLst>
            </p:cNvPr>
            <p:cNvSpPr/>
            <p:nvPr/>
          </p:nvSpPr>
          <p:spPr>
            <a:xfrm>
              <a:off x="4126541" y="4414496"/>
              <a:ext cx="85021" cy="8502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67" name="pt188">
              <a:extLst>
                <a:ext uri="{FF2B5EF4-FFF2-40B4-BE49-F238E27FC236}">
                  <a16:creationId xmlns:a16="http://schemas.microsoft.com/office/drawing/2014/main" id="{BDB82268-6D7F-4A2B-BB24-A2BCF90CB15E}"/>
                </a:ext>
              </a:extLst>
            </p:cNvPr>
            <p:cNvSpPr/>
            <p:nvPr/>
          </p:nvSpPr>
          <p:spPr>
            <a:xfrm>
              <a:off x="4859204" y="4431528"/>
              <a:ext cx="50957" cy="5095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68" name="pt189">
              <a:extLst>
                <a:ext uri="{FF2B5EF4-FFF2-40B4-BE49-F238E27FC236}">
                  <a16:creationId xmlns:a16="http://schemas.microsoft.com/office/drawing/2014/main" id="{9E35B14E-B2E1-4AFC-9567-BC1391FCB8CD}"/>
                </a:ext>
              </a:extLst>
            </p:cNvPr>
            <p:cNvSpPr/>
            <p:nvPr/>
          </p:nvSpPr>
          <p:spPr>
            <a:xfrm>
              <a:off x="5141923" y="4416068"/>
              <a:ext cx="81876" cy="81876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69" name="pt190">
              <a:extLst>
                <a:ext uri="{FF2B5EF4-FFF2-40B4-BE49-F238E27FC236}">
                  <a16:creationId xmlns:a16="http://schemas.microsoft.com/office/drawing/2014/main" id="{D0415BE8-AFDE-4290-AECA-82558B5827BE}"/>
                </a:ext>
              </a:extLst>
            </p:cNvPr>
            <p:cNvSpPr/>
            <p:nvPr/>
          </p:nvSpPr>
          <p:spPr>
            <a:xfrm>
              <a:off x="5386952" y="4452371"/>
              <a:ext cx="9271" cy="927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0" name="pt191">
              <a:extLst>
                <a:ext uri="{FF2B5EF4-FFF2-40B4-BE49-F238E27FC236}">
                  <a16:creationId xmlns:a16="http://schemas.microsoft.com/office/drawing/2014/main" id="{17D36EA3-D89B-47DD-BEC2-B8939D1017DE}"/>
                </a:ext>
              </a:extLst>
            </p:cNvPr>
            <p:cNvSpPr/>
            <p:nvPr/>
          </p:nvSpPr>
          <p:spPr>
            <a:xfrm>
              <a:off x="7349813" y="4447249"/>
              <a:ext cx="19516" cy="19516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1" name="pt192">
              <a:extLst>
                <a:ext uri="{FF2B5EF4-FFF2-40B4-BE49-F238E27FC236}">
                  <a16:creationId xmlns:a16="http://schemas.microsoft.com/office/drawing/2014/main" id="{E16A1135-1B05-49F4-A872-E58B2B6F10B1}"/>
                </a:ext>
              </a:extLst>
            </p:cNvPr>
            <p:cNvSpPr/>
            <p:nvPr/>
          </p:nvSpPr>
          <p:spPr>
            <a:xfrm>
              <a:off x="7661751" y="4446097"/>
              <a:ext cx="21818" cy="21818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2" name="pg193">
              <a:extLst>
                <a:ext uri="{FF2B5EF4-FFF2-40B4-BE49-F238E27FC236}">
                  <a16:creationId xmlns:a16="http://schemas.microsoft.com/office/drawing/2014/main" id="{774B6E20-C6E7-4013-B523-E1822D5FA212}"/>
                </a:ext>
              </a:extLst>
            </p:cNvPr>
            <p:cNvSpPr/>
            <p:nvPr/>
          </p:nvSpPr>
          <p:spPr>
            <a:xfrm>
              <a:off x="3317751" y="3695844"/>
              <a:ext cx="32796" cy="28402"/>
            </a:xfrm>
            <a:custGeom>
              <a:avLst/>
              <a:gdLst/>
              <a:ahLst/>
              <a:cxnLst/>
              <a:rect l="0" t="0" r="0" b="0"/>
              <a:pathLst>
                <a:path w="32796" h="28402">
                  <a:moveTo>
                    <a:pt x="16398" y="0"/>
                  </a:moveTo>
                  <a:lnTo>
                    <a:pt x="32796" y="28402"/>
                  </a:lnTo>
                  <a:lnTo>
                    <a:pt x="0" y="2840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3" name="pg194">
              <a:extLst>
                <a:ext uri="{FF2B5EF4-FFF2-40B4-BE49-F238E27FC236}">
                  <a16:creationId xmlns:a16="http://schemas.microsoft.com/office/drawing/2014/main" id="{FF18D4B0-27B5-4190-8CFB-28D6EE5F1447}"/>
                </a:ext>
              </a:extLst>
            </p:cNvPr>
            <p:cNvSpPr/>
            <p:nvPr/>
          </p:nvSpPr>
          <p:spPr>
            <a:xfrm>
              <a:off x="3571822" y="3679342"/>
              <a:ext cx="61377" cy="53154"/>
            </a:xfrm>
            <a:custGeom>
              <a:avLst/>
              <a:gdLst/>
              <a:ahLst/>
              <a:cxnLst/>
              <a:rect l="0" t="0" r="0" b="0"/>
              <a:pathLst>
                <a:path w="61377" h="53154">
                  <a:moveTo>
                    <a:pt x="30688" y="0"/>
                  </a:moveTo>
                  <a:lnTo>
                    <a:pt x="61377" y="53154"/>
                  </a:lnTo>
                  <a:lnTo>
                    <a:pt x="0" y="531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4" name="pg195">
              <a:extLst>
                <a:ext uri="{FF2B5EF4-FFF2-40B4-BE49-F238E27FC236}">
                  <a16:creationId xmlns:a16="http://schemas.microsoft.com/office/drawing/2014/main" id="{1AC1FAD5-E150-4C68-9BEB-C6F31CD205A9}"/>
                </a:ext>
              </a:extLst>
            </p:cNvPr>
            <p:cNvSpPr/>
            <p:nvPr/>
          </p:nvSpPr>
          <p:spPr>
            <a:xfrm>
              <a:off x="3620693" y="3701343"/>
              <a:ext cx="23272" cy="20154"/>
            </a:xfrm>
            <a:custGeom>
              <a:avLst/>
              <a:gdLst/>
              <a:ahLst/>
              <a:cxnLst/>
              <a:rect l="0" t="0" r="0" b="0"/>
              <a:pathLst>
                <a:path w="23272" h="20154">
                  <a:moveTo>
                    <a:pt x="11636" y="0"/>
                  </a:moveTo>
                  <a:lnTo>
                    <a:pt x="23272" y="20154"/>
                  </a:lnTo>
                  <a:lnTo>
                    <a:pt x="0" y="201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5" name="pg196">
              <a:extLst>
                <a:ext uri="{FF2B5EF4-FFF2-40B4-BE49-F238E27FC236}">
                  <a16:creationId xmlns:a16="http://schemas.microsoft.com/office/drawing/2014/main" id="{232C8C56-1117-4245-92F1-3E2C58959D36}"/>
                </a:ext>
              </a:extLst>
            </p:cNvPr>
            <p:cNvSpPr/>
            <p:nvPr/>
          </p:nvSpPr>
          <p:spPr>
            <a:xfrm>
              <a:off x="3993803" y="3684573"/>
              <a:ext cx="52317" cy="45308"/>
            </a:xfrm>
            <a:custGeom>
              <a:avLst/>
              <a:gdLst/>
              <a:ahLst/>
              <a:cxnLst/>
              <a:rect l="0" t="0" r="0" b="0"/>
              <a:pathLst>
                <a:path w="52317" h="45308">
                  <a:moveTo>
                    <a:pt x="26158" y="0"/>
                  </a:moveTo>
                  <a:lnTo>
                    <a:pt x="52317" y="45308"/>
                  </a:lnTo>
                  <a:lnTo>
                    <a:pt x="0" y="453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6" name="pg197">
              <a:extLst>
                <a:ext uri="{FF2B5EF4-FFF2-40B4-BE49-F238E27FC236}">
                  <a16:creationId xmlns:a16="http://schemas.microsoft.com/office/drawing/2014/main" id="{2AE55271-E172-4BBF-B7FC-FFFD273EF159}"/>
                </a:ext>
              </a:extLst>
            </p:cNvPr>
            <p:cNvSpPr/>
            <p:nvPr/>
          </p:nvSpPr>
          <p:spPr>
            <a:xfrm>
              <a:off x="4147555" y="3689956"/>
              <a:ext cx="42994" cy="37234"/>
            </a:xfrm>
            <a:custGeom>
              <a:avLst/>
              <a:gdLst/>
              <a:ahLst/>
              <a:cxnLst/>
              <a:rect l="0" t="0" r="0" b="0"/>
              <a:pathLst>
                <a:path w="42994" h="37234">
                  <a:moveTo>
                    <a:pt x="21497" y="0"/>
                  </a:moveTo>
                  <a:lnTo>
                    <a:pt x="42994" y="37234"/>
                  </a:lnTo>
                  <a:lnTo>
                    <a:pt x="0" y="3723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7" name="pg198">
              <a:extLst>
                <a:ext uri="{FF2B5EF4-FFF2-40B4-BE49-F238E27FC236}">
                  <a16:creationId xmlns:a16="http://schemas.microsoft.com/office/drawing/2014/main" id="{04B3F4D4-9ADC-4ECE-A4F2-F0AADFB55695}"/>
                </a:ext>
              </a:extLst>
            </p:cNvPr>
            <p:cNvSpPr/>
            <p:nvPr/>
          </p:nvSpPr>
          <p:spPr>
            <a:xfrm>
              <a:off x="4652428" y="3687610"/>
              <a:ext cx="47057" cy="40753"/>
            </a:xfrm>
            <a:custGeom>
              <a:avLst/>
              <a:gdLst/>
              <a:ahLst/>
              <a:cxnLst/>
              <a:rect l="0" t="0" r="0" b="0"/>
              <a:pathLst>
                <a:path w="47057" h="40753">
                  <a:moveTo>
                    <a:pt x="23528" y="0"/>
                  </a:moveTo>
                  <a:lnTo>
                    <a:pt x="47057" y="40753"/>
                  </a:lnTo>
                  <a:lnTo>
                    <a:pt x="0" y="407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8" name="pg199">
              <a:extLst>
                <a:ext uri="{FF2B5EF4-FFF2-40B4-BE49-F238E27FC236}">
                  <a16:creationId xmlns:a16="http://schemas.microsoft.com/office/drawing/2014/main" id="{6B68DFE8-3010-4196-81FE-62D4B406AA24}"/>
                </a:ext>
              </a:extLst>
            </p:cNvPr>
            <p:cNvSpPr/>
            <p:nvPr/>
          </p:nvSpPr>
          <p:spPr>
            <a:xfrm>
              <a:off x="4761376" y="3692905"/>
              <a:ext cx="37886" cy="32810"/>
            </a:xfrm>
            <a:custGeom>
              <a:avLst/>
              <a:gdLst/>
              <a:ahLst/>
              <a:cxnLst/>
              <a:rect l="0" t="0" r="0" b="0"/>
              <a:pathLst>
                <a:path w="37886" h="32810">
                  <a:moveTo>
                    <a:pt x="18943" y="0"/>
                  </a:moveTo>
                  <a:lnTo>
                    <a:pt x="37886" y="32810"/>
                  </a:lnTo>
                  <a:lnTo>
                    <a:pt x="0" y="3281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9" name="pg200">
              <a:extLst>
                <a:ext uri="{FF2B5EF4-FFF2-40B4-BE49-F238E27FC236}">
                  <a16:creationId xmlns:a16="http://schemas.microsoft.com/office/drawing/2014/main" id="{8F64CD69-764E-4D58-BF3B-45676BDE16D7}"/>
                </a:ext>
              </a:extLst>
            </p:cNvPr>
            <p:cNvSpPr/>
            <p:nvPr/>
          </p:nvSpPr>
          <p:spPr>
            <a:xfrm>
              <a:off x="5447774" y="3659149"/>
              <a:ext cx="96353" cy="83444"/>
            </a:xfrm>
            <a:custGeom>
              <a:avLst/>
              <a:gdLst/>
              <a:ahLst/>
              <a:cxnLst/>
              <a:rect l="0" t="0" r="0" b="0"/>
              <a:pathLst>
                <a:path w="96353" h="83444">
                  <a:moveTo>
                    <a:pt x="48176" y="0"/>
                  </a:moveTo>
                  <a:lnTo>
                    <a:pt x="96353" y="83444"/>
                  </a:lnTo>
                  <a:lnTo>
                    <a:pt x="0" y="8344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0" name="pg201">
              <a:extLst>
                <a:ext uri="{FF2B5EF4-FFF2-40B4-BE49-F238E27FC236}">
                  <a16:creationId xmlns:a16="http://schemas.microsoft.com/office/drawing/2014/main" id="{9DC91F33-6D03-41F4-A794-368B76122552}"/>
                </a:ext>
              </a:extLst>
            </p:cNvPr>
            <p:cNvSpPr/>
            <p:nvPr/>
          </p:nvSpPr>
          <p:spPr>
            <a:xfrm>
              <a:off x="5560429" y="3668724"/>
              <a:ext cx="79768" cy="69081"/>
            </a:xfrm>
            <a:custGeom>
              <a:avLst/>
              <a:gdLst/>
              <a:ahLst/>
              <a:cxnLst/>
              <a:rect l="0" t="0" r="0" b="0"/>
              <a:pathLst>
                <a:path w="79768" h="69081">
                  <a:moveTo>
                    <a:pt x="39884" y="0"/>
                  </a:moveTo>
                  <a:lnTo>
                    <a:pt x="79768" y="69081"/>
                  </a:lnTo>
                  <a:lnTo>
                    <a:pt x="0" y="6908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1" name="pg202">
              <a:extLst>
                <a:ext uri="{FF2B5EF4-FFF2-40B4-BE49-F238E27FC236}">
                  <a16:creationId xmlns:a16="http://schemas.microsoft.com/office/drawing/2014/main" id="{C587C19C-EC38-4DFF-813F-E8EED34E490A}"/>
                </a:ext>
              </a:extLst>
            </p:cNvPr>
            <p:cNvSpPr/>
            <p:nvPr/>
          </p:nvSpPr>
          <p:spPr>
            <a:xfrm>
              <a:off x="6189436" y="3671993"/>
              <a:ext cx="74106" cy="64178"/>
            </a:xfrm>
            <a:custGeom>
              <a:avLst/>
              <a:gdLst/>
              <a:ahLst/>
              <a:cxnLst/>
              <a:rect l="0" t="0" r="0" b="0"/>
              <a:pathLst>
                <a:path w="74106" h="64178">
                  <a:moveTo>
                    <a:pt x="37053" y="0"/>
                  </a:moveTo>
                  <a:lnTo>
                    <a:pt x="74106" y="64178"/>
                  </a:lnTo>
                  <a:lnTo>
                    <a:pt x="0" y="641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2" name="pg203">
              <a:extLst>
                <a:ext uri="{FF2B5EF4-FFF2-40B4-BE49-F238E27FC236}">
                  <a16:creationId xmlns:a16="http://schemas.microsoft.com/office/drawing/2014/main" id="{82ECDCD0-13FB-4D8C-AD1E-0E46AF718147}"/>
                </a:ext>
              </a:extLst>
            </p:cNvPr>
            <p:cNvSpPr/>
            <p:nvPr/>
          </p:nvSpPr>
          <p:spPr>
            <a:xfrm>
              <a:off x="6503000" y="3672543"/>
              <a:ext cx="73155" cy="63354"/>
            </a:xfrm>
            <a:custGeom>
              <a:avLst/>
              <a:gdLst/>
              <a:ahLst/>
              <a:cxnLst/>
              <a:rect l="0" t="0" r="0" b="0"/>
              <a:pathLst>
                <a:path w="73155" h="63354">
                  <a:moveTo>
                    <a:pt x="36577" y="0"/>
                  </a:moveTo>
                  <a:lnTo>
                    <a:pt x="73155" y="63354"/>
                  </a:lnTo>
                  <a:lnTo>
                    <a:pt x="0" y="633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3" name="pt204">
              <a:extLst>
                <a:ext uri="{FF2B5EF4-FFF2-40B4-BE49-F238E27FC236}">
                  <a16:creationId xmlns:a16="http://schemas.microsoft.com/office/drawing/2014/main" id="{B0A84699-85BA-4AD6-9343-046FB92A5A8C}"/>
                </a:ext>
              </a:extLst>
            </p:cNvPr>
            <p:cNvSpPr/>
            <p:nvPr/>
          </p:nvSpPr>
          <p:spPr>
            <a:xfrm>
              <a:off x="4117467" y="4405422"/>
              <a:ext cx="103170" cy="10317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4" name="pt205">
              <a:extLst>
                <a:ext uri="{FF2B5EF4-FFF2-40B4-BE49-F238E27FC236}">
                  <a16:creationId xmlns:a16="http://schemas.microsoft.com/office/drawing/2014/main" id="{066B3D0E-6C31-4682-BDFF-B338626AD4C1}"/>
                </a:ext>
              </a:extLst>
            </p:cNvPr>
            <p:cNvSpPr/>
            <p:nvPr/>
          </p:nvSpPr>
          <p:spPr>
            <a:xfrm>
              <a:off x="4871595" y="4443919"/>
              <a:ext cx="26174" cy="2617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5" name="pt206">
              <a:extLst>
                <a:ext uri="{FF2B5EF4-FFF2-40B4-BE49-F238E27FC236}">
                  <a16:creationId xmlns:a16="http://schemas.microsoft.com/office/drawing/2014/main" id="{3F3456DA-979F-4F93-B84E-7EB5BA45F192}"/>
                </a:ext>
              </a:extLst>
            </p:cNvPr>
            <p:cNvSpPr/>
            <p:nvPr/>
          </p:nvSpPr>
          <p:spPr>
            <a:xfrm>
              <a:off x="7349273" y="4446708"/>
              <a:ext cx="20597" cy="2059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6" name="pg207">
              <a:extLst>
                <a:ext uri="{FF2B5EF4-FFF2-40B4-BE49-F238E27FC236}">
                  <a16:creationId xmlns:a16="http://schemas.microsoft.com/office/drawing/2014/main" id="{B0B5CFA0-F75C-4200-9EA5-38693E99D79C}"/>
                </a:ext>
              </a:extLst>
            </p:cNvPr>
            <p:cNvSpPr/>
            <p:nvPr/>
          </p:nvSpPr>
          <p:spPr>
            <a:xfrm>
              <a:off x="3323307" y="3702259"/>
              <a:ext cx="21684" cy="18779"/>
            </a:xfrm>
            <a:custGeom>
              <a:avLst/>
              <a:gdLst/>
              <a:ahLst/>
              <a:cxnLst/>
              <a:rect l="0" t="0" r="0" b="0"/>
              <a:pathLst>
                <a:path w="21684" h="18779">
                  <a:moveTo>
                    <a:pt x="10842" y="0"/>
                  </a:moveTo>
                  <a:lnTo>
                    <a:pt x="21684" y="18779"/>
                  </a:lnTo>
                  <a:lnTo>
                    <a:pt x="0" y="187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7" name="pg208">
              <a:extLst>
                <a:ext uri="{FF2B5EF4-FFF2-40B4-BE49-F238E27FC236}">
                  <a16:creationId xmlns:a16="http://schemas.microsoft.com/office/drawing/2014/main" id="{8FC89839-DC9E-4482-9015-A22653EB5079}"/>
                </a:ext>
              </a:extLst>
            </p:cNvPr>
            <p:cNvSpPr/>
            <p:nvPr/>
          </p:nvSpPr>
          <p:spPr>
            <a:xfrm>
              <a:off x="4649600" y="3684345"/>
              <a:ext cx="52713" cy="45651"/>
            </a:xfrm>
            <a:custGeom>
              <a:avLst/>
              <a:gdLst/>
              <a:ahLst/>
              <a:cxnLst/>
              <a:rect l="0" t="0" r="0" b="0"/>
              <a:pathLst>
                <a:path w="52713" h="45651">
                  <a:moveTo>
                    <a:pt x="26356" y="0"/>
                  </a:moveTo>
                  <a:lnTo>
                    <a:pt x="52713" y="45651"/>
                  </a:lnTo>
                  <a:lnTo>
                    <a:pt x="0" y="4565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8" name="pg209">
              <a:extLst>
                <a:ext uri="{FF2B5EF4-FFF2-40B4-BE49-F238E27FC236}">
                  <a16:creationId xmlns:a16="http://schemas.microsoft.com/office/drawing/2014/main" id="{AA0F5068-E32B-4B24-A843-0CEBD3FCFEFE}"/>
                </a:ext>
              </a:extLst>
            </p:cNvPr>
            <p:cNvSpPr/>
            <p:nvPr/>
          </p:nvSpPr>
          <p:spPr>
            <a:xfrm>
              <a:off x="5581580" y="3693147"/>
              <a:ext cx="37466" cy="32447"/>
            </a:xfrm>
            <a:custGeom>
              <a:avLst/>
              <a:gdLst/>
              <a:ahLst/>
              <a:cxnLst/>
              <a:rect l="0" t="0" r="0" b="0"/>
              <a:pathLst>
                <a:path w="37466" h="32447">
                  <a:moveTo>
                    <a:pt x="18733" y="0"/>
                  </a:moveTo>
                  <a:lnTo>
                    <a:pt x="37466" y="32447"/>
                  </a:lnTo>
                  <a:lnTo>
                    <a:pt x="0" y="324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9" name="pg210">
              <a:extLst>
                <a:ext uri="{FF2B5EF4-FFF2-40B4-BE49-F238E27FC236}">
                  <a16:creationId xmlns:a16="http://schemas.microsoft.com/office/drawing/2014/main" id="{81EB25E1-E812-4181-8867-E0073EA3C878}"/>
                </a:ext>
              </a:extLst>
            </p:cNvPr>
            <p:cNvSpPr/>
            <p:nvPr/>
          </p:nvSpPr>
          <p:spPr>
            <a:xfrm>
              <a:off x="5956018" y="3643481"/>
              <a:ext cx="123491" cy="106946"/>
            </a:xfrm>
            <a:custGeom>
              <a:avLst/>
              <a:gdLst/>
              <a:ahLst/>
              <a:cxnLst/>
              <a:rect l="0" t="0" r="0" b="0"/>
              <a:pathLst>
                <a:path w="123491" h="106946">
                  <a:moveTo>
                    <a:pt x="61745" y="0"/>
                  </a:moveTo>
                  <a:lnTo>
                    <a:pt x="123491" y="106946"/>
                  </a:lnTo>
                  <a:lnTo>
                    <a:pt x="0" y="10694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0" name="pt211">
              <a:extLst>
                <a:ext uri="{FF2B5EF4-FFF2-40B4-BE49-F238E27FC236}">
                  <a16:creationId xmlns:a16="http://schemas.microsoft.com/office/drawing/2014/main" id="{95480CA1-6DC6-4D5F-A5A7-C619235AB4BF}"/>
                </a:ext>
              </a:extLst>
            </p:cNvPr>
            <p:cNvSpPr/>
            <p:nvPr/>
          </p:nvSpPr>
          <p:spPr>
            <a:xfrm>
              <a:off x="4089401" y="4377356"/>
              <a:ext cx="159301" cy="15930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1" name="pt212">
              <a:extLst>
                <a:ext uri="{FF2B5EF4-FFF2-40B4-BE49-F238E27FC236}">
                  <a16:creationId xmlns:a16="http://schemas.microsoft.com/office/drawing/2014/main" id="{42762BC2-1550-4A10-92BF-CD9FA0825779}"/>
                </a:ext>
              </a:extLst>
            </p:cNvPr>
            <p:cNvSpPr/>
            <p:nvPr/>
          </p:nvSpPr>
          <p:spPr>
            <a:xfrm>
              <a:off x="5382122" y="4447542"/>
              <a:ext cx="18930" cy="1893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2" name="pt213">
              <a:extLst>
                <a:ext uri="{FF2B5EF4-FFF2-40B4-BE49-F238E27FC236}">
                  <a16:creationId xmlns:a16="http://schemas.microsoft.com/office/drawing/2014/main" id="{F36CC735-F7AB-42E5-8D81-3984CD856602}"/>
                </a:ext>
              </a:extLst>
            </p:cNvPr>
            <p:cNvSpPr/>
            <p:nvPr/>
          </p:nvSpPr>
          <p:spPr>
            <a:xfrm>
              <a:off x="7466477" y="4444640"/>
              <a:ext cx="24733" cy="2473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3" name="pg214">
              <a:extLst>
                <a:ext uri="{FF2B5EF4-FFF2-40B4-BE49-F238E27FC236}">
                  <a16:creationId xmlns:a16="http://schemas.microsoft.com/office/drawing/2014/main" id="{BEBB1E15-1E2A-41D8-8324-301ACFECF5EB}"/>
                </a:ext>
              </a:extLst>
            </p:cNvPr>
            <p:cNvSpPr/>
            <p:nvPr/>
          </p:nvSpPr>
          <p:spPr>
            <a:xfrm>
              <a:off x="3320108" y="3698565"/>
              <a:ext cx="28083" cy="24320"/>
            </a:xfrm>
            <a:custGeom>
              <a:avLst/>
              <a:gdLst/>
              <a:ahLst/>
              <a:cxnLst/>
              <a:rect l="0" t="0" r="0" b="0"/>
              <a:pathLst>
                <a:path w="28083" h="24320">
                  <a:moveTo>
                    <a:pt x="14041" y="0"/>
                  </a:moveTo>
                  <a:lnTo>
                    <a:pt x="28083" y="24320"/>
                  </a:lnTo>
                  <a:lnTo>
                    <a:pt x="0" y="2432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4" name="pg215">
              <a:extLst>
                <a:ext uri="{FF2B5EF4-FFF2-40B4-BE49-F238E27FC236}">
                  <a16:creationId xmlns:a16="http://schemas.microsoft.com/office/drawing/2014/main" id="{D0006C86-3FEB-4913-966A-16ACE07A24F0}"/>
                </a:ext>
              </a:extLst>
            </p:cNvPr>
            <p:cNvSpPr/>
            <p:nvPr/>
          </p:nvSpPr>
          <p:spPr>
            <a:xfrm>
              <a:off x="3533478" y="3635067"/>
              <a:ext cx="138065" cy="119568"/>
            </a:xfrm>
            <a:custGeom>
              <a:avLst/>
              <a:gdLst/>
              <a:ahLst/>
              <a:cxnLst/>
              <a:rect l="0" t="0" r="0" b="0"/>
              <a:pathLst>
                <a:path w="138065" h="119568">
                  <a:moveTo>
                    <a:pt x="69032" y="0"/>
                  </a:moveTo>
                  <a:lnTo>
                    <a:pt x="138065" y="119568"/>
                  </a:lnTo>
                  <a:lnTo>
                    <a:pt x="0" y="11956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5" name="pg216">
              <a:extLst>
                <a:ext uri="{FF2B5EF4-FFF2-40B4-BE49-F238E27FC236}">
                  <a16:creationId xmlns:a16="http://schemas.microsoft.com/office/drawing/2014/main" id="{83560C0A-192F-43B1-AD1B-496DEAC9B685}"/>
                </a:ext>
              </a:extLst>
            </p:cNvPr>
            <p:cNvSpPr/>
            <p:nvPr/>
          </p:nvSpPr>
          <p:spPr>
            <a:xfrm>
              <a:off x="3696339" y="3668184"/>
              <a:ext cx="80705" cy="69892"/>
            </a:xfrm>
            <a:custGeom>
              <a:avLst/>
              <a:gdLst/>
              <a:ahLst/>
              <a:cxnLst/>
              <a:rect l="0" t="0" r="0" b="0"/>
              <a:pathLst>
                <a:path w="80705" h="69892">
                  <a:moveTo>
                    <a:pt x="40352" y="0"/>
                  </a:moveTo>
                  <a:lnTo>
                    <a:pt x="80705" y="69892"/>
                  </a:lnTo>
                  <a:lnTo>
                    <a:pt x="0" y="6989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6" name="pg217">
              <a:extLst>
                <a:ext uri="{FF2B5EF4-FFF2-40B4-BE49-F238E27FC236}">
                  <a16:creationId xmlns:a16="http://schemas.microsoft.com/office/drawing/2014/main" id="{FD6F620A-8D25-4067-9A8F-D44F86EF8CAA}"/>
                </a:ext>
              </a:extLst>
            </p:cNvPr>
            <p:cNvSpPr/>
            <p:nvPr/>
          </p:nvSpPr>
          <p:spPr>
            <a:xfrm>
              <a:off x="4216277" y="3683233"/>
              <a:ext cx="54639" cy="47319"/>
            </a:xfrm>
            <a:custGeom>
              <a:avLst/>
              <a:gdLst/>
              <a:ahLst/>
              <a:cxnLst/>
              <a:rect l="0" t="0" r="0" b="0"/>
              <a:pathLst>
                <a:path w="54639" h="47319">
                  <a:moveTo>
                    <a:pt x="27319" y="0"/>
                  </a:moveTo>
                  <a:lnTo>
                    <a:pt x="54639" y="47319"/>
                  </a:lnTo>
                  <a:lnTo>
                    <a:pt x="0" y="4731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7" name="pg218">
              <a:extLst>
                <a:ext uri="{FF2B5EF4-FFF2-40B4-BE49-F238E27FC236}">
                  <a16:creationId xmlns:a16="http://schemas.microsoft.com/office/drawing/2014/main" id="{A34B9CCE-6658-4B41-902C-E4B267F22078}"/>
                </a:ext>
              </a:extLst>
            </p:cNvPr>
            <p:cNvSpPr/>
            <p:nvPr/>
          </p:nvSpPr>
          <p:spPr>
            <a:xfrm>
              <a:off x="4415490" y="3637818"/>
              <a:ext cx="133301" cy="115442"/>
            </a:xfrm>
            <a:custGeom>
              <a:avLst/>
              <a:gdLst/>
              <a:ahLst/>
              <a:cxnLst/>
              <a:rect l="0" t="0" r="0" b="0"/>
              <a:pathLst>
                <a:path w="133301" h="115442">
                  <a:moveTo>
                    <a:pt x="66650" y="0"/>
                  </a:moveTo>
                  <a:lnTo>
                    <a:pt x="133301" y="115442"/>
                  </a:lnTo>
                  <a:lnTo>
                    <a:pt x="0" y="11544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8" name="pg219">
              <a:extLst>
                <a:ext uri="{FF2B5EF4-FFF2-40B4-BE49-F238E27FC236}">
                  <a16:creationId xmlns:a16="http://schemas.microsoft.com/office/drawing/2014/main" id="{2EE72C6E-D97E-4BDB-9E4B-DD31B54D8D04}"/>
                </a:ext>
              </a:extLst>
            </p:cNvPr>
            <p:cNvSpPr/>
            <p:nvPr/>
          </p:nvSpPr>
          <p:spPr>
            <a:xfrm>
              <a:off x="5054387" y="3652506"/>
              <a:ext cx="107860" cy="93409"/>
            </a:xfrm>
            <a:custGeom>
              <a:avLst/>
              <a:gdLst/>
              <a:ahLst/>
              <a:cxnLst/>
              <a:rect l="0" t="0" r="0" b="0"/>
              <a:pathLst>
                <a:path w="107860" h="93409">
                  <a:moveTo>
                    <a:pt x="53930" y="0"/>
                  </a:moveTo>
                  <a:lnTo>
                    <a:pt x="107860" y="93409"/>
                  </a:lnTo>
                  <a:lnTo>
                    <a:pt x="0" y="934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9" name="pg220">
              <a:extLst>
                <a:ext uri="{FF2B5EF4-FFF2-40B4-BE49-F238E27FC236}">
                  <a16:creationId xmlns:a16="http://schemas.microsoft.com/office/drawing/2014/main" id="{4E921F30-0ADC-4440-A019-EEE96449BCEB}"/>
                </a:ext>
              </a:extLst>
            </p:cNvPr>
            <p:cNvSpPr/>
            <p:nvPr/>
          </p:nvSpPr>
          <p:spPr>
            <a:xfrm>
              <a:off x="5329557" y="3643152"/>
              <a:ext cx="124061" cy="107440"/>
            </a:xfrm>
            <a:custGeom>
              <a:avLst/>
              <a:gdLst/>
              <a:ahLst/>
              <a:cxnLst/>
              <a:rect l="0" t="0" r="0" b="0"/>
              <a:pathLst>
                <a:path w="124061" h="107440">
                  <a:moveTo>
                    <a:pt x="62030" y="0"/>
                  </a:moveTo>
                  <a:lnTo>
                    <a:pt x="124061" y="107440"/>
                  </a:lnTo>
                  <a:lnTo>
                    <a:pt x="0" y="10744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0" name="pg221">
              <a:extLst>
                <a:ext uri="{FF2B5EF4-FFF2-40B4-BE49-F238E27FC236}">
                  <a16:creationId xmlns:a16="http://schemas.microsoft.com/office/drawing/2014/main" id="{E1F47D3F-EC63-453F-9AD1-6D19DE8DC7CC}"/>
                </a:ext>
              </a:extLst>
            </p:cNvPr>
            <p:cNvSpPr/>
            <p:nvPr/>
          </p:nvSpPr>
          <p:spPr>
            <a:xfrm>
              <a:off x="5969430" y="3658968"/>
              <a:ext cx="96667" cy="83716"/>
            </a:xfrm>
            <a:custGeom>
              <a:avLst/>
              <a:gdLst/>
              <a:ahLst/>
              <a:cxnLst/>
              <a:rect l="0" t="0" r="0" b="0"/>
              <a:pathLst>
                <a:path w="96667" h="83716">
                  <a:moveTo>
                    <a:pt x="48333" y="0"/>
                  </a:moveTo>
                  <a:lnTo>
                    <a:pt x="96667" y="83716"/>
                  </a:lnTo>
                  <a:lnTo>
                    <a:pt x="0" y="837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1" name="pg222">
              <a:extLst>
                <a:ext uri="{FF2B5EF4-FFF2-40B4-BE49-F238E27FC236}">
                  <a16:creationId xmlns:a16="http://schemas.microsoft.com/office/drawing/2014/main" id="{6A06F5E4-A322-46DC-A340-F858DC8CFE49}"/>
                </a:ext>
              </a:extLst>
            </p:cNvPr>
            <p:cNvSpPr/>
            <p:nvPr/>
          </p:nvSpPr>
          <p:spPr>
            <a:xfrm>
              <a:off x="6085856" y="3672897"/>
              <a:ext cx="72542" cy="62823"/>
            </a:xfrm>
            <a:custGeom>
              <a:avLst/>
              <a:gdLst/>
              <a:ahLst/>
              <a:cxnLst/>
              <a:rect l="0" t="0" r="0" b="0"/>
              <a:pathLst>
                <a:path w="72542" h="62823">
                  <a:moveTo>
                    <a:pt x="36271" y="0"/>
                  </a:moveTo>
                  <a:lnTo>
                    <a:pt x="72542" y="62823"/>
                  </a:lnTo>
                  <a:lnTo>
                    <a:pt x="0" y="6282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2" name="pg223">
              <a:extLst>
                <a:ext uri="{FF2B5EF4-FFF2-40B4-BE49-F238E27FC236}">
                  <a16:creationId xmlns:a16="http://schemas.microsoft.com/office/drawing/2014/main" id="{3574C17E-E8FC-4189-AC0A-093BD29A4ACD}"/>
                </a:ext>
              </a:extLst>
            </p:cNvPr>
            <p:cNvSpPr/>
            <p:nvPr/>
          </p:nvSpPr>
          <p:spPr>
            <a:xfrm>
              <a:off x="6507267" y="3677469"/>
              <a:ext cx="64623" cy="55965"/>
            </a:xfrm>
            <a:custGeom>
              <a:avLst/>
              <a:gdLst/>
              <a:ahLst/>
              <a:cxnLst/>
              <a:rect l="0" t="0" r="0" b="0"/>
              <a:pathLst>
                <a:path w="64623" h="55965">
                  <a:moveTo>
                    <a:pt x="32311" y="0"/>
                  </a:moveTo>
                  <a:lnTo>
                    <a:pt x="64623" y="55965"/>
                  </a:lnTo>
                  <a:lnTo>
                    <a:pt x="0" y="5596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3" name="pt224">
              <a:extLst>
                <a:ext uri="{FF2B5EF4-FFF2-40B4-BE49-F238E27FC236}">
                  <a16:creationId xmlns:a16="http://schemas.microsoft.com/office/drawing/2014/main" id="{5F0318DE-EF6B-4BE9-93BB-7DD141AC2020}"/>
                </a:ext>
              </a:extLst>
            </p:cNvPr>
            <p:cNvSpPr/>
            <p:nvPr/>
          </p:nvSpPr>
          <p:spPr>
            <a:xfrm>
              <a:off x="5153629" y="4427774"/>
              <a:ext cx="58464" cy="584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4" name="pt225">
              <a:extLst>
                <a:ext uri="{FF2B5EF4-FFF2-40B4-BE49-F238E27FC236}">
                  <a16:creationId xmlns:a16="http://schemas.microsoft.com/office/drawing/2014/main" id="{FF7E7A2E-25D8-4FE1-B047-6DD172C4C86B}"/>
                </a:ext>
              </a:extLst>
            </p:cNvPr>
            <p:cNvSpPr/>
            <p:nvPr/>
          </p:nvSpPr>
          <p:spPr>
            <a:xfrm>
              <a:off x="5873585" y="4417190"/>
              <a:ext cx="79633" cy="7963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5" name="pt226">
              <a:extLst>
                <a:ext uri="{FF2B5EF4-FFF2-40B4-BE49-F238E27FC236}">
                  <a16:creationId xmlns:a16="http://schemas.microsoft.com/office/drawing/2014/main" id="{74AF4BBD-6A44-4EB4-AF66-C45DB9753120}"/>
                </a:ext>
              </a:extLst>
            </p:cNvPr>
            <p:cNvSpPr/>
            <p:nvPr/>
          </p:nvSpPr>
          <p:spPr>
            <a:xfrm>
              <a:off x="7238142" y="4439940"/>
              <a:ext cx="34133" cy="3413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6" name="pt227">
              <a:extLst>
                <a:ext uri="{FF2B5EF4-FFF2-40B4-BE49-F238E27FC236}">
                  <a16:creationId xmlns:a16="http://schemas.microsoft.com/office/drawing/2014/main" id="{76EA6BD7-3254-4C10-B509-364FFB3F1394}"/>
                </a:ext>
              </a:extLst>
            </p:cNvPr>
            <p:cNvSpPr/>
            <p:nvPr/>
          </p:nvSpPr>
          <p:spPr>
            <a:xfrm>
              <a:off x="7447893" y="4426056"/>
              <a:ext cx="61901" cy="6190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7" name="pt228">
              <a:extLst>
                <a:ext uri="{FF2B5EF4-FFF2-40B4-BE49-F238E27FC236}">
                  <a16:creationId xmlns:a16="http://schemas.microsoft.com/office/drawing/2014/main" id="{CA216137-216F-4308-84AC-E52695AB9EAE}"/>
                </a:ext>
              </a:extLst>
            </p:cNvPr>
            <p:cNvSpPr/>
            <p:nvPr/>
          </p:nvSpPr>
          <p:spPr>
            <a:xfrm>
              <a:off x="7501324" y="4375125"/>
              <a:ext cx="163763" cy="16376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8" name="pt229">
              <a:extLst>
                <a:ext uri="{FF2B5EF4-FFF2-40B4-BE49-F238E27FC236}">
                  <a16:creationId xmlns:a16="http://schemas.microsoft.com/office/drawing/2014/main" id="{677C1F4A-5730-46A2-A1F6-E55852C2B170}"/>
                </a:ext>
              </a:extLst>
            </p:cNvPr>
            <p:cNvSpPr/>
            <p:nvPr/>
          </p:nvSpPr>
          <p:spPr>
            <a:xfrm>
              <a:off x="7966032" y="4437291"/>
              <a:ext cx="39432" cy="3943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9" name="pt230">
              <a:extLst>
                <a:ext uri="{FF2B5EF4-FFF2-40B4-BE49-F238E27FC236}">
                  <a16:creationId xmlns:a16="http://schemas.microsoft.com/office/drawing/2014/main" id="{97FA4EFB-CD7D-494E-9E00-01003ED218F3}"/>
                </a:ext>
              </a:extLst>
            </p:cNvPr>
            <p:cNvSpPr/>
            <p:nvPr/>
          </p:nvSpPr>
          <p:spPr>
            <a:xfrm>
              <a:off x="8811662" y="4448018"/>
              <a:ext cx="17977" cy="1797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0" name="pt231">
              <a:extLst>
                <a:ext uri="{FF2B5EF4-FFF2-40B4-BE49-F238E27FC236}">
                  <a16:creationId xmlns:a16="http://schemas.microsoft.com/office/drawing/2014/main" id="{AA8E657D-F8F3-4B77-89C7-E8D085B2D9AE}"/>
                </a:ext>
              </a:extLst>
            </p:cNvPr>
            <p:cNvSpPr/>
            <p:nvPr/>
          </p:nvSpPr>
          <p:spPr>
            <a:xfrm>
              <a:off x="8894341" y="4396516"/>
              <a:ext cx="120981" cy="12098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1" name="pt232">
              <a:extLst>
                <a:ext uri="{FF2B5EF4-FFF2-40B4-BE49-F238E27FC236}">
                  <a16:creationId xmlns:a16="http://schemas.microsoft.com/office/drawing/2014/main" id="{6C2F6184-9502-41B9-B91B-0A9C382F5ED6}"/>
                </a:ext>
              </a:extLst>
            </p:cNvPr>
            <p:cNvSpPr/>
            <p:nvPr/>
          </p:nvSpPr>
          <p:spPr>
            <a:xfrm>
              <a:off x="9504013" y="4394921"/>
              <a:ext cx="124172" cy="12417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2" name="pg233">
              <a:extLst>
                <a:ext uri="{FF2B5EF4-FFF2-40B4-BE49-F238E27FC236}">
                  <a16:creationId xmlns:a16="http://schemas.microsoft.com/office/drawing/2014/main" id="{01509D42-D876-4003-971D-09515D1DDCD8}"/>
                </a:ext>
              </a:extLst>
            </p:cNvPr>
            <p:cNvSpPr/>
            <p:nvPr/>
          </p:nvSpPr>
          <p:spPr>
            <a:xfrm>
              <a:off x="3312652" y="3689956"/>
              <a:ext cx="42994" cy="37234"/>
            </a:xfrm>
            <a:custGeom>
              <a:avLst/>
              <a:gdLst/>
              <a:ahLst/>
              <a:cxnLst/>
              <a:rect l="0" t="0" r="0" b="0"/>
              <a:pathLst>
                <a:path w="42994" h="37234">
                  <a:moveTo>
                    <a:pt x="21497" y="0"/>
                  </a:moveTo>
                  <a:lnTo>
                    <a:pt x="42994" y="37234"/>
                  </a:lnTo>
                  <a:lnTo>
                    <a:pt x="0" y="3723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3" name="pg234">
              <a:extLst>
                <a:ext uri="{FF2B5EF4-FFF2-40B4-BE49-F238E27FC236}">
                  <a16:creationId xmlns:a16="http://schemas.microsoft.com/office/drawing/2014/main" id="{93480AE1-5AA5-42F4-9C50-CD5B44087AAC}"/>
                </a:ext>
              </a:extLst>
            </p:cNvPr>
            <p:cNvSpPr/>
            <p:nvPr/>
          </p:nvSpPr>
          <p:spPr>
            <a:xfrm>
              <a:off x="3457147" y="3684650"/>
              <a:ext cx="52184" cy="45193"/>
            </a:xfrm>
            <a:custGeom>
              <a:avLst/>
              <a:gdLst/>
              <a:ahLst/>
              <a:cxnLst/>
              <a:rect l="0" t="0" r="0" b="0"/>
              <a:pathLst>
                <a:path w="52184" h="45193">
                  <a:moveTo>
                    <a:pt x="26092" y="0"/>
                  </a:moveTo>
                  <a:lnTo>
                    <a:pt x="52184" y="45193"/>
                  </a:lnTo>
                  <a:lnTo>
                    <a:pt x="0" y="4519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4" name="pg235">
              <a:extLst>
                <a:ext uri="{FF2B5EF4-FFF2-40B4-BE49-F238E27FC236}">
                  <a16:creationId xmlns:a16="http://schemas.microsoft.com/office/drawing/2014/main" id="{2B3FF02F-D8C5-4EA6-AE03-7AB25922D05D}"/>
                </a:ext>
              </a:extLst>
            </p:cNvPr>
            <p:cNvSpPr/>
            <p:nvPr/>
          </p:nvSpPr>
          <p:spPr>
            <a:xfrm>
              <a:off x="3569647" y="3676831"/>
              <a:ext cx="65727" cy="56921"/>
            </a:xfrm>
            <a:custGeom>
              <a:avLst/>
              <a:gdLst/>
              <a:ahLst/>
              <a:cxnLst/>
              <a:rect l="0" t="0" r="0" b="0"/>
              <a:pathLst>
                <a:path w="65727" h="56921">
                  <a:moveTo>
                    <a:pt x="32863" y="0"/>
                  </a:moveTo>
                  <a:lnTo>
                    <a:pt x="65727" y="56921"/>
                  </a:lnTo>
                  <a:lnTo>
                    <a:pt x="0" y="5692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5" name="pg236">
              <a:extLst>
                <a:ext uri="{FF2B5EF4-FFF2-40B4-BE49-F238E27FC236}">
                  <a16:creationId xmlns:a16="http://schemas.microsoft.com/office/drawing/2014/main" id="{F2CB0CA1-2280-43BA-84AF-59D1A122DB86}"/>
                </a:ext>
              </a:extLst>
            </p:cNvPr>
            <p:cNvSpPr/>
            <p:nvPr/>
          </p:nvSpPr>
          <p:spPr>
            <a:xfrm>
              <a:off x="3688107" y="3658678"/>
              <a:ext cx="97169" cy="84150"/>
            </a:xfrm>
            <a:custGeom>
              <a:avLst/>
              <a:gdLst/>
              <a:ahLst/>
              <a:cxnLst/>
              <a:rect l="0" t="0" r="0" b="0"/>
              <a:pathLst>
                <a:path w="97169" h="84150">
                  <a:moveTo>
                    <a:pt x="48584" y="0"/>
                  </a:moveTo>
                  <a:lnTo>
                    <a:pt x="97169" y="84150"/>
                  </a:lnTo>
                  <a:lnTo>
                    <a:pt x="0" y="841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6" name="pg237">
              <a:extLst>
                <a:ext uri="{FF2B5EF4-FFF2-40B4-BE49-F238E27FC236}">
                  <a16:creationId xmlns:a16="http://schemas.microsoft.com/office/drawing/2014/main" id="{E66C3A8F-5579-459B-89A3-585F38F91B87}"/>
                </a:ext>
              </a:extLst>
            </p:cNvPr>
            <p:cNvSpPr/>
            <p:nvPr/>
          </p:nvSpPr>
          <p:spPr>
            <a:xfrm>
              <a:off x="3749728" y="3695401"/>
              <a:ext cx="33562" cy="29066"/>
            </a:xfrm>
            <a:custGeom>
              <a:avLst/>
              <a:gdLst/>
              <a:ahLst/>
              <a:cxnLst/>
              <a:rect l="0" t="0" r="0" b="0"/>
              <a:pathLst>
                <a:path w="33562" h="29066">
                  <a:moveTo>
                    <a:pt x="16781" y="0"/>
                  </a:moveTo>
                  <a:lnTo>
                    <a:pt x="33562" y="29066"/>
                  </a:lnTo>
                  <a:lnTo>
                    <a:pt x="0" y="2906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7" name="pg238">
              <a:extLst>
                <a:ext uri="{FF2B5EF4-FFF2-40B4-BE49-F238E27FC236}">
                  <a16:creationId xmlns:a16="http://schemas.microsoft.com/office/drawing/2014/main" id="{C1049D6E-4153-4ED8-8980-736E6FCD18A0}"/>
                </a:ext>
              </a:extLst>
            </p:cNvPr>
            <p:cNvSpPr/>
            <p:nvPr/>
          </p:nvSpPr>
          <p:spPr>
            <a:xfrm>
              <a:off x="3767880" y="3613069"/>
              <a:ext cx="176167" cy="152565"/>
            </a:xfrm>
            <a:custGeom>
              <a:avLst/>
              <a:gdLst/>
              <a:ahLst/>
              <a:cxnLst/>
              <a:rect l="0" t="0" r="0" b="0"/>
              <a:pathLst>
                <a:path w="176167" h="152565">
                  <a:moveTo>
                    <a:pt x="88083" y="0"/>
                  </a:moveTo>
                  <a:lnTo>
                    <a:pt x="176167" y="152565"/>
                  </a:lnTo>
                  <a:lnTo>
                    <a:pt x="0" y="15256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8" name="pg239">
              <a:extLst>
                <a:ext uri="{FF2B5EF4-FFF2-40B4-BE49-F238E27FC236}">
                  <a16:creationId xmlns:a16="http://schemas.microsoft.com/office/drawing/2014/main" id="{9AF083FF-E786-4447-96F8-0CAF01D5BDC0}"/>
                </a:ext>
              </a:extLst>
            </p:cNvPr>
            <p:cNvSpPr/>
            <p:nvPr/>
          </p:nvSpPr>
          <p:spPr>
            <a:xfrm>
              <a:off x="4140218" y="3681485"/>
              <a:ext cx="57667" cy="49941"/>
            </a:xfrm>
            <a:custGeom>
              <a:avLst/>
              <a:gdLst/>
              <a:ahLst/>
              <a:cxnLst/>
              <a:rect l="0" t="0" r="0" b="0"/>
              <a:pathLst>
                <a:path w="57667" h="49941">
                  <a:moveTo>
                    <a:pt x="28833" y="0"/>
                  </a:moveTo>
                  <a:lnTo>
                    <a:pt x="57667" y="49941"/>
                  </a:lnTo>
                  <a:lnTo>
                    <a:pt x="0" y="499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9" name="pg240">
              <a:extLst>
                <a:ext uri="{FF2B5EF4-FFF2-40B4-BE49-F238E27FC236}">
                  <a16:creationId xmlns:a16="http://schemas.microsoft.com/office/drawing/2014/main" id="{C7DA3952-626A-4F56-9206-B7DBAFED36DD}"/>
                </a:ext>
              </a:extLst>
            </p:cNvPr>
            <p:cNvSpPr/>
            <p:nvPr/>
          </p:nvSpPr>
          <p:spPr>
            <a:xfrm>
              <a:off x="4228012" y="3696784"/>
              <a:ext cx="31168" cy="26992"/>
            </a:xfrm>
            <a:custGeom>
              <a:avLst/>
              <a:gdLst/>
              <a:ahLst/>
              <a:cxnLst/>
              <a:rect l="0" t="0" r="0" b="0"/>
              <a:pathLst>
                <a:path w="31168" h="26992">
                  <a:moveTo>
                    <a:pt x="15584" y="0"/>
                  </a:moveTo>
                  <a:lnTo>
                    <a:pt x="31168" y="26992"/>
                  </a:lnTo>
                  <a:lnTo>
                    <a:pt x="0" y="2699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0" name="pg241">
              <a:extLst>
                <a:ext uri="{FF2B5EF4-FFF2-40B4-BE49-F238E27FC236}">
                  <a16:creationId xmlns:a16="http://schemas.microsoft.com/office/drawing/2014/main" id="{1ADBDF1A-238B-48FE-8805-1CAB822BE7D7}"/>
                </a:ext>
              </a:extLst>
            </p:cNvPr>
            <p:cNvSpPr/>
            <p:nvPr/>
          </p:nvSpPr>
          <p:spPr>
            <a:xfrm>
              <a:off x="4344349" y="3693394"/>
              <a:ext cx="37039" cy="32077"/>
            </a:xfrm>
            <a:custGeom>
              <a:avLst/>
              <a:gdLst/>
              <a:ahLst/>
              <a:cxnLst/>
              <a:rect l="0" t="0" r="0" b="0"/>
              <a:pathLst>
                <a:path w="37039" h="32077">
                  <a:moveTo>
                    <a:pt x="18519" y="0"/>
                  </a:moveTo>
                  <a:lnTo>
                    <a:pt x="37039" y="32077"/>
                  </a:lnTo>
                  <a:lnTo>
                    <a:pt x="0" y="320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1" name="pg242">
              <a:extLst>
                <a:ext uri="{FF2B5EF4-FFF2-40B4-BE49-F238E27FC236}">
                  <a16:creationId xmlns:a16="http://schemas.microsoft.com/office/drawing/2014/main" id="{588B9810-74DB-4F99-B416-88C10F9AAB9C}"/>
                </a:ext>
              </a:extLst>
            </p:cNvPr>
            <p:cNvSpPr/>
            <p:nvPr/>
          </p:nvSpPr>
          <p:spPr>
            <a:xfrm>
              <a:off x="4466991" y="3697286"/>
              <a:ext cx="30299" cy="26239"/>
            </a:xfrm>
            <a:custGeom>
              <a:avLst/>
              <a:gdLst/>
              <a:ahLst/>
              <a:cxnLst/>
              <a:rect l="0" t="0" r="0" b="0"/>
              <a:pathLst>
                <a:path w="30299" h="26239">
                  <a:moveTo>
                    <a:pt x="15149" y="0"/>
                  </a:moveTo>
                  <a:lnTo>
                    <a:pt x="30299" y="26239"/>
                  </a:lnTo>
                  <a:lnTo>
                    <a:pt x="0" y="262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2" name="pg243">
              <a:extLst>
                <a:ext uri="{FF2B5EF4-FFF2-40B4-BE49-F238E27FC236}">
                  <a16:creationId xmlns:a16="http://schemas.microsoft.com/office/drawing/2014/main" id="{272E3D84-94D6-4ABA-A131-7619CE791FC5}"/>
                </a:ext>
              </a:extLst>
            </p:cNvPr>
            <p:cNvSpPr/>
            <p:nvPr/>
          </p:nvSpPr>
          <p:spPr>
            <a:xfrm>
              <a:off x="4535323" y="3672897"/>
              <a:ext cx="72542" cy="62823"/>
            </a:xfrm>
            <a:custGeom>
              <a:avLst/>
              <a:gdLst/>
              <a:ahLst/>
              <a:cxnLst/>
              <a:rect l="0" t="0" r="0" b="0"/>
              <a:pathLst>
                <a:path w="72542" h="62823">
                  <a:moveTo>
                    <a:pt x="36271" y="0"/>
                  </a:moveTo>
                  <a:lnTo>
                    <a:pt x="72542" y="62823"/>
                  </a:lnTo>
                  <a:lnTo>
                    <a:pt x="0" y="6282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3" name="pg244">
              <a:extLst>
                <a:ext uri="{FF2B5EF4-FFF2-40B4-BE49-F238E27FC236}">
                  <a16:creationId xmlns:a16="http://schemas.microsoft.com/office/drawing/2014/main" id="{4EB3896A-7528-4632-AE1A-577D7CB1F4B8}"/>
                </a:ext>
              </a:extLst>
            </p:cNvPr>
            <p:cNvSpPr/>
            <p:nvPr/>
          </p:nvSpPr>
          <p:spPr>
            <a:xfrm>
              <a:off x="4649600" y="3684345"/>
              <a:ext cx="52713" cy="45651"/>
            </a:xfrm>
            <a:custGeom>
              <a:avLst/>
              <a:gdLst/>
              <a:ahLst/>
              <a:cxnLst/>
              <a:rect l="0" t="0" r="0" b="0"/>
              <a:pathLst>
                <a:path w="52713" h="45651">
                  <a:moveTo>
                    <a:pt x="26356" y="0"/>
                  </a:moveTo>
                  <a:lnTo>
                    <a:pt x="52713" y="45651"/>
                  </a:lnTo>
                  <a:lnTo>
                    <a:pt x="0" y="4565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4" name="pg245">
              <a:extLst>
                <a:ext uri="{FF2B5EF4-FFF2-40B4-BE49-F238E27FC236}">
                  <a16:creationId xmlns:a16="http://schemas.microsoft.com/office/drawing/2014/main" id="{A67AFA5D-7EB4-4CA2-A094-6F85CD112559}"/>
                </a:ext>
              </a:extLst>
            </p:cNvPr>
            <p:cNvSpPr/>
            <p:nvPr/>
          </p:nvSpPr>
          <p:spPr>
            <a:xfrm>
              <a:off x="4765472" y="3697634"/>
              <a:ext cx="29695" cy="25716"/>
            </a:xfrm>
            <a:custGeom>
              <a:avLst/>
              <a:gdLst/>
              <a:ahLst/>
              <a:cxnLst/>
              <a:rect l="0" t="0" r="0" b="0"/>
              <a:pathLst>
                <a:path w="29695" h="25716">
                  <a:moveTo>
                    <a:pt x="14847" y="0"/>
                  </a:moveTo>
                  <a:lnTo>
                    <a:pt x="29695" y="25716"/>
                  </a:lnTo>
                  <a:lnTo>
                    <a:pt x="0" y="257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5" name="pg246">
              <a:extLst>
                <a:ext uri="{FF2B5EF4-FFF2-40B4-BE49-F238E27FC236}">
                  <a16:creationId xmlns:a16="http://schemas.microsoft.com/office/drawing/2014/main" id="{232CB9C4-C56C-4237-8CAA-0CEDAA259CFF}"/>
                </a:ext>
              </a:extLst>
            </p:cNvPr>
            <p:cNvSpPr/>
            <p:nvPr/>
          </p:nvSpPr>
          <p:spPr>
            <a:xfrm>
              <a:off x="4945896" y="3682169"/>
              <a:ext cx="56481" cy="48914"/>
            </a:xfrm>
            <a:custGeom>
              <a:avLst/>
              <a:gdLst/>
              <a:ahLst/>
              <a:cxnLst/>
              <a:rect l="0" t="0" r="0" b="0"/>
              <a:pathLst>
                <a:path w="56481" h="48914">
                  <a:moveTo>
                    <a:pt x="28240" y="0"/>
                  </a:moveTo>
                  <a:lnTo>
                    <a:pt x="56481" y="48914"/>
                  </a:lnTo>
                  <a:lnTo>
                    <a:pt x="0" y="4891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6" name="pg247">
              <a:extLst>
                <a:ext uri="{FF2B5EF4-FFF2-40B4-BE49-F238E27FC236}">
                  <a16:creationId xmlns:a16="http://schemas.microsoft.com/office/drawing/2014/main" id="{BDD1F23C-23C2-44B0-A267-666ADF3AB6E0}"/>
                </a:ext>
              </a:extLst>
            </p:cNvPr>
            <p:cNvSpPr/>
            <p:nvPr/>
          </p:nvSpPr>
          <p:spPr>
            <a:xfrm>
              <a:off x="5027149" y="3621054"/>
              <a:ext cx="162335" cy="140587"/>
            </a:xfrm>
            <a:custGeom>
              <a:avLst/>
              <a:gdLst/>
              <a:ahLst/>
              <a:cxnLst/>
              <a:rect l="0" t="0" r="0" b="0"/>
              <a:pathLst>
                <a:path w="162335" h="140587">
                  <a:moveTo>
                    <a:pt x="81167" y="0"/>
                  </a:moveTo>
                  <a:lnTo>
                    <a:pt x="162335" y="140587"/>
                  </a:lnTo>
                  <a:lnTo>
                    <a:pt x="0" y="1405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7" name="pg248">
              <a:extLst>
                <a:ext uri="{FF2B5EF4-FFF2-40B4-BE49-F238E27FC236}">
                  <a16:creationId xmlns:a16="http://schemas.microsoft.com/office/drawing/2014/main" id="{1AD60C50-6DD9-4539-92CB-5595712656B9}"/>
                </a:ext>
              </a:extLst>
            </p:cNvPr>
            <p:cNvSpPr/>
            <p:nvPr/>
          </p:nvSpPr>
          <p:spPr>
            <a:xfrm>
              <a:off x="5245244" y="3666304"/>
              <a:ext cx="83961" cy="72712"/>
            </a:xfrm>
            <a:custGeom>
              <a:avLst/>
              <a:gdLst/>
              <a:ahLst/>
              <a:cxnLst/>
              <a:rect l="0" t="0" r="0" b="0"/>
              <a:pathLst>
                <a:path w="83961" h="72712">
                  <a:moveTo>
                    <a:pt x="41980" y="0"/>
                  </a:moveTo>
                  <a:lnTo>
                    <a:pt x="83961" y="72712"/>
                  </a:lnTo>
                  <a:lnTo>
                    <a:pt x="0" y="727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8" name="pg249">
              <a:extLst>
                <a:ext uri="{FF2B5EF4-FFF2-40B4-BE49-F238E27FC236}">
                  <a16:creationId xmlns:a16="http://schemas.microsoft.com/office/drawing/2014/main" id="{263EC4C9-1BFE-4D36-9C89-44E4CAB03812}"/>
                </a:ext>
              </a:extLst>
            </p:cNvPr>
            <p:cNvSpPr/>
            <p:nvPr/>
          </p:nvSpPr>
          <p:spPr>
            <a:xfrm>
              <a:off x="5363108" y="3681893"/>
              <a:ext cx="56959" cy="49328"/>
            </a:xfrm>
            <a:custGeom>
              <a:avLst/>
              <a:gdLst/>
              <a:ahLst/>
              <a:cxnLst/>
              <a:rect l="0" t="0" r="0" b="0"/>
              <a:pathLst>
                <a:path w="56959" h="49328">
                  <a:moveTo>
                    <a:pt x="28479" y="0"/>
                  </a:moveTo>
                  <a:lnTo>
                    <a:pt x="56959" y="49328"/>
                  </a:lnTo>
                  <a:lnTo>
                    <a:pt x="0" y="493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9" name="pg250">
              <a:extLst>
                <a:ext uri="{FF2B5EF4-FFF2-40B4-BE49-F238E27FC236}">
                  <a16:creationId xmlns:a16="http://schemas.microsoft.com/office/drawing/2014/main" id="{DDD0B45B-15A2-4119-9EEC-D91C4D2D2579}"/>
                </a:ext>
              </a:extLst>
            </p:cNvPr>
            <p:cNvSpPr/>
            <p:nvPr/>
          </p:nvSpPr>
          <p:spPr>
            <a:xfrm>
              <a:off x="5570959" y="3680883"/>
              <a:ext cx="58708" cy="50843"/>
            </a:xfrm>
            <a:custGeom>
              <a:avLst/>
              <a:gdLst/>
              <a:ahLst/>
              <a:cxnLst/>
              <a:rect l="0" t="0" r="0" b="0"/>
              <a:pathLst>
                <a:path w="58708" h="50843">
                  <a:moveTo>
                    <a:pt x="29354" y="0"/>
                  </a:moveTo>
                  <a:lnTo>
                    <a:pt x="58708" y="50843"/>
                  </a:lnTo>
                  <a:lnTo>
                    <a:pt x="0" y="5084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0" name="pg251">
              <a:extLst>
                <a:ext uri="{FF2B5EF4-FFF2-40B4-BE49-F238E27FC236}">
                  <a16:creationId xmlns:a16="http://schemas.microsoft.com/office/drawing/2014/main" id="{B2A2B526-7EC6-42B3-BEC6-64DA59F5974F}"/>
                </a:ext>
              </a:extLst>
            </p:cNvPr>
            <p:cNvSpPr/>
            <p:nvPr/>
          </p:nvSpPr>
          <p:spPr>
            <a:xfrm>
              <a:off x="5677993" y="3683968"/>
              <a:ext cx="53365" cy="46216"/>
            </a:xfrm>
            <a:custGeom>
              <a:avLst/>
              <a:gdLst/>
              <a:ahLst/>
              <a:cxnLst/>
              <a:rect l="0" t="0" r="0" b="0"/>
              <a:pathLst>
                <a:path w="53365" h="46216">
                  <a:moveTo>
                    <a:pt x="26682" y="0"/>
                  </a:moveTo>
                  <a:lnTo>
                    <a:pt x="53365" y="46216"/>
                  </a:lnTo>
                  <a:lnTo>
                    <a:pt x="0" y="462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1" name="pg252">
              <a:extLst>
                <a:ext uri="{FF2B5EF4-FFF2-40B4-BE49-F238E27FC236}">
                  <a16:creationId xmlns:a16="http://schemas.microsoft.com/office/drawing/2014/main" id="{30753FC9-2A8D-42AC-8D75-CFFB552864AB}"/>
                </a:ext>
              </a:extLst>
            </p:cNvPr>
            <p:cNvSpPr/>
            <p:nvPr/>
          </p:nvSpPr>
          <p:spPr>
            <a:xfrm>
              <a:off x="5805594" y="3590294"/>
              <a:ext cx="215613" cy="186727"/>
            </a:xfrm>
            <a:custGeom>
              <a:avLst/>
              <a:gdLst/>
              <a:ahLst/>
              <a:cxnLst/>
              <a:rect l="0" t="0" r="0" b="0"/>
              <a:pathLst>
                <a:path w="215613" h="186727">
                  <a:moveTo>
                    <a:pt x="107806" y="0"/>
                  </a:moveTo>
                  <a:lnTo>
                    <a:pt x="215613" y="186727"/>
                  </a:lnTo>
                  <a:lnTo>
                    <a:pt x="0" y="18672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2" name="pg253">
              <a:extLst>
                <a:ext uri="{FF2B5EF4-FFF2-40B4-BE49-F238E27FC236}">
                  <a16:creationId xmlns:a16="http://schemas.microsoft.com/office/drawing/2014/main" id="{6B5E8E15-716A-4E96-952D-322829BA19EA}"/>
                </a:ext>
              </a:extLst>
            </p:cNvPr>
            <p:cNvSpPr/>
            <p:nvPr/>
          </p:nvSpPr>
          <p:spPr>
            <a:xfrm>
              <a:off x="6310716" y="3691527"/>
              <a:ext cx="40273" cy="34877"/>
            </a:xfrm>
            <a:custGeom>
              <a:avLst/>
              <a:gdLst/>
              <a:ahLst/>
              <a:cxnLst/>
              <a:rect l="0" t="0" r="0" b="0"/>
              <a:pathLst>
                <a:path w="40273" h="34877">
                  <a:moveTo>
                    <a:pt x="20136" y="0"/>
                  </a:moveTo>
                  <a:lnTo>
                    <a:pt x="40273" y="34877"/>
                  </a:lnTo>
                  <a:lnTo>
                    <a:pt x="0" y="348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3" name="pg254">
              <a:extLst>
                <a:ext uri="{FF2B5EF4-FFF2-40B4-BE49-F238E27FC236}">
                  <a16:creationId xmlns:a16="http://schemas.microsoft.com/office/drawing/2014/main" id="{BF7BD53C-957D-46A7-87FE-81224FD680E4}"/>
                </a:ext>
              </a:extLst>
            </p:cNvPr>
            <p:cNvSpPr/>
            <p:nvPr/>
          </p:nvSpPr>
          <p:spPr>
            <a:xfrm>
              <a:off x="6378301" y="3649060"/>
              <a:ext cx="113828" cy="98578"/>
            </a:xfrm>
            <a:custGeom>
              <a:avLst/>
              <a:gdLst/>
              <a:ahLst/>
              <a:cxnLst/>
              <a:rect l="0" t="0" r="0" b="0"/>
              <a:pathLst>
                <a:path w="113828" h="98578">
                  <a:moveTo>
                    <a:pt x="56914" y="0"/>
                  </a:moveTo>
                  <a:lnTo>
                    <a:pt x="113828" y="98578"/>
                  </a:lnTo>
                  <a:lnTo>
                    <a:pt x="0" y="985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4" name="pl255">
              <a:extLst>
                <a:ext uri="{FF2B5EF4-FFF2-40B4-BE49-F238E27FC236}">
                  <a16:creationId xmlns:a16="http://schemas.microsoft.com/office/drawing/2014/main" id="{168B66EC-B050-4253-BE4F-2FBDA935D094}"/>
                </a:ext>
              </a:extLst>
            </p:cNvPr>
            <p:cNvSpPr/>
            <p:nvPr/>
          </p:nvSpPr>
          <p:spPr>
            <a:xfrm>
              <a:off x="5108317" y="326944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5400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l256">
              <a:extLst>
                <a:ext uri="{FF2B5EF4-FFF2-40B4-BE49-F238E27FC236}">
                  <a16:creationId xmlns:a16="http://schemas.microsoft.com/office/drawing/2014/main" id="{A0430BAE-D48A-4BCA-AB35-005747EBA139}"/>
                </a:ext>
              </a:extLst>
            </p:cNvPr>
            <p:cNvSpPr/>
            <p:nvPr/>
          </p:nvSpPr>
          <p:spPr>
            <a:xfrm>
              <a:off x="7583206" y="326944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5400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rc261">
              <a:extLst>
                <a:ext uri="{FF2B5EF4-FFF2-40B4-BE49-F238E27FC236}">
                  <a16:creationId xmlns:a16="http://schemas.microsoft.com/office/drawing/2014/main" id="{12D484BB-CFFC-4A14-BA94-4EA14F77B2E6}"/>
                </a:ext>
              </a:extLst>
            </p:cNvPr>
            <p:cNvSpPr/>
            <p:nvPr/>
          </p:nvSpPr>
          <p:spPr>
            <a:xfrm>
              <a:off x="2827244" y="3269442"/>
              <a:ext cx="8199934" cy="1632901"/>
            </a:xfrm>
            <a:prstGeom prst="rect">
              <a:avLst/>
            </a:prstGeom>
            <a:ln w="27101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l264">
              <a:extLst>
                <a:ext uri="{FF2B5EF4-FFF2-40B4-BE49-F238E27FC236}">
                  <a16:creationId xmlns:a16="http://schemas.microsoft.com/office/drawing/2014/main" id="{21B0F044-0463-4B1C-BBDF-ABC149DB3803}"/>
                </a:ext>
              </a:extLst>
            </p:cNvPr>
            <p:cNvSpPr/>
            <p:nvPr/>
          </p:nvSpPr>
          <p:spPr>
            <a:xfrm>
              <a:off x="2757655" y="4457007"/>
              <a:ext cx="69589" cy="0"/>
            </a:xfrm>
            <a:custGeom>
              <a:avLst/>
              <a:gdLst/>
              <a:ahLst/>
              <a:cxnLst/>
              <a:rect l="0" t="0" r="0" b="0"/>
              <a:pathLst>
                <a:path w="69589">
                  <a:moveTo>
                    <a:pt x="0" y="0"/>
                  </a:moveTo>
                  <a:lnTo>
                    <a:pt x="6958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l265">
              <a:extLst>
                <a:ext uri="{FF2B5EF4-FFF2-40B4-BE49-F238E27FC236}">
                  <a16:creationId xmlns:a16="http://schemas.microsoft.com/office/drawing/2014/main" id="{5C978B9C-9D17-416C-8F5B-FEB857078129}"/>
                </a:ext>
              </a:extLst>
            </p:cNvPr>
            <p:cNvSpPr/>
            <p:nvPr/>
          </p:nvSpPr>
          <p:spPr>
            <a:xfrm>
              <a:off x="2757655" y="3714779"/>
              <a:ext cx="69589" cy="0"/>
            </a:xfrm>
            <a:custGeom>
              <a:avLst/>
              <a:gdLst/>
              <a:ahLst/>
              <a:cxnLst/>
              <a:rect l="0" t="0" r="0" b="0"/>
              <a:pathLst>
                <a:path w="69589">
                  <a:moveTo>
                    <a:pt x="0" y="0"/>
                  </a:moveTo>
                  <a:lnTo>
                    <a:pt x="6958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l266">
              <a:extLst>
                <a:ext uri="{FF2B5EF4-FFF2-40B4-BE49-F238E27FC236}">
                  <a16:creationId xmlns:a16="http://schemas.microsoft.com/office/drawing/2014/main" id="{7E6A229D-6D76-4A1B-A8F2-5A9B140B02D5}"/>
                </a:ext>
              </a:extLst>
            </p:cNvPr>
            <p:cNvSpPr/>
            <p:nvPr/>
          </p:nvSpPr>
          <p:spPr>
            <a:xfrm>
              <a:off x="3945417" y="4902344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l267">
              <a:extLst>
                <a:ext uri="{FF2B5EF4-FFF2-40B4-BE49-F238E27FC236}">
                  <a16:creationId xmlns:a16="http://schemas.microsoft.com/office/drawing/2014/main" id="{0DBDF20C-AED1-45E2-B9FD-180BD0F0D543}"/>
                </a:ext>
              </a:extLst>
            </p:cNvPr>
            <p:cNvSpPr/>
            <p:nvPr/>
          </p:nvSpPr>
          <p:spPr>
            <a:xfrm>
              <a:off x="5436314" y="4902344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l268">
              <a:extLst>
                <a:ext uri="{FF2B5EF4-FFF2-40B4-BE49-F238E27FC236}">
                  <a16:creationId xmlns:a16="http://schemas.microsoft.com/office/drawing/2014/main" id="{1BBAEAAC-1FE6-43A2-9F56-BF0D727FE3BC}"/>
                </a:ext>
              </a:extLst>
            </p:cNvPr>
            <p:cNvSpPr/>
            <p:nvPr/>
          </p:nvSpPr>
          <p:spPr>
            <a:xfrm>
              <a:off x="6927211" y="4902344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l269">
              <a:extLst>
                <a:ext uri="{FF2B5EF4-FFF2-40B4-BE49-F238E27FC236}">
                  <a16:creationId xmlns:a16="http://schemas.microsoft.com/office/drawing/2014/main" id="{64CE9F8A-BF0B-4C55-BDD5-75086F045B65}"/>
                </a:ext>
              </a:extLst>
            </p:cNvPr>
            <p:cNvSpPr/>
            <p:nvPr/>
          </p:nvSpPr>
          <p:spPr>
            <a:xfrm>
              <a:off x="8418109" y="4902344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l270">
              <a:extLst>
                <a:ext uri="{FF2B5EF4-FFF2-40B4-BE49-F238E27FC236}">
                  <a16:creationId xmlns:a16="http://schemas.microsoft.com/office/drawing/2014/main" id="{77F33594-C0AA-4FF6-82C5-223BDA37EAE4}"/>
                </a:ext>
              </a:extLst>
            </p:cNvPr>
            <p:cNvSpPr/>
            <p:nvPr/>
          </p:nvSpPr>
          <p:spPr>
            <a:xfrm>
              <a:off x="9909006" y="4902344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tx271">
              <a:extLst>
                <a:ext uri="{FF2B5EF4-FFF2-40B4-BE49-F238E27FC236}">
                  <a16:creationId xmlns:a16="http://schemas.microsoft.com/office/drawing/2014/main" id="{662B8B9F-8806-410C-B642-C3312EFD2A00}"/>
                </a:ext>
              </a:extLst>
            </p:cNvPr>
            <p:cNvSpPr/>
            <p:nvPr/>
          </p:nvSpPr>
          <p:spPr>
            <a:xfrm>
              <a:off x="3758951" y="5024221"/>
              <a:ext cx="372933" cy="1633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345" name="tx272">
              <a:extLst>
                <a:ext uri="{FF2B5EF4-FFF2-40B4-BE49-F238E27FC236}">
                  <a16:creationId xmlns:a16="http://schemas.microsoft.com/office/drawing/2014/main" id="{754394E8-0648-40B3-8FAF-A21AA4E94BC8}"/>
                </a:ext>
              </a:extLst>
            </p:cNvPr>
            <p:cNvSpPr/>
            <p:nvPr/>
          </p:nvSpPr>
          <p:spPr>
            <a:xfrm>
              <a:off x="5249848" y="5024111"/>
              <a:ext cx="372933" cy="1634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346" name="tx273">
              <a:extLst>
                <a:ext uri="{FF2B5EF4-FFF2-40B4-BE49-F238E27FC236}">
                  <a16:creationId xmlns:a16="http://schemas.microsoft.com/office/drawing/2014/main" id="{72CAB031-FB58-4B96-AB96-C3649FBB29BD}"/>
                </a:ext>
              </a:extLst>
            </p:cNvPr>
            <p:cNvSpPr/>
            <p:nvPr/>
          </p:nvSpPr>
          <p:spPr>
            <a:xfrm>
              <a:off x="6740745" y="5024221"/>
              <a:ext cx="372933" cy="1633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347" name="tx274">
              <a:extLst>
                <a:ext uri="{FF2B5EF4-FFF2-40B4-BE49-F238E27FC236}">
                  <a16:creationId xmlns:a16="http://schemas.microsoft.com/office/drawing/2014/main" id="{B528A835-A0A6-4843-B40D-AB3B605F7801}"/>
                </a:ext>
              </a:extLst>
            </p:cNvPr>
            <p:cNvSpPr/>
            <p:nvPr/>
          </p:nvSpPr>
          <p:spPr>
            <a:xfrm>
              <a:off x="8231642" y="5024221"/>
              <a:ext cx="372933" cy="1633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348" name="tx275">
              <a:extLst>
                <a:ext uri="{FF2B5EF4-FFF2-40B4-BE49-F238E27FC236}">
                  <a16:creationId xmlns:a16="http://schemas.microsoft.com/office/drawing/2014/main" id="{096DC854-F7D0-4160-B339-8D73CFD752EE}"/>
                </a:ext>
              </a:extLst>
            </p:cNvPr>
            <p:cNvSpPr/>
            <p:nvPr/>
          </p:nvSpPr>
          <p:spPr>
            <a:xfrm>
              <a:off x="9722539" y="5024221"/>
              <a:ext cx="372933" cy="1633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600</a:t>
              </a:r>
            </a:p>
          </p:txBody>
        </p:sp>
        <p:sp>
          <p:nvSpPr>
            <p:cNvPr id="349" name="tx276">
              <a:extLst>
                <a:ext uri="{FF2B5EF4-FFF2-40B4-BE49-F238E27FC236}">
                  <a16:creationId xmlns:a16="http://schemas.microsoft.com/office/drawing/2014/main" id="{1688E326-1709-47FA-B993-9E93F05CE921}"/>
                </a:ext>
              </a:extLst>
            </p:cNvPr>
            <p:cNvSpPr/>
            <p:nvPr/>
          </p:nvSpPr>
          <p:spPr>
            <a:xfrm>
              <a:off x="6018752" y="5245433"/>
              <a:ext cx="1816918" cy="2587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Pandemic Day</a:t>
              </a:r>
            </a:p>
          </p:txBody>
        </p:sp>
      </p:grpSp>
      <p:sp>
        <p:nvSpPr>
          <p:cNvPr id="350" name="tx105">
            <a:extLst>
              <a:ext uri="{FF2B5EF4-FFF2-40B4-BE49-F238E27FC236}">
                <a16:creationId xmlns:a16="http://schemas.microsoft.com/office/drawing/2014/main" id="{96163153-EAF1-4BD7-9733-88F245621A5D}"/>
              </a:ext>
            </a:extLst>
          </p:cNvPr>
          <p:cNvSpPr/>
          <p:nvPr/>
        </p:nvSpPr>
        <p:spPr>
          <a:xfrm>
            <a:off x="148416" y="4333958"/>
            <a:ext cx="1766249" cy="5039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995"/>
              </a:lnSpc>
            </a:pPr>
            <a:r>
              <a:rPr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Cumulative</a:t>
            </a:r>
            <a: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N</a:t>
            </a:r>
          </a:p>
          <a:p>
            <a:pPr>
              <a:lnSpc>
                <a:spcPts val="1995"/>
              </a:lnSpc>
            </a:pPr>
            <a: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and</a:t>
            </a:r>
          </a:p>
          <a:p>
            <a:pPr>
              <a:lnSpc>
                <a:spcPts val="1995"/>
              </a:lnSpc>
            </a:pPr>
            <a: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N of patients</a:t>
            </a:r>
            <a:endParaRPr sz="1451" b="1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351" name="tx112">
            <a:extLst>
              <a:ext uri="{FF2B5EF4-FFF2-40B4-BE49-F238E27FC236}">
                <a16:creationId xmlns:a16="http://schemas.microsoft.com/office/drawing/2014/main" id="{E91E4B7E-361A-4058-815D-BF64C837C241}"/>
              </a:ext>
            </a:extLst>
          </p:cNvPr>
          <p:cNvSpPr/>
          <p:nvPr/>
        </p:nvSpPr>
        <p:spPr>
          <a:xfrm>
            <a:off x="1868350" y="5250752"/>
            <a:ext cx="1128947" cy="57225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596"/>
              </a:lnSpc>
            </a:pPr>
            <a: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Randomized</a:t>
            </a:r>
            <a:b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Controlled</a:t>
            </a:r>
            <a:b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Trials</a:t>
            </a:r>
            <a:endParaRPr sz="1596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352" name="tx111">
            <a:extLst>
              <a:ext uri="{FF2B5EF4-FFF2-40B4-BE49-F238E27FC236}">
                <a16:creationId xmlns:a16="http://schemas.microsoft.com/office/drawing/2014/main" id="{D4D42FF5-892A-4EA2-BB74-9C18FAC525DD}"/>
              </a:ext>
            </a:extLst>
          </p:cNvPr>
          <p:cNvSpPr/>
          <p:nvPr/>
        </p:nvSpPr>
        <p:spPr>
          <a:xfrm>
            <a:off x="1930233" y="4524042"/>
            <a:ext cx="899622" cy="3488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596"/>
              </a:lnSpc>
            </a:pPr>
            <a:r>
              <a:rPr lang="en-US" sz="1596" dirty="0">
                <a:solidFill>
                  <a:srgbClr val="000000"/>
                </a:solidFill>
                <a:latin typeface="Arial"/>
                <a:cs typeface="Arial"/>
              </a:rPr>
              <a:t>Real World</a:t>
            </a:r>
            <a:br>
              <a:rPr lang="en-US" sz="1596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1596" dirty="0">
                <a:solidFill>
                  <a:srgbClr val="000000"/>
                </a:solidFill>
                <a:latin typeface="Arial"/>
                <a:cs typeface="Arial"/>
              </a:rPr>
              <a:t>Studies</a:t>
            </a:r>
            <a:endParaRPr sz="1596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53" name="pl32">
            <a:extLst>
              <a:ext uri="{FF2B5EF4-FFF2-40B4-BE49-F238E27FC236}">
                <a16:creationId xmlns:a16="http://schemas.microsoft.com/office/drawing/2014/main" id="{393F9D42-68D0-4227-B8DB-4F9C4D5FCABF}"/>
              </a:ext>
            </a:extLst>
          </p:cNvPr>
          <p:cNvSpPr/>
          <p:nvPr/>
        </p:nvSpPr>
        <p:spPr>
          <a:xfrm rot="15712211">
            <a:off x="4908703" y="4001053"/>
            <a:ext cx="441012" cy="335644"/>
          </a:xfrm>
          <a:custGeom>
            <a:avLst/>
            <a:gdLst/>
            <a:ahLst/>
            <a:cxnLst/>
            <a:rect l="0" t="0" r="0" b="0"/>
            <a:pathLst>
              <a:path w="753729" h="297339">
                <a:moveTo>
                  <a:pt x="753729" y="0"/>
                </a:moveTo>
                <a:lnTo>
                  <a:pt x="751764" y="2208"/>
                </a:lnTo>
                <a:lnTo>
                  <a:pt x="741353" y="13909"/>
                </a:lnTo>
                <a:lnTo>
                  <a:pt x="723443" y="34038"/>
                </a:lnTo>
                <a:lnTo>
                  <a:pt x="704431" y="55370"/>
                </a:lnTo>
                <a:lnTo>
                  <a:pt x="687044" y="74359"/>
                </a:lnTo>
                <a:lnTo>
                  <a:pt x="670753" y="91091"/>
                </a:lnTo>
                <a:lnTo>
                  <a:pt x="657473" y="103785"/>
                </a:lnTo>
                <a:lnTo>
                  <a:pt x="640750" y="118681"/>
                </a:lnTo>
                <a:lnTo>
                  <a:pt x="624320" y="132297"/>
                </a:lnTo>
                <a:lnTo>
                  <a:pt x="608944" y="144292"/>
                </a:lnTo>
                <a:lnTo>
                  <a:pt x="594144" y="155510"/>
                </a:lnTo>
                <a:lnTo>
                  <a:pt x="578117" y="167231"/>
                </a:lnTo>
                <a:lnTo>
                  <a:pt x="560266" y="179448"/>
                </a:lnTo>
                <a:lnTo>
                  <a:pt x="544985" y="189189"/>
                </a:lnTo>
                <a:lnTo>
                  <a:pt x="525700" y="200576"/>
                </a:lnTo>
                <a:lnTo>
                  <a:pt x="506950" y="210763"/>
                </a:lnTo>
                <a:lnTo>
                  <a:pt x="489548" y="219563"/>
                </a:lnTo>
                <a:lnTo>
                  <a:pt x="472860" y="227713"/>
                </a:lnTo>
                <a:lnTo>
                  <a:pt x="454871" y="236119"/>
                </a:lnTo>
                <a:lnTo>
                  <a:pt x="434997" y="244658"/>
                </a:lnTo>
                <a:lnTo>
                  <a:pt x="418123" y="251266"/>
                </a:lnTo>
                <a:lnTo>
                  <a:pt x="397002" y="258715"/>
                </a:lnTo>
                <a:lnTo>
                  <a:pt x="376638" y="265091"/>
                </a:lnTo>
                <a:lnTo>
                  <a:pt x="357864" y="270365"/>
                </a:lnTo>
                <a:lnTo>
                  <a:pt x="339917" y="275138"/>
                </a:lnTo>
                <a:lnTo>
                  <a:pt x="320643" y="279913"/>
                </a:lnTo>
                <a:lnTo>
                  <a:pt x="299495" y="284455"/>
                </a:lnTo>
                <a:lnTo>
                  <a:pt x="281662" y="287680"/>
                </a:lnTo>
                <a:lnTo>
                  <a:pt x="259501" y="290910"/>
                </a:lnTo>
                <a:lnTo>
                  <a:pt x="238289" y="293234"/>
                </a:lnTo>
                <a:lnTo>
                  <a:pt x="218850" y="294784"/>
                </a:lnTo>
                <a:lnTo>
                  <a:pt x="200318" y="296003"/>
                </a:lnTo>
                <a:lnTo>
                  <a:pt x="180486" y="296966"/>
                </a:lnTo>
                <a:lnTo>
                  <a:pt x="158858" y="297339"/>
                </a:lnTo>
                <a:lnTo>
                  <a:pt x="140738" y="297060"/>
                </a:lnTo>
                <a:lnTo>
                  <a:pt x="118180" y="295913"/>
                </a:lnTo>
                <a:lnTo>
                  <a:pt x="94587" y="293794"/>
                </a:lnTo>
                <a:lnTo>
                  <a:pt x="68472" y="290711"/>
                </a:lnTo>
                <a:lnTo>
                  <a:pt x="39833" y="287037"/>
                </a:lnTo>
                <a:lnTo>
                  <a:pt x="14510" y="283782"/>
                </a:lnTo>
                <a:lnTo>
                  <a:pt x="1645" y="282129"/>
                </a:lnTo>
                <a:lnTo>
                  <a:pt x="0" y="281917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headEnd type="none"/>
            <a:tailEnd type="arrow"/>
          </a:ln>
        </p:spPr>
        <p:txBody>
          <a:bodyPr/>
          <a:lstStyle/>
          <a:p>
            <a:endParaRPr>
              <a:solidFill>
                <a:srgbClr val="7F7F7F"/>
              </a:solidFill>
            </a:endParaRPr>
          </a:p>
        </p:txBody>
      </p:sp>
      <p:sp>
        <p:nvSpPr>
          <p:cNvPr id="354" name="pl32">
            <a:extLst>
              <a:ext uri="{FF2B5EF4-FFF2-40B4-BE49-F238E27FC236}">
                <a16:creationId xmlns:a16="http://schemas.microsoft.com/office/drawing/2014/main" id="{706222AA-4321-4008-B7B9-F2055326FE64}"/>
              </a:ext>
            </a:extLst>
          </p:cNvPr>
          <p:cNvSpPr/>
          <p:nvPr/>
        </p:nvSpPr>
        <p:spPr>
          <a:xfrm rot="5400000" flipH="1" flipV="1">
            <a:off x="5820853" y="4288904"/>
            <a:ext cx="484047" cy="124941"/>
          </a:xfrm>
          <a:custGeom>
            <a:avLst/>
            <a:gdLst/>
            <a:ahLst/>
            <a:cxnLst/>
            <a:rect l="0" t="0" r="0" b="0"/>
            <a:pathLst>
              <a:path w="753729" h="297339">
                <a:moveTo>
                  <a:pt x="753729" y="0"/>
                </a:moveTo>
                <a:lnTo>
                  <a:pt x="751764" y="2208"/>
                </a:lnTo>
                <a:lnTo>
                  <a:pt x="741353" y="13909"/>
                </a:lnTo>
                <a:lnTo>
                  <a:pt x="723443" y="34038"/>
                </a:lnTo>
                <a:lnTo>
                  <a:pt x="704431" y="55370"/>
                </a:lnTo>
                <a:lnTo>
                  <a:pt x="687044" y="74359"/>
                </a:lnTo>
                <a:lnTo>
                  <a:pt x="670753" y="91091"/>
                </a:lnTo>
                <a:lnTo>
                  <a:pt x="657473" y="103785"/>
                </a:lnTo>
                <a:lnTo>
                  <a:pt x="640750" y="118681"/>
                </a:lnTo>
                <a:lnTo>
                  <a:pt x="624320" y="132297"/>
                </a:lnTo>
                <a:lnTo>
                  <a:pt x="608944" y="144292"/>
                </a:lnTo>
                <a:lnTo>
                  <a:pt x="594144" y="155510"/>
                </a:lnTo>
                <a:lnTo>
                  <a:pt x="578117" y="167231"/>
                </a:lnTo>
                <a:lnTo>
                  <a:pt x="560266" y="179448"/>
                </a:lnTo>
                <a:lnTo>
                  <a:pt x="544985" y="189189"/>
                </a:lnTo>
                <a:lnTo>
                  <a:pt x="525700" y="200576"/>
                </a:lnTo>
                <a:lnTo>
                  <a:pt x="506950" y="210763"/>
                </a:lnTo>
                <a:lnTo>
                  <a:pt x="489548" y="219563"/>
                </a:lnTo>
                <a:lnTo>
                  <a:pt x="472860" y="227713"/>
                </a:lnTo>
                <a:lnTo>
                  <a:pt x="454871" y="236119"/>
                </a:lnTo>
                <a:lnTo>
                  <a:pt x="434997" y="244658"/>
                </a:lnTo>
                <a:lnTo>
                  <a:pt x="418123" y="251266"/>
                </a:lnTo>
                <a:lnTo>
                  <a:pt x="397002" y="258715"/>
                </a:lnTo>
                <a:lnTo>
                  <a:pt x="376638" y="265091"/>
                </a:lnTo>
                <a:lnTo>
                  <a:pt x="357864" y="270365"/>
                </a:lnTo>
                <a:lnTo>
                  <a:pt x="339917" y="275138"/>
                </a:lnTo>
                <a:lnTo>
                  <a:pt x="320643" y="279913"/>
                </a:lnTo>
                <a:lnTo>
                  <a:pt x="299495" y="284455"/>
                </a:lnTo>
                <a:lnTo>
                  <a:pt x="281662" y="287680"/>
                </a:lnTo>
                <a:lnTo>
                  <a:pt x="259501" y="290910"/>
                </a:lnTo>
                <a:lnTo>
                  <a:pt x="238289" y="293234"/>
                </a:lnTo>
                <a:lnTo>
                  <a:pt x="218850" y="294784"/>
                </a:lnTo>
                <a:lnTo>
                  <a:pt x="200318" y="296003"/>
                </a:lnTo>
                <a:lnTo>
                  <a:pt x="180486" y="296966"/>
                </a:lnTo>
                <a:lnTo>
                  <a:pt x="158858" y="297339"/>
                </a:lnTo>
                <a:lnTo>
                  <a:pt x="140738" y="297060"/>
                </a:lnTo>
                <a:lnTo>
                  <a:pt x="118180" y="295913"/>
                </a:lnTo>
                <a:lnTo>
                  <a:pt x="94587" y="293794"/>
                </a:lnTo>
                <a:lnTo>
                  <a:pt x="68472" y="290711"/>
                </a:lnTo>
                <a:lnTo>
                  <a:pt x="39833" y="287037"/>
                </a:lnTo>
                <a:lnTo>
                  <a:pt x="14510" y="283782"/>
                </a:lnTo>
                <a:lnTo>
                  <a:pt x="1645" y="282129"/>
                </a:lnTo>
                <a:lnTo>
                  <a:pt x="0" y="281917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355" name="pl32">
            <a:extLst>
              <a:ext uri="{FF2B5EF4-FFF2-40B4-BE49-F238E27FC236}">
                <a16:creationId xmlns:a16="http://schemas.microsoft.com/office/drawing/2014/main" id="{AEDBE970-D37D-45AB-852B-B14B35461D4A}"/>
              </a:ext>
            </a:extLst>
          </p:cNvPr>
          <p:cNvSpPr/>
          <p:nvPr/>
        </p:nvSpPr>
        <p:spPr>
          <a:xfrm rot="8183801" flipH="1" flipV="1">
            <a:off x="7639040" y="4472226"/>
            <a:ext cx="851718" cy="256732"/>
          </a:xfrm>
          <a:custGeom>
            <a:avLst/>
            <a:gdLst/>
            <a:ahLst/>
            <a:cxnLst/>
            <a:rect l="0" t="0" r="0" b="0"/>
            <a:pathLst>
              <a:path w="753729" h="297339">
                <a:moveTo>
                  <a:pt x="753729" y="0"/>
                </a:moveTo>
                <a:lnTo>
                  <a:pt x="751764" y="2208"/>
                </a:lnTo>
                <a:lnTo>
                  <a:pt x="741353" y="13909"/>
                </a:lnTo>
                <a:lnTo>
                  <a:pt x="723443" y="34038"/>
                </a:lnTo>
                <a:lnTo>
                  <a:pt x="704431" y="55370"/>
                </a:lnTo>
                <a:lnTo>
                  <a:pt x="687044" y="74359"/>
                </a:lnTo>
                <a:lnTo>
                  <a:pt x="670753" y="91091"/>
                </a:lnTo>
                <a:lnTo>
                  <a:pt x="657473" y="103785"/>
                </a:lnTo>
                <a:lnTo>
                  <a:pt x="640750" y="118681"/>
                </a:lnTo>
                <a:lnTo>
                  <a:pt x="624320" y="132297"/>
                </a:lnTo>
                <a:lnTo>
                  <a:pt x="608944" y="144292"/>
                </a:lnTo>
                <a:lnTo>
                  <a:pt x="594144" y="155510"/>
                </a:lnTo>
                <a:lnTo>
                  <a:pt x="578117" y="167231"/>
                </a:lnTo>
                <a:lnTo>
                  <a:pt x="560266" y="179448"/>
                </a:lnTo>
                <a:lnTo>
                  <a:pt x="544985" y="189189"/>
                </a:lnTo>
                <a:lnTo>
                  <a:pt x="525700" y="200576"/>
                </a:lnTo>
                <a:lnTo>
                  <a:pt x="506950" y="210763"/>
                </a:lnTo>
                <a:lnTo>
                  <a:pt x="489548" y="219563"/>
                </a:lnTo>
                <a:lnTo>
                  <a:pt x="472860" y="227713"/>
                </a:lnTo>
                <a:lnTo>
                  <a:pt x="454871" y="236119"/>
                </a:lnTo>
                <a:lnTo>
                  <a:pt x="434997" y="244658"/>
                </a:lnTo>
                <a:lnTo>
                  <a:pt x="418123" y="251266"/>
                </a:lnTo>
                <a:lnTo>
                  <a:pt x="397002" y="258715"/>
                </a:lnTo>
                <a:lnTo>
                  <a:pt x="376638" y="265091"/>
                </a:lnTo>
                <a:lnTo>
                  <a:pt x="357864" y="270365"/>
                </a:lnTo>
                <a:lnTo>
                  <a:pt x="339917" y="275138"/>
                </a:lnTo>
                <a:lnTo>
                  <a:pt x="320643" y="279913"/>
                </a:lnTo>
                <a:lnTo>
                  <a:pt x="299495" y="284455"/>
                </a:lnTo>
                <a:lnTo>
                  <a:pt x="281662" y="287680"/>
                </a:lnTo>
                <a:lnTo>
                  <a:pt x="259501" y="290910"/>
                </a:lnTo>
                <a:lnTo>
                  <a:pt x="238289" y="293234"/>
                </a:lnTo>
                <a:lnTo>
                  <a:pt x="218850" y="294784"/>
                </a:lnTo>
                <a:lnTo>
                  <a:pt x="200318" y="296003"/>
                </a:lnTo>
                <a:lnTo>
                  <a:pt x="180486" y="296966"/>
                </a:lnTo>
                <a:lnTo>
                  <a:pt x="158858" y="297339"/>
                </a:lnTo>
                <a:lnTo>
                  <a:pt x="140738" y="297060"/>
                </a:lnTo>
                <a:lnTo>
                  <a:pt x="118180" y="295913"/>
                </a:lnTo>
                <a:lnTo>
                  <a:pt x="94587" y="293794"/>
                </a:lnTo>
                <a:lnTo>
                  <a:pt x="68472" y="290711"/>
                </a:lnTo>
                <a:lnTo>
                  <a:pt x="39833" y="287037"/>
                </a:lnTo>
                <a:lnTo>
                  <a:pt x="14510" y="283782"/>
                </a:lnTo>
                <a:lnTo>
                  <a:pt x="1645" y="282129"/>
                </a:lnTo>
                <a:lnTo>
                  <a:pt x="0" y="281917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74A1D337-4229-4456-B35E-08DF64840380}"/>
              </a:ext>
            </a:extLst>
          </p:cNvPr>
          <p:cNvSpPr txBox="1"/>
          <p:nvPr/>
        </p:nvSpPr>
        <p:spPr>
          <a:xfrm>
            <a:off x="7109077" y="4291558"/>
            <a:ext cx="1638542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400" b="1" dirty="0">
                <a:solidFill>
                  <a:srgbClr val="BEBEBE"/>
                </a:solidFill>
                <a:latin typeface="Arial"/>
                <a:cs typeface="Arial"/>
              </a:rPr>
              <a:t>13380</a:t>
            </a:r>
            <a:endParaRPr lang="en-US" sz="1270" b="1" dirty="0">
              <a:solidFill>
                <a:srgbClr val="BEBEBE"/>
              </a:solidFill>
              <a:latin typeface="Arial"/>
              <a:cs typeface="Arial"/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93D3D577-49C7-4A94-81DD-F73502FA5C8C}"/>
              </a:ext>
            </a:extLst>
          </p:cNvPr>
          <p:cNvSpPr txBox="1"/>
          <p:nvPr/>
        </p:nvSpPr>
        <p:spPr>
          <a:xfrm>
            <a:off x="10649941" y="5033967"/>
            <a:ext cx="768803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400" b="1" dirty="0">
                <a:solidFill>
                  <a:srgbClr val="BEBEBE"/>
                </a:solidFill>
                <a:latin typeface="Arial"/>
                <a:cs typeface="Arial"/>
              </a:rPr>
              <a:t>10718</a:t>
            </a:r>
            <a:endParaRPr lang="en-US" sz="1270" b="1" dirty="0">
              <a:solidFill>
                <a:srgbClr val="BEBEBE"/>
              </a:solidFill>
              <a:latin typeface="Arial"/>
              <a:cs typeface="Arial"/>
            </a:endParaRPr>
          </a:p>
        </p:txBody>
      </p:sp>
      <p:sp>
        <p:nvSpPr>
          <p:cNvPr id="358" name="Right Brace 357">
            <a:extLst>
              <a:ext uri="{FF2B5EF4-FFF2-40B4-BE49-F238E27FC236}">
                <a16:creationId xmlns:a16="http://schemas.microsoft.com/office/drawing/2014/main" id="{E3EF4999-D449-4EF2-ABCE-1222C7EBE6AC}"/>
              </a:ext>
            </a:extLst>
          </p:cNvPr>
          <p:cNvSpPr/>
          <p:nvPr/>
        </p:nvSpPr>
        <p:spPr>
          <a:xfrm>
            <a:off x="11328938" y="5172075"/>
            <a:ext cx="172298" cy="532439"/>
          </a:xfrm>
          <a:prstGeom prst="rightBrace">
            <a:avLst/>
          </a:prstGeom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154467D8-F68A-4ADD-9200-0E42EF315AB2}"/>
              </a:ext>
            </a:extLst>
          </p:cNvPr>
          <p:cNvSpPr txBox="1"/>
          <p:nvPr/>
        </p:nvSpPr>
        <p:spPr>
          <a:xfrm>
            <a:off x="10651425" y="5599637"/>
            <a:ext cx="1304708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rgbClr val="969696"/>
                </a:solidFill>
                <a:latin typeface="Arial"/>
                <a:cs typeface="Arial"/>
              </a:rPr>
              <a:t>Height proportional to Cumulative N</a:t>
            </a:r>
          </a:p>
        </p:txBody>
      </p:sp>
      <p:sp>
        <p:nvSpPr>
          <p:cNvPr id="360" name="pl83">
            <a:extLst>
              <a:ext uri="{FF2B5EF4-FFF2-40B4-BE49-F238E27FC236}">
                <a16:creationId xmlns:a16="http://schemas.microsoft.com/office/drawing/2014/main" id="{E5BBBF4C-6AB9-4D62-94D9-F47AE4F5452B}"/>
              </a:ext>
            </a:extLst>
          </p:cNvPr>
          <p:cNvSpPr/>
          <p:nvPr/>
        </p:nvSpPr>
        <p:spPr>
          <a:xfrm>
            <a:off x="5367326" y="2393386"/>
            <a:ext cx="2385774" cy="0"/>
          </a:xfrm>
          <a:custGeom>
            <a:avLst/>
            <a:gdLst/>
            <a:ahLst/>
            <a:cxnLst/>
            <a:rect l="0" t="0" r="0" b="0"/>
            <a:pathLst>
              <a:path w="2385774">
                <a:moveTo>
                  <a:pt x="2385774" y="0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headEnd type="arrow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361" name="pl32">
            <a:extLst>
              <a:ext uri="{FF2B5EF4-FFF2-40B4-BE49-F238E27FC236}">
                <a16:creationId xmlns:a16="http://schemas.microsoft.com/office/drawing/2014/main" id="{AED684E6-AA45-482F-880E-1A16044BDDFD}"/>
              </a:ext>
            </a:extLst>
          </p:cNvPr>
          <p:cNvSpPr/>
          <p:nvPr/>
        </p:nvSpPr>
        <p:spPr>
          <a:xfrm rot="5400000" flipH="1" flipV="1">
            <a:off x="6333910" y="2153204"/>
            <a:ext cx="320886" cy="159478"/>
          </a:xfrm>
          <a:custGeom>
            <a:avLst/>
            <a:gdLst/>
            <a:ahLst/>
            <a:cxnLst/>
            <a:rect l="0" t="0" r="0" b="0"/>
            <a:pathLst>
              <a:path w="753729" h="297339">
                <a:moveTo>
                  <a:pt x="753729" y="0"/>
                </a:moveTo>
                <a:lnTo>
                  <a:pt x="751764" y="2208"/>
                </a:lnTo>
                <a:lnTo>
                  <a:pt x="741353" y="13909"/>
                </a:lnTo>
                <a:lnTo>
                  <a:pt x="723443" y="34038"/>
                </a:lnTo>
                <a:lnTo>
                  <a:pt x="704431" y="55370"/>
                </a:lnTo>
                <a:lnTo>
                  <a:pt x="687044" y="74359"/>
                </a:lnTo>
                <a:lnTo>
                  <a:pt x="670753" y="91091"/>
                </a:lnTo>
                <a:lnTo>
                  <a:pt x="657473" y="103785"/>
                </a:lnTo>
                <a:lnTo>
                  <a:pt x="640750" y="118681"/>
                </a:lnTo>
                <a:lnTo>
                  <a:pt x="624320" y="132297"/>
                </a:lnTo>
                <a:lnTo>
                  <a:pt x="608944" y="144292"/>
                </a:lnTo>
                <a:lnTo>
                  <a:pt x="594144" y="155510"/>
                </a:lnTo>
                <a:lnTo>
                  <a:pt x="578117" y="167231"/>
                </a:lnTo>
                <a:lnTo>
                  <a:pt x="560266" y="179448"/>
                </a:lnTo>
                <a:lnTo>
                  <a:pt x="544985" y="189189"/>
                </a:lnTo>
                <a:lnTo>
                  <a:pt x="525700" y="200576"/>
                </a:lnTo>
                <a:lnTo>
                  <a:pt x="506950" y="210763"/>
                </a:lnTo>
                <a:lnTo>
                  <a:pt x="489548" y="219563"/>
                </a:lnTo>
                <a:lnTo>
                  <a:pt x="472860" y="227713"/>
                </a:lnTo>
                <a:lnTo>
                  <a:pt x="454871" y="236119"/>
                </a:lnTo>
                <a:lnTo>
                  <a:pt x="434997" y="244658"/>
                </a:lnTo>
                <a:lnTo>
                  <a:pt x="418123" y="251266"/>
                </a:lnTo>
                <a:lnTo>
                  <a:pt x="397002" y="258715"/>
                </a:lnTo>
                <a:lnTo>
                  <a:pt x="376638" y="265091"/>
                </a:lnTo>
                <a:lnTo>
                  <a:pt x="357864" y="270365"/>
                </a:lnTo>
                <a:lnTo>
                  <a:pt x="339917" y="275138"/>
                </a:lnTo>
                <a:lnTo>
                  <a:pt x="320643" y="279913"/>
                </a:lnTo>
                <a:lnTo>
                  <a:pt x="299495" y="284455"/>
                </a:lnTo>
                <a:lnTo>
                  <a:pt x="281662" y="287680"/>
                </a:lnTo>
                <a:lnTo>
                  <a:pt x="259501" y="290910"/>
                </a:lnTo>
                <a:lnTo>
                  <a:pt x="238289" y="293234"/>
                </a:lnTo>
                <a:lnTo>
                  <a:pt x="218850" y="294784"/>
                </a:lnTo>
                <a:lnTo>
                  <a:pt x="200318" y="296003"/>
                </a:lnTo>
                <a:lnTo>
                  <a:pt x="180486" y="296966"/>
                </a:lnTo>
                <a:lnTo>
                  <a:pt x="158858" y="297339"/>
                </a:lnTo>
                <a:lnTo>
                  <a:pt x="140738" y="297060"/>
                </a:lnTo>
                <a:lnTo>
                  <a:pt x="118180" y="295913"/>
                </a:lnTo>
                <a:lnTo>
                  <a:pt x="94587" y="293794"/>
                </a:lnTo>
                <a:lnTo>
                  <a:pt x="68472" y="290711"/>
                </a:lnTo>
                <a:lnTo>
                  <a:pt x="39833" y="287037"/>
                </a:lnTo>
                <a:lnTo>
                  <a:pt x="14510" y="283782"/>
                </a:lnTo>
                <a:lnTo>
                  <a:pt x="1645" y="282129"/>
                </a:lnTo>
                <a:lnTo>
                  <a:pt x="0" y="281917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362" name="tx85">
            <a:extLst>
              <a:ext uri="{FF2B5EF4-FFF2-40B4-BE49-F238E27FC236}">
                <a16:creationId xmlns:a16="http://schemas.microsoft.com/office/drawing/2014/main" id="{3E95AD83-D69B-4A25-BFCB-63B223659826}"/>
              </a:ext>
            </a:extLst>
          </p:cNvPr>
          <p:cNvSpPr/>
          <p:nvPr/>
        </p:nvSpPr>
        <p:spPr>
          <a:xfrm>
            <a:off x="5270503" y="4966015"/>
            <a:ext cx="2641230" cy="43254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548"/>
              </a:lnSpc>
            </a:pPr>
            <a:r>
              <a:rPr lang="en-US" sz="1548" b="1" dirty="0">
                <a:solidFill>
                  <a:srgbClr val="7F7F7F"/>
                </a:solidFill>
                <a:latin typeface="Arial"/>
                <a:cs typeface="Arial"/>
              </a:rPr>
              <a:t>166 days</a:t>
            </a:r>
            <a:endParaRPr sz="1548" b="1" dirty="0">
              <a:solidFill>
                <a:srgbClr val="7F7F7F"/>
              </a:solidFill>
              <a:latin typeface="Arial"/>
              <a:cs typeface="Arial"/>
            </a:endParaRPr>
          </a:p>
        </p:txBody>
      </p:sp>
      <p:sp>
        <p:nvSpPr>
          <p:cNvPr id="363" name="pl83">
            <a:extLst>
              <a:ext uri="{FF2B5EF4-FFF2-40B4-BE49-F238E27FC236}">
                <a16:creationId xmlns:a16="http://schemas.microsoft.com/office/drawing/2014/main" id="{B60DA86A-9E20-4F88-9C3E-4D5FBBBAA59A}"/>
              </a:ext>
            </a:extLst>
          </p:cNvPr>
          <p:cNvSpPr/>
          <p:nvPr/>
        </p:nvSpPr>
        <p:spPr>
          <a:xfrm>
            <a:off x="5386977" y="5245339"/>
            <a:ext cx="2385774" cy="0"/>
          </a:xfrm>
          <a:custGeom>
            <a:avLst/>
            <a:gdLst/>
            <a:ahLst/>
            <a:cxnLst/>
            <a:rect l="0" t="0" r="0" b="0"/>
            <a:pathLst>
              <a:path w="2385774">
                <a:moveTo>
                  <a:pt x="2385774" y="0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headEnd type="arrow"/>
            <a:tailEnd type="arrow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6879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66810C1-FDC3-4887-813E-E0E896F157ED}"/>
              </a:ext>
            </a:extLst>
          </p:cNvPr>
          <p:cNvGrpSpPr/>
          <p:nvPr/>
        </p:nvGrpSpPr>
        <p:grpSpPr>
          <a:xfrm>
            <a:off x="2306386" y="1488251"/>
            <a:ext cx="8846668" cy="5022648"/>
            <a:chOff x="1089941" y="1139159"/>
            <a:chExt cx="8846668" cy="5022648"/>
          </a:xfrm>
        </p:grpSpPr>
        <p:sp>
          <p:nvSpPr>
            <p:cNvPr id="107" name="rc6">
              <a:extLst>
                <a:ext uri="{FF2B5EF4-FFF2-40B4-BE49-F238E27FC236}">
                  <a16:creationId xmlns:a16="http://schemas.microsoft.com/office/drawing/2014/main" id="{9F09380F-FCF3-4364-8803-8FF07114AB82}"/>
                </a:ext>
              </a:extLst>
            </p:cNvPr>
            <p:cNvSpPr/>
            <p:nvPr/>
          </p:nvSpPr>
          <p:spPr>
            <a:xfrm>
              <a:off x="1836757" y="1139159"/>
              <a:ext cx="8099852" cy="21772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8" name="pl7">
              <a:extLst>
                <a:ext uri="{FF2B5EF4-FFF2-40B4-BE49-F238E27FC236}">
                  <a16:creationId xmlns:a16="http://schemas.microsoft.com/office/drawing/2014/main" id="{D2F4A10D-F188-45A3-A500-96ABE27C4CE6}"/>
                </a:ext>
              </a:extLst>
            </p:cNvPr>
            <p:cNvSpPr/>
            <p:nvPr/>
          </p:nvSpPr>
          <p:spPr>
            <a:xfrm>
              <a:off x="1836757" y="3076208"/>
              <a:ext cx="8099852" cy="0"/>
            </a:xfrm>
            <a:custGeom>
              <a:avLst/>
              <a:gdLst/>
              <a:ahLst/>
              <a:cxnLst/>
              <a:rect l="0" t="0" r="0" b="0"/>
              <a:pathLst>
                <a:path w="8099852">
                  <a:moveTo>
                    <a:pt x="0" y="0"/>
                  </a:moveTo>
                  <a:lnTo>
                    <a:pt x="8099852" y="0"/>
                  </a:lnTo>
                  <a:lnTo>
                    <a:pt x="80998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8">
              <a:extLst>
                <a:ext uri="{FF2B5EF4-FFF2-40B4-BE49-F238E27FC236}">
                  <a16:creationId xmlns:a16="http://schemas.microsoft.com/office/drawing/2014/main" id="{CC74B0E1-E26F-496D-AE1E-9097391B36CF}"/>
                </a:ext>
              </a:extLst>
            </p:cNvPr>
            <p:cNvSpPr/>
            <p:nvPr/>
          </p:nvSpPr>
          <p:spPr>
            <a:xfrm>
              <a:off x="1836757" y="2480387"/>
              <a:ext cx="8099852" cy="0"/>
            </a:xfrm>
            <a:custGeom>
              <a:avLst/>
              <a:gdLst/>
              <a:ahLst/>
              <a:cxnLst/>
              <a:rect l="0" t="0" r="0" b="0"/>
              <a:pathLst>
                <a:path w="8099852">
                  <a:moveTo>
                    <a:pt x="0" y="0"/>
                  </a:moveTo>
                  <a:lnTo>
                    <a:pt x="8099852" y="0"/>
                  </a:lnTo>
                  <a:lnTo>
                    <a:pt x="80998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9">
              <a:extLst>
                <a:ext uri="{FF2B5EF4-FFF2-40B4-BE49-F238E27FC236}">
                  <a16:creationId xmlns:a16="http://schemas.microsoft.com/office/drawing/2014/main" id="{5AFE0224-622D-4C6F-B791-7B94E3E7C910}"/>
                </a:ext>
              </a:extLst>
            </p:cNvPr>
            <p:cNvSpPr/>
            <p:nvPr/>
          </p:nvSpPr>
          <p:spPr>
            <a:xfrm>
              <a:off x="1836757" y="1710300"/>
              <a:ext cx="8099852" cy="0"/>
            </a:xfrm>
            <a:custGeom>
              <a:avLst/>
              <a:gdLst/>
              <a:ahLst/>
              <a:cxnLst/>
              <a:rect l="0" t="0" r="0" b="0"/>
              <a:pathLst>
                <a:path w="8099852">
                  <a:moveTo>
                    <a:pt x="0" y="0"/>
                  </a:moveTo>
                  <a:lnTo>
                    <a:pt x="8099852" y="0"/>
                  </a:lnTo>
                  <a:lnTo>
                    <a:pt x="80998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0">
              <a:extLst>
                <a:ext uri="{FF2B5EF4-FFF2-40B4-BE49-F238E27FC236}">
                  <a16:creationId xmlns:a16="http://schemas.microsoft.com/office/drawing/2014/main" id="{2F05A2B8-35DB-4823-9B16-C239234E2D3A}"/>
                </a:ext>
              </a:extLst>
            </p:cNvPr>
            <p:cNvSpPr/>
            <p:nvPr/>
          </p:nvSpPr>
          <p:spPr>
            <a:xfrm>
              <a:off x="2204932" y="1139159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">
              <a:extLst>
                <a:ext uri="{FF2B5EF4-FFF2-40B4-BE49-F238E27FC236}">
                  <a16:creationId xmlns:a16="http://schemas.microsoft.com/office/drawing/2014/main" id="{F23970D8-C491-4E20-B9F3-8D9035529674}"/>
                </a:ext>
              </a:extLst>
            </p:cNvPr>
            <p:cNvSpPr/>
            <p:nvPr/>
          </p:nvSpPr>
          <p:spPr>
            <a:xfrm>
              <a:off x="3677633" y="1139159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2">
              <a:extLst>
                <a:ext uri="{FF2B5EF4-FFF2-40B4-BE49-F238E27FC236}">
                  <a16:creationId xmlns:a16="http://schemas.microsoft.com/office/drawing/2014/main" id="{ED0815D4-13A4-4C0A-BB1C-79BE67F695AB}"/>
                </a:ext>
              </a:extLst>
            </p:cNvPr>
            <p:cNvSpPr/>
            <p:nvPr/>
          </p:nvSpPr>
          <p:spPr>
            <a:xfrm>
              <a:off x="5150333" y="1139159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3">
              <a:extLst>
                <a:ext uri="{FF2B5EF4-FFF2-40B4-BE49-F238E27FC236}">
                  <a16:creationId xmlns:a16="http://schemas.microsoft.com/office/drawing/2014/main" id="{FB2BCD28-2D46-4006-A450-DDCFE8750E53}"/>
                </a:ext>
              </a:extLst>
            </p:cNvPr>
            <p:cNvSpPr/>
            <p:nvPr/>
          </p:nvSpPr>
          <p:spPr>
            <a:xfrm>
              <a:off x="6623034" y="1139159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4">
              <a:extLst>
                <a:ext uri="{FF2B5EF4-FFF2-40B4-BE49-F238E27FC236}">
                  <a16:creationId xmlns:a16="http://schemas.microsoft.com/office/drawing/2014/main" id="{99B857D7-660E-4FB1-9AFE-4E2BB633FE30}"/>
                </a:ext>
              </a:extLst>
            </p:cNvPr>
            <p:cNvSpPr/>
            <p:nvPr/>
          </p:nvSpPr>
          <p:spPr>
            <a:xfrm>
              <a:off x="8095734" y="1139159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5">
              <a:extLst>
                <a:ext uri="{FF2B5EF4-FFF2-40B4-BE49-F238E27FC236}">
                  <a16:creationId xmlns:a16="http://schemas.microsoft.com/office/drawing/2014/main" id="{2F328426-40CC-4E06-850A-2E20E6FCB11C}"/>
                </a:ext>
              </a:extLst>
            </p:cNvPr>
            <p:cNvSpPr/>
            <p:nvPr/>
          </p:nvSpPr>
          <p:spPr>
            <a:xfrm>
              <a:off x="9568434" y="1139159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6">
              <a:extLst>
                <a:ext uri="{FF2B5EF4-FFF2-40B4-BE49-F238E27FC236}">
                  <a16:creationId xmlns:a16="http://schemas.microsoft.com/office/drawing/2014/main" id="{35A16626-1CCE-40CC-9B1E-5C24012D2983}"/>
                </a:ext>
              </a:extLst>
            </p:cNvPr>
            <p:cNvSpPr/>
            <p:nvPr/>
          </p:nvSpPr>
          <p:spPr>
            <a:xfrm>
              <a:off x="1836757" y="2778298"/>
              <a:ext cx="8099852" cy="0"/>
            </a:xfrm>
            <a:custGeom>
              <a:avLst/>
              <a:gdLst/>
              <a:ahLst/>
              <a:cxnLst/>
              <a:rect l="0" t="0" r="0" b="0"/>
              <a:pathLst>
                <a:path w="8099852">
                  <a:moveTo>
                    <a:pt x="0" y="0"/>
                  </a:moveTo>
                  <a:lnTo>
                    <a:pt x="8099852" y="0"/>
                  </a:lnTo>
                  <a:lnTo>
                    <a:pt x="8099852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7">
              <a:extLst>
                <a:ext uri="{FF2B5EF4-FFF2-40B4-BE49-F238E27FC236}">
                  <a16:creationId xmlns:a16="http://schemas.microsoft.com/office/drawing/2014/main" id="{3E1ACBAD-8768-4237-A49B-4C686D978500}"/>
                </a:ext>
              </a:extLst>
            </p:cNvPr>
            <p:cNvSpPr/>
            <p:nvPr/>
          </p:nvSpPr>
          <p:spPr>
            <a:xfrm>
              <a:off x="1836757" y="2182477"/>
              <a:ext cx="8099852" cy="0"/>
            </a:xfrm>
            <a:custGeom>
              <a:avLst/>
              <a:gdLst/>
              <a:ahLst/>
              <a:cxnLst/>
              <a:rect l="0" t="0" r="0" b="0"/>
              <a:pathLst>
                <a:path w="8099852">
                  <a:moveTo>
                    <a:pt x="0" y="0"/>
                  </a:moveTo>
                  <a:lnTo>
                    <a:pt x="8099852" y="0"/>
                  </a:lnTo>
                  <a:lnTo>
                    <a:pt x="8099852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8">
              <a:extLst>
                <a:ext uri="{FF2B5EF4-FFF2-40B4-BE49-F238E27FC236}">
                  <a16:creationId xmlns:a16="http://schemas.microsoft.com/office/drawing/2014/main" id="{C2D8F6C7-F17B-4430-B93D-93639B4B5B49}"/>
                </a:ext>
              </a:extLst>
            </p:cNvPr>
            <p:cNvSpPr/>
            <p:nvPr/>
          </p:nvSpPr>
          <p:spPr>
            <a:xfrm>
              <a:off x="1836757" y="1238123"/>
              <a:ext cx="8099852" cy="0"/>
            </a:xfrm>
            <a:custGeom>
              <a:avLst/>
              <a:gdLst/>
              <a:ahLst/>
              <a:cxnLst/>
              <a:rect l="0" t="0" r="0" b="0"/>
              <a:pathLst>
                <a:path w="8099852">
                  <a:moveTo>
                    <a:pt x="0" y="0"/>
                  </a:moveTo>
                  <a:lnTo>
                    <a:pt x="8099852" y="0"/>
                  </a:lnTo>
                  <a:lnTo>
                    <a:pt x="8099852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9">
              <a:extLst>
                <a:ext uri="{FF2B5EF4-FFF2-40B4-BE49-F238E27FC236}">
                  <a16:creationId xmlns:a16="http://schemas.microsoft.com/office/drawing/2014/main" id="{57FC3C11-E9BF-46C4-B6F2-AA2F45A7A54E}"/>
                </a:ext>
              </a:extLst>
            </p:cNvPr>
            <p:cNvSpPr/>
            <p:nvPr/>
          </p:nvSpPr>
          <p:spPr>
            <a:xfrm>
              <a:off x="2941283" y="1139159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20">
              <a:extLst>
                <a:ext uri="{FF2B5EF4-FFF2-40B4-BE49-F238E27FC236}">
                  <a16:creationId xmlns:a16="http://schemas.microsoft.com/office/drawing/2014/main" id="{81545D20-93F3-4DB0-8D44-C071FC5226A1}"/>
                </a:ext>
              </a:extLst>
            </p:cNvPr>
            <p:cNvSpPr/>
            <p:nvPr/>
          </p:nvSpPr>
          <p:spPr>
            <a:xfrm>
              <a:off x="4413983" y="1139159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21">
              <a:extLst>
                <a:ext uri="{FF2B5EF4-FFF2-40B4-BE49-F238E27FC236}">
                  <a16:creationId xmlns:a16="http://schemas.microsoft.com/office/drawing/2014/main" id="{86A9768D-92B6-4E6F-9002-56D5E2C88FC9}"/>
                </a:ext>
              </a:extLst>
            </p:cNvPr>
            <p:cNvSpPr/>
            <p:nvPr/>
          </p:nvSpPr>
          <p:spPr>
            <a:xfrm>
              <a:off x="5886683" y="1139159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22">
              <a:extLst>
                <a:ext uri="{FF2B5EF4-FFF2-40B4-BE49-F238E27FC236}">
                  <a16:creationId xmlns:a16="http://schemas.microsoft.com/office/drawing/2014/main" id="{8156C3F7-4A22-4E03-8150-4036FC3EFC2F}"/>
                </a:ext>
              </a:extLst>
            </p:cNvPr>
            <p:cNvSpPr/>
            <p:nvPr/>
          </p:nvSpPr>
          <p:spPr>
            <a:xfrm>
              <a:off x="7359384" y="1139159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23">
              <a:extLst>
                <a:ext uri="{FF2B5EF4-FFF2-40B4-BE49-F238E27FC236}">
                  <a16:creationId xmlns:a16="http://schemas.microsoft.com/office/drawing/2014/main" id="{1595BCFC-24A9-4DC4-9D3E-9F5478582DF7}"/>
                </a:ext>
              </a:extLst>
            </p:cNvPr>
            <p:cNvSpPr/>
            <p:nvPr/>
          </p:nvSpPr>
          <p:spPr>
            <a:xfrm>
              <a:off x="8832084" y="1139159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g24">
              <a:extLst>
                <a:ext uri="{FF2B5EF4-FFF2-40B4-BE49-F238E27FC236}">
                  <a16:creationId xmlns:a16="http://schemas.microsoft.com/office/drawing/2014/main" id="{3DCE191D-5FB1-4DE8-B5E3-59CDB151775F}"/>
                </a:ext>
              </a:extLst>
            </p:cNvPr>
            <p:cNvSpPr/>
            <p:nvPr/>
          </p:nvSpPr>
          <p:spPr>
            <a:xfrm>
              <a:off x="2411111" y="1432407"/>
              <a:ext cx="6840693" cy="1643495"/>
            </a:xfrm>
            <a:custGeom>
              <a:avLst/>
              <a:gdLst/>
              <a:ahLst/>
              <a:cxnLst/>
              <a:rect l="0" t="0" r="0" b="0"/>
              <a:pathLst>
                <a:path w="6840693" h="1643495">
                  <a:moveTo>
                    <a:pt x="0" y="0"/>
                  </a:moveTo>
                  <a:lnTo>
                    <a:pt x="132543" y="3658"/>
                  </a:lnTo>
                  <a:lnTo>
                    <a:pt x="206178" y="99019"/>
                  </a:lnTo>
                  <a:lnTo>
                    <a:pt x="272449" y="99019"/>
                  </a:lnTo>
                  <a:lnTo>
                    <a:pt x="331357" y="169674"/>
                  </a:lnTo>
                  <a:lnTo>
                    <a:pt x="346084" y="169674"/>
                  </a:lnTo>
                  <a:lnTo>
                    <a:pt x="397629" y="169674"/>
                  </a:lnTo>
                  <a:lnTo>
                    <a:pt x="522808" y="169674"/>
                  </a:lnTo>
                  <a:lnTo>
                    <a:pt x="677442" y="296062"/>
                  </a:lnTo>
                  <a:lnTo>
                    <a:pt x="787894" y="329380"/>
                  </a:lnTo>
                  <a:lnTo>
                    <a:pt x="876256" y="427837"/>
                  </a:lnTo>
                  <a:lnTo>
                    <a:pt x="935164" y="416944"/>
                  </a:lnTo>
                  <a:lnTo>
                    <a:pt x="1001436" y="456870"/>
                  </a:lnTo>
                  <a:lnTo>
                    <a:pt x="1104525" y="571769"/>
                  </a:lnTo>
                  <a:lnTo>
                    <a:pt x="1200250" y="571216"/>
                  </a:lnTo>
                  <a:lnTo>
                    <a:pt x="1303339" y="570643"/>
                  </a:lnTo>
                  <a:lnTo>
                    <a:pt x="1406428" y="570643"/>
                  </a:lnTo>
                  <a:lnTo>
                    <a:pt x="1502154" y="570643"/>
                  </a:lnTo>
                  <a:lnTo>
                    <a:pt x="1612606" y="570144"/>
                  </a:lnTo>
                  <a:lnTo>
                    <a:pt x="1715695" y="582368"/>
                  </a:lnTo>
                  <a:lnTo>
                    <a:pt x="1804057" y="582368"/>
                  </a:lnTo>
                  <a:lnTo>
                    <a:pt x="1907146" y="588615"/>
                  </a:lnTo>
                  <a:lnTo>
                    <a:pt x="2010236" y="591775"/>
                  </a:lnTo>
                  <a:lnTo>
                    <a:pt x="2113325" y="591775"/>
                  </a:lnTo>
                  <a:lnTo>
                    <a:pt x="2216414" y="597011"/>
                  </a:lnTo>
                  <a:lnTo>
                    <a:pt x="2319503" y="593871"/>
                  </a:lnTo>
                  <a:lnTo>
                    <a:pt x="2422592" y="585646"/>
                  </a:lnTo>
                  <a:lnTo>
                    <a:pt x="2525681" y="587144"/>
                  </a:lnTo>
                  <a:lnTo>
                    <a:pt x="2628770" y="587144"/>
                  </a:lnTo>
                  <a:lnTo>
                    <a:pt x="2731859" y="594562"/>
                  </a:lnTo>
                  <a:lnTo>
                    <a:pt x="2834948" y="595938"/>
                  </a:lnTo>
                  <a:lnTo>
                    <a:pt x="2938037" y="595938"/>
                  </a:lnTo>
                  <a:lnTo>
                    <a:pt x="3041126" y="595938"/>
                  </a:lnTo>
                  <a:lnTo>
                    <a:pt x="3144215" y="596028"/>
                  </a:lnTo>
                  <a:lnTo>
                    <a:pt x="3343029" y="596028"/>
                  </a:lnTo>
                  <a:lnTo>
                    <a:pt x="3541844" y="593578"/>
                  </a:lnTo>
                  <a:lnTo>
                    <a:pt x="3696477" y="595505"/>
                  </a:lnTo>
                  <a:lnTo>
                    <a:pt x="3821657" y="595505"/>
                  </a:lnTo>
                  <a:lnTo>
                    <a:pt x="3873201" y="595505"/>
                  </a:lnTo>
                  <a:lnTo>
                    <a:pt x="3961564" y="595505"/>
                  </a:lnTo>
                  <a:lnTo>
                    <a:pt x="4072016" y="604390"/>
                  </a:lnTo>
                  <a:lnTo>
                    <a:pt x="4167742" y="604390"/>
                  </a:lnTo>
                  <a:lnTo>
                    <a:pt x="4263467" y="604390"/>
                  </a:lnTo>
                  <a:lnTo>
                    <a:pt x="4418101" y="609007"/>
                  </a:lnTo>
                  <a:lnTo>
                    <a:pt x="4572734" y="608974"/>
                  </a:lnTo>
                  <a:lnTo>
                    <a:pt x="4778912" y="608974"/>
                  </a:lnTo>
                  <a:lnTo>
                    <a:pt x="5036635" y="608974"/>
                  </a:lnTo>
                  <a:lnTo>
                    <a:pt x="5242813" y="609773"/>
                  </a:lnTo>
                  <a:lnTo>
                    <a:pt x="5412173" y="609773"/>
                  </a:lnTo>
                  <a:lnTo>
                    <a:pt x="5780348" y="609773"/>
                  </a:lnTo>
                  <a:lnTo>
                    <a:pt x="6236886" y="610597"/>
                  </a:lnTo>
                  <a:lnTo>
                    <a:pt x="6538789" y="607472"/>
                  </a:lnTo>
                  <a:lnTo>
                    <a:pt x="6840693" y="600466"/>
                  </a:lnTo>
                  <a:lnTo>
                    <a:pt x="6840693" y="789387"/>
                  </a:lnTo>
                  <a:lnTo>
                    <a:pt x="6538789" y="796858"/>
                  </a:lnTo>
                  <a:lnTo>
                    <a:pt x="6236886" y="802143"/>
                  </a:lnTo>
                  <a:lnTo>
                    <a:pt x="5780348" y="801396"/>
                  </a:lnTo>
                  <a:lnTo>
                    <a:pt x="5412173" y="801396"/>
                  </a:lnTo>
                  <a:lnTo>
                    <a:pt x="5242813" y="801396"/>
                  </a:lnTo>
                  <a:lnTo>
                    <a:pt x="5036635" y="800674"/>
                  </a:lnTo>
                  <a:lnTo>
                    <a:pt x="4778912" y="800674"/>
                  </a:lnTo>
                  <a:lnTo>
                    <a:pt x="4572734" y="800674"/>
                  </a:lnTo>
                  <a:lnTo>
                    <a:pt x="4418101" y="800784"/>
                  </a:lnTo>
                  <a:lnTo>
                    <a:pt x="4263467" y="796594"/>
                  </a:lnTo>
                  <a:lnTo>
                    <a:pt x="4167742" y="796594"/>
                  </a:lnTo>
                  <a:lnTo>
                    <a:pt x="4072016" y="796594"/>
                  </a:lnTo>
                  <a:lnTo>
                    <a:pt x="3961564" y="791820"/>
                  </a:lnTo>
                  <a:lnTo>
                    <a:pt x="3873201" y="791820"/>
                  </a:lnTo>
                  <a:lnTo>
                    <a:pt x="3821657" y="791820"/>
                  </a:lnTo>
                  <a:lnTo>
                    <a:pt x="3696477" y="791820"/>
                  </a:lnTo>
                  <a:lnTo>
                    <a:pt x="3541844" y="791050"/>
                  </a:lnTo>
                  <a:lnTo>
                    <a:pt x="3343029" y="794100"/>
                  </a:lnTo>
                  <a:lnTo>
                    <a:pt x="3144215" y="794100"/>
                  </a:lnTo>
                  <a:lnTo>
                    <a:pt x="3041126" y="794095"/>
                  </a:lnTo>
                  <a:lnTo>
                    <a:pt x="2938037" y="794095"/>
                  </a:lnTo>
                  <a:lnTo>
                    <a:pt x="2834948" y="794095"/>
                  </a:lnTo>
                  <a:lnTo>
                    <a:pt x="2731859" y="795657"/>
                  </a:lnTo>
                  <a:lnTo>
                    <a:pt x="2628770" y="789090"/>
                  </a:lnTo>
                  <a:lnTo>
                    <a:pt x="2525681" y="789090"/>
                  </a:lnTo>
                  <a:lnTo>
                    <a:pt x="2422592" y="788812"/>
                  </a:lnTo>
                  <a:lnTo>
                    <a:pt x="2319503" y="813344"/>
                  </a:lnTo>
                  <a:lnTo>
                    <a:pt x="2216414" y="817331"/>
                  </a:lnTo>
                  <a:lnTo>
                    <a:pt x="2113325" y="813721"/>
                  </a:lnTo>
                  <a:lnTo>
                    <a:pt x="2010236" y="813721"/>
                  </a:lnTo>
                  <a:lnTo>
                    <a:pt x="1907146" y="811144"/>
                  </a:lnTo>
                  <a:lnTo>
                    <a:pt x="1804057" y="805602"/>
                  </a:lnTo>
                  <a:lnTo>
                    <a:pt x="1715695" y="805602"/>
                  </a:lnTo>
                  <a:lnTo>
                    <a:pt x="1612606" y="795728"/>
                  </a:lnTo>
                  <a:lnTo>
                    <a:pt x="1502154" y="797540"/>
                  </a:lnTo>
                  <a:lnTo>
                    <a:pt x="1406428" y="797540"/>
                  </a:lnTo>
                  <a:lnTo>
                    <a:pt x="1303339" y="797540"/>
                  </a:lnTo>
                  <a:lnTo>
                    <a:pt x="1200250" y="798190"/>
                  </a:lnTo>
                  <a:lnTo>
                    <a:pt x="1104525" y="800376"/>
                  </a:lnTo>
                  <a:lnTo>
                    <a:pt x="1001436" y="1202553"/>
                  </a:lnTo>
                  <a:lnTo>
                    <a:pt x="935164" y="1181141"/>
                  </a:lnTo>
                  <a:lnTo>
                    <a:pt x="876256" y="1235065"/>
                  </a:lnTo>
                  <a:lnTo>
                    <a:pt x="787894" y="1183034"/>
                  </a:lnTo>
                  <a:lnTo>
                    <a:pt x="677442" y="1181493"/>
                  </a:lnTo>
                  <a:lnTo>
                    <a:pt x="522808" y="1155424"/>
                  </a:lnTo>
                  <a:lnTo>
                    <a:pt x="397629" y="1155424"/>
                  </a:lnTo>
                  <a:lnTo>
                    <a:pt x="346084" y="1155424"/>
                  </a:lnTo>
                  <a:lnTo>
                    <a:pt x="331357" y="1155424"/>
                  </a:lnTo>
                  <a:lnTo>
                    <a:pt x="272449" y="1174276"/>
                  </a:lnTo>
                  <a:lnTo>
                    <a:pt x="206178" y="1174276"/>
                  </a:lnTo>
                  <a:lnTo>
                    <a:pt x="132543" y="1196332"/>
                  </a:lnTo>
                  <a:lnTo>
                    <a:pt x="0" y="1643495"/>
                  </a:lnTo>
                  <a:close/>
                </a:path>
              </a:pathLst>
            </a:custGeom>
            <a:solidFill>
              <a:srgbClr val="4682B4">
                <a:alpha val="50196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26" name="pl25">
              <a:extLst>
                <a:ext uri="{FF2B5EF4-FFF2-40B4-BE49-F238E27FC236}">
                  <a16:creationId xmlns:a16="http://schemas.microsoft.com/office/drawing/2014/main" id="{2C9B26A9-828E-4CFD-B479-FF1FEFF175F9}"/>
                </a:ext>
              </a:extLst>
            </p:cNvPr>
            <p:cNvSpPr/>
            <p:nvPr/>
          </p:nvSpPr>
          <p:spPr>
            <a:xfrm>
              <a:off x="2411111" y="1432407"/>
              <a:ext cx="6840693" cy="610597"/>
            </a:xfrm>
            <a:custGeom>
              <a:avLst/>
              <a:gdLst/>
              <a:ahLst/>
              <a:cxnLst/>
              <a:rect l="0" t="0" r="0" b="0"/>
              <a:pathLst>
                <a:path w="6840693" h="610597">
                  <a:moveTo>
                    <a:pt x="0" y="0"/>
                  </a:moveTo>
                  <a:lnTo>
                    <a:pt x="132543" y="3658"/>
                  </a:lnTo>
                  <a:lnTo>
                    <a:pt x="206178" y="99019"/>
                  </a:lnTo>
                  <a:lnTo>
                    <a:pt x="272449" y="99019"/>
                  </a:lnTo>
                  <a:lnTo>
                    <a:pt x="331357" y="169674"/>
                  </a:lnTo>
                  <a:lnTo>
                    <a:pt x="346084" y="169674"/>
                  </a:lnTo>
                  <a:lnTo>
                    <a:pt x="397629" y="169674"/>
                  </a:lnTo>
                  <a:lnTo>
                    <a:pt x="522808" y="169674"/>
                  </a:lnTo>
                  <a:lnTo>
                    <a:pt x="677442" y="296062"/>
                  </a:lnTo>
                  <a:lnTo>
                    <a:pt x="787894" y="329380"/>
                  </a:lnTo>
                  <a:lnTo>
                    <a:pt x="876256" y="427837"/>
                  </a:lnTo>
                  <a:lnTo>
                    <a:pt x="935164" y="416944"/>
                  </a:lnTo>
                  <a:lnTo>
                    <a:pt x="1001436" y="456870"/>
                  </a:lnTo>
                  <a:lnTo>
                    <a:pt x="1104525" y="571769"/>
                  </a:lnTo>
                  <a:lnTo>
                    <a:pt x="1200250" y="571216"/>
                  </a:lnTo>
                  <a:lnTo>
                    <a:pt x="1303339" y="570643"/>
                  </a:lnTo>
                  <a:lnTo>
                    <a:pt x="1406428" y="570643"/>
                  </a:lnTo>
                  <a:lnTo>
                    <a:pt x="1502154" y="570643"/>
                  </a:lnTo>
                  <a:lnTo>
                    <a:pt x="1612606" y="570144"/>
                  </a:lnTo>
                  <a:lnTo>
                    <a:pt x="1715695" y="582368"/>
                  </a:lnTo>
                  <a:lnTo>
                    <a:pt x="1804057" y="582368"/>
                  </a:lnTo>
                  <a:lnTo>
                    <a:pt x="1907146" y="588615"/>
                  </a:lnTo>
                  <a:lnTo>
                    <a:pt x="2010236" y="591775"/>
                  </a:lnTo>
                  <a:lnTo>
                    <a:pt x="2113325" y="591775"/>
                  </a:lnTo>
                  <a:lnTo>
                    <a:pt x="2216414" y="597011"/>
                  </a:lnTo>
                  <a:lnTo>
                    <a:pt x="2319503" y="593871"/>
                  </a:lnTo>
                  <a:lnTo>
                    <a:pt x="2422592" y="585646"/>
                  </a:lnTo>
                  <a:lnTo>
                    <a:pt x="2525681" y="587144"/>
                  </a:lnTo>
                  <a:lnTo>
                    <a:pt x="2628770" y="587144"/>
                  </a:lnTo>
                  <a:lnTo>
                    <a:pt x="2731859" y="594562"/>
                  </a:lnTo>
                  <a:lnTo>
                    <a:pt x="2834948" y="595938"/>
                  </a:lnTo>
                  <a:lnTo>
                    <a:pt x="2938037" y="595938"/>
                  </a:lnTo>
                  <a:lnTo>
                    <a:pt x="3041126" y="595938"/>
                  </a:lnTo>
                  <a:lnTo>
                    <a:pt x="3144215" y="596028"/>
                  </a:lnTo>
                  <a:lnTo>
                    <a:pt x="3343029" y="596028"/>
                  </a:lnTo>
                  <a:lnTo>
                    <a:pt x="3541844" y="593578"/>
                  </a:lnTo>
                  <a:lnTo>
                    <a:pt x="3696477" y="595505"/>
                  </a:lnTo>
                  <a:lnTo>
                    <a:pt x="3821657" y="595505"/>
                  </a:lnTo>
                  <a:lnTo>
                    <a:pt x="3873201" y="595505"/>
                  </a:lnTo>
                  <a:lnTo>
                    <a:pt x="3961564" y="595505"/>
                  </a:lnTo>
                  <a:lnTo>
                    <a:pt x="4072016" y="604390"/>
                  </a:lnTo>
                  <a:lnTo>
                    <a:pt x="4167742" y="604390"/>
                  </a:lnTo>
                  <a:lnTo>
                    <a:pt x="4263467" y="604390"/>
                  </a:lnTo>
                  <a:lnTo>
                    <a:pt x="4418101" y="609007"/>
                  </a:lnTo>
                  <a:lnTo>
                    <a:pt x="4572734" y="608974"/>
                  </a:lnTo>
                  <a:lnTo>
                    <a:pt x="4778912" y="608974"/>
                  </a:lnTo>
                  <a:lnTo>
                    <a:pt x="5036635" y="608974"/>
                  </a:lnTo>
                  <a:lnTo>
                    <a:pt x="5242813" y="609773"/>
                  </a:lnTo>
                  <a:lnTo>
                    <a:pt x="5412173" y="609773"/>
                  </a:lnTo>
                  <a:lnTo>
                    <a:pt x="5780348" y="609773"/>
                  </a:lnTo>
                  <a:lnTo>
                    <a:pt x="6236886" y="610597"/>
                  </a:lnTo>
                  <a:lnTo>
                    <a:pt x="6538789" y="607472"/>
                  </a:lnTo>
                  <a:lnTo>
                    <a:pt x="6840693" y="600466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27" name="pl26">
              <a:extLst>
                <a:ext uri="{FF2B5EF4-FFF2-40B4-BE49-F238E27FC236}">
                  <a16:creationId xmlns:a16="http://schemas.microsoft.com/office/drawing/2014/main" id="{04BA4C84-9035-4235-A1F7-7478DF9A17E6}"/>
                </a:ext>
              </a:extLst>
            </p:cNvPr>
            <p:cNvSpPr/>
            <p:nvPr/>
          </p:nvSpPr>
          <p:spPr>
            <a:xfrm>
              <a:off x="2411111" y="2221220"/>
              <a:ext cx="6840693" cy="854682"/>
            </a:xfrm>
            <a:custGeom>
              <a:avLst/>
              <a:gdLst/>
              <a:ahLst/>
              <a:cxnLst/>
              <a:rect l="0" t="0" r="0" b="0"/>
              <a:pathLst>
                <a:path w="6840693" h="854682">
                  <a:moveTo>
                    <a:pt x="6840693" y="575"/>
                  </a:moveTo>
                  <a:lnTo>
                    <a:pt x="6538789" y="8045"/>
                  </a:lnTo>
                  <a:lnTo>
                    <a:pt x="6236886" y="13330"/>
                  </a:lnTo>
                  <a:lnTo>
                    <a:pt x="5780348" y="12583"/>
                  </a:lnTo>
                  <a:lnTo>
                    <a:pt x="5412173" y="12583"/>
                  </a:lnTo>
                  <a:lnTo>
                    <a:pt x="5242813" y="12583"/>
                  </a:lnTo>
                  <a:lnTo>
                    <a:pt x="5036635" y="11862"/>
                  </a:lnTo>
                  <a:lnTo>
                    <a:pt x="4778912" y="11862"/>
                  </a:lnTo>
                  <a:lnTo>
                    <a:pt x="4572734" y="11862"/>
                  </a:lnTo>
                  <a:lnTo>
                    <a:pt x="4418101" y="11971"/>
                  </a:lnTo>
                  <a:lnTo>
                    <a:pt x="4263467" y="7781"/>
                  </a:lnTo>
                  <a:lnTo>
                    <a:pt x="4167742" y="7781"/>
                  </a:lnTo>
                  <a:lnTo>
                    <a:pt x="4072016" y="7781"/>
                  </a:lnTo>
                  <a:lnTo>
                    <a:pt x="3961564" y="3007"/>
                  </a:lnTo>
                  <a:lnTo>
                    <a:pt x="3873201" y="3007"/>
                  </a:lnTo>
                  <a:lnTo>
                    <a:pt x="3821657" y="3007"/>
                  </a:lnTo>
                  <a:lnTo>
                    <a:pt x="3696477" y="3007"/>
                  </a:lnTo>
                  <a:lnTo>
                    <a:pt x="3541844" y="2237"/>
                  </a:lnTo>
                  <a:lnTo>
                    <a:pt x="3343029" y="5287"/>
                  </a:lnTo>
                  <a:lnTo>
                    <a:pt x="3144215" y="5287"/>
                  </a:lnTo>
                  <a:lnTo>
                    <a:pt x="3041126" y="5282"/>
                  </a:lnTo>
                  <a:lnTo>
                    <a:pt x="2938037" y="5282"/>
                  </a:lnTo>
                  <a:lnTo>
                    <a:pt x="2834948" y="5282"/>
                  </a:lnTo>
                  <a:lnTo>
                    <a:pt x="2731859" y="6844"/>
                  </a:lnTo>
                  <a:lnTo>
                    <a:pt x="2628770" y="278"/>
                  </a:lnTo>
                  <a:lnTo>
                    <a:pt x="2525681" y="278"/>
                  </a:lnTo>
                  <a:lnTo>
                    <a:pt x="2422592" y="0"/>
                  </a:lnTo>
                  <a:lnTo>
                    <a:pt x="2319503" y="24532"/>
                  </a:lnTo>
                  <a:lnTo>
                    <a:pt x="2216414" y="28518"/>
                  </a:lnTo>
                  <a:lnTo>
                    <a:pt x="2113325" y="24909"/>
                  </a:lnTo>
                  <a:lnTo>
                    <a:pt x="2010236" y="24909"/>
                  </a:lnTo>
                  <a:lnTo>
                    <a:pt x="1907146" y="22332"/>
                  </a:lnTo>
                  <a:lnTo>
                    <a:pt x="1804057" y="16790"/>
                  </a:lnTo>
                  <a:lnTo>
                    <a:pt x="1715695" y="16790"/>
                  </a:lnTo>
                  <a:lnTo>
                    <a:pt x="1612606" y="6916"/>
                  </a:lnTo>
                  <a:lnTo>
                    <a:pt x="1502154" y="8727"/>
                  </a:lnTo>
                  <a:lnTo>
                    <a:pt x="1406428" y="8727"/>
                  </a:lnTo>
                  <a:lnTo>
                    <a:pt x="1303339" y="8727"/>
                  </a:lnTo>
                  <a:lnTo>
                    <a:pt x="1200250" y="9377"/>
                  </a:lnTo>
                  <a:lnTo>
                    <a:pt x="1104525" y="11563"/>
                  </a:lnTo>
                  <a:lnTo>
                    <a:pt x="1001436" y="413741"/>
                  </a:lnTo>
                  <a:lnTo>
                    <a:pt x="935164" y="392329"/>
                  </a:lnTo>
                  <a:lnTo>
                    <a:pt x="876256" y="446253"/>
                  </a:lnTo>
                  <a:lnTo>
                    <a:pt x="787894" y="394222"/>
                  </a:lnTo>
                  <a:lnTo>
                    <a:pt x="677442" y="392680"/>
                  </a:lnTo>
                  <a:lnTo>
                    <a:pt x="522808" y="366611"/>
                  </a:lnTo>
                  <a:lnTo>
                    <a:pt x="397629" y="366611"/>
                  </a:lnTo>
                  <a:lnTo>
                    <a:pt x="346084" y="366611"/>
                  </a:lnTo>
                  <a:lnTo>
                    <a:pt x="331357" y="366611"/>
                  </a:lnTo>
                  <a:lnTo>
                    <a:pt x="272449" y="385463"/>
                  </a:lnTo>
                  <a:lnTo>
                    <a:pt x="206178" y="385463"/>
                  </a:lnTo>
                  <a:lnTo>
                    <a:pt x="132543" y="407520"/>
                  </a:lnTo>
                  <a:lnTo>
                    <a:pt x="0" y="854682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28" name="pl27">
              <a:extLst>
                <a:ext uri="{FF2B5EF4-FFF2-40B4-BE49-F238E27FC236}">
                  <a16:creationId xmlns:a16="http://schemas.microsoft.com/office/drawing/2014/main" id="{07F0CDD0-D07F-4649-85E1-9C13B5A5A915}"/>
                </a:ext>
              </a:extLst>
            </p:cNvPr>
            <p:cNvSpPr/>
            <p:nvPr/>
          </p:nvSpPr>
          <p:spPr>
            <a:xfrm>
              <a:off x="2411111" y="2032403"/>
              <a:ext cx="6840693" cy="231455"/>
            </a:xfrm>
            <a:custGeom>
              <a:avLst/>
              <a:gdLst/>
              <a:ahLst/>
              <a:cxnLst/>
              <a:rect l="0" t="0" r="0" b="0"/>
              <a:pathLst>
                <a:path w="6840693" h="231455">
                  <a:moveTo>
                    <a:pt x="0" y="221751"/>
                  </a:moveTo>
                  <a:lnTo>
                    <a:pt x="132543" y="0"/>
                  </a:lnTo>
                  <a:lnTo>
                    <a:pt x="206178" y="36652"/>
                  </a:lnTo>
                  <a:lnTo>
                    <a:pt x="272449" y="36652"/>
                  </a:lnTo>
                  <a:lnTo>
                    <a:pt x="331357" y="62553"/>
                  </a:lnTo>
                  <a:lnTo>
                    <a:pt x="346084" y="62553"/>
                  </a:lnTo>
                  <a:lnTo>
                    <a:pt x="397629" y="62553"/>
                  </a:lnTo>
                  <a:lnTo>
                    <a:pt x="522808" y="62553"/>
                  </a:lnTo>
                  <a:lnTo>
                    <a:pt x="677442" y="138782"/>
                  </a:lnTo>
                  <a:lnTo>
                    <a:pt x="787894" y="156212"/>
                  </a:lnTo>
                  <a:lnTo>
                    <a:pt x="876256" y="231455"/>
                  </a:lnTo>
                  <a:lnTo>
                    <a:pt x="935164" y="199047"/>
                  </a:lnTo>
                  <a:lnTo>
                    <a:pt x="1001436" y="229716"/>
                  </a:lnTo>
                  <a:lnTo>
                    <a:pt x="1104525" y="86076"/>
                  </a:lnTo>
                  <a:lnTo>
                    <a:pt x="1200250" y="84707"/>
                  </a:lnTo>
                  <a:lnTo>
                    <a:pt x="1303339" y="84096"/>
                  </a:lnTo>
                  <a:lnTo>
                    <a:pt x="1406428" y="84096"/>
                  </a:lnTo>
                  <a:lnTo>
                    <a:pt x="1502154" y="84096"/>
                  </a:lnTo>
                  <a:lnTo>
                    <a:pt x="1612606" y="82941"/>
                  </a:lnTo>
                  <a:lnTo>
                    <a:pt x="1715695" y="93989"/>
                  </a:lnTo>
                  <a:lnTo>
                    <a:pt x="1804057" y="93989"/>
                  </a:lnTo>
                  <a:lnTo>
                    <a:pt x="1907146" y="99884"/>
                  </a:lnTo>
                  <a:lnTo>
                    <a:pt x="2010236" y="102753"/>
                  </a:lnTo>
                  <a:lnTo>
                    <a:pt x="2113325" y="102753"/>
                  </a:lnTo>
                  <a:lnTo>
                    <a:pt x="2216414" y="107175"/>
                  </a:lnTo>
                  <a:lnTo>
                    <a:pt x="2319503" y="103612"/>
                  </a:lnTo>
                  <a:lnTo>
                    <a:pt x="2422592" y="87233"/>
                  </a:lnTo>
                  <a:lnTo>
                    <a:pt x="2525681" y="88121"/>
                  </a:lnTo>
                  <a:lnTo>
                    <a:pt x="2628770" y="88121"/>
                  </a:lnTo>
                  <a:lnTo>
                    <a:pt x="2731859" y="95114"/>
                  </a:lnTo>
                  <a:lnTo>
                    <a:pt x="2834948" y="95021"/>
                  </a:lnTo>
                  <a:lnTo>
                    <a:pt x="2938037" y="95021"/>
                  </a:lnTo>
                  <a:lnTo>
                    <a:pt x="3041126" y="95021"/>
                  </a:lnTo>
                  <a:lnTo>
                    <a:pt x="3144215" y="95068"/>
                  </a:lnTo>
                  <a:lnTo>
                    <a:pt x="3343029" y="95068"/>
                  </a:lnTo>
                  <a:lnTo>
                    <a:pt x="3541844" y="92318"/>
                  </a:lnTo>
                  <a:lnTo>
                    <a:pt x="3696477" y="93667"/>
                  </a:lnTo>
                  <a:lnTo>
                    <a:pt x="3821657" y="93667"/>
                  </a:lnTo>
                  <a:lnTo>
                    <a:pt x="3873201" y="93667"/>
                  </a:lnTo>
                  <a:lnTo>
                    <a:pt x="3961564" y="93667"/>
                  </a:lnTo>
                  <a:lnTo>
                    <a:pt x="4072016" y="100496"/>
                  </a:lnTo>
                  <a:lnTo>
                    <a:pt x="4167742" y="100496"/>
                  </a:lnTo>
                  <a:lnTo>
                    <a:pt x="4263467" y="100496"/>
                  </a:lnTo>
                  <a:lnTo>
                    <a:pt x="4418101" y="104900"/>
                  </a:lnTo>
                  <a:lnTo>
                    <a:pt x="4572734" y="104829"/>
                  </a:lnTo>
                  <a:lnTo>
                    <a:pt x="4778912" y="104829"/>
                  </a:lnTo>
                  <a:lnTo>
                    <a:pt x="5036635" y="104829"/>
                  </a:lnTo>
                  <a:lnTo>
                    <a:pt x="5242813" y="105588"/>
                  </a:lnTo>
                  <a:lnTo>
                    <a:pt x="5412173" y="105588"/>
                  </a:lnTo>
                  <a:lnTo>
                    <a:pt x="5780348" y="105588"/>
                  </a:lnTo>
                  <a:lnTo>
                    <a:pt x="6236886" y="106374"/>
                  </a:lnTo>
                  <a:lnTo>
                    <a:pt x="6538789" y="102170"/>
                  </a:lnTo>
                  <a:lnTo>
                    <a:pt x="6840693" y="94931"/>
                  </a:lnTo>
                </a:path>
              </a:pathLst>
            </a:custGeom>
            <a:ln w="38100" cap="flat">
              <a:solidFill>
                <a:srgbClr val="4682B4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l28">
              <a:extLst>
                <a:ext uri="{FF2B5EF4-FFF2-40B4-BE49-F238E27FC236}">
                  <a16:creationId xmlns:a16="http://schemas.microsoft.com/office/drawing/2014/main" id="{0BF1D2B2-E4B6-4B53-BD55-A90CD5D75739}"/>
                </a:ext>
              </a:extLst>
            </p:cNvPr>
            <p:cNvSpPr/>
            <p:nvPr/>
          </p:nvSpPr>
          <p:spPr>
            <a:xfrm>
              <a:off x="1836757" y="2182477"/>
              <a:ext cx="8099852" cy="0"/>
            </a:xfrm>
            <a:custGeom>
              <a:avLst/>
              <a:gdLst/>
              <a:ahLst/>
              <a:cxnLst/>
              <a:rect l="0" t="0" r="0" b="0"/>
              <a:pathLst>
                <a:path w="8099852">
                  <a:moveTo>
                    <a:pt x="0" y="0"/>
                  </a:moveTo>
                  <a:lnTo>
                    <a:pt x="8099852" y="0"/>
                  </a:lnTo>
                  <a:lnTo>
                    <a:pt x="8099852" y="0"/>
                  </a:lnTo>
                </a:path>
              </a:pathLst>
            </a:custGeom>
            <a:ln w="25400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l29">
              <a:extLst>
                <a:ext uri="{FF2B5EF4-FFF2-40B4-BE49-F238E27FC236}">
                  <a16:creationId xmlns:a16="http://schemas.microsoft.com/office/drawing/2014/main" id="{327A6534-ACFB-4FD3-8199-B7B7283D041A}"/>
                </a:ext>
              </a:extLst>
            </p:cNvPr>
            <p:cNvSpPr/>
            <p:nvPr/>
          </p:nvSpPr>
          <p:spPr>
            <a:xfrm>
              <a:off x="3471455" y="1139159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5400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33">
              <a:extLst>
                <a:ext uri="{FF2B5EF4-FFF2-40B4-BE49-F238E27FC236}">
                  <a16:creationId xmlns:a16="http://schemas.microsoft.com/office/drawing/2014/main" id="{E9C14C1C-58AC-4FAC-84CC-33A8B36DB845}"/>
                </a:ext>
              </a:extLst>
            </p:cNvPr>
            <p:cNvSpPr/>
            <p:nvPr/>
          </p:nvSpPr>
          <p:spPr>
            <a:xfrm>
              <a:off x="1836757" y="1139159"/>
              <a:ext cx="8099852" cy="2177201"/>
            </a:xfrm>
            <a:prstGeom prst="rect">
              <a:avLst/>
            </a:prstGeom>
            <a:ln w="27101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tx34">
              <a:extLst>
                <a:ext uri="{FF2B5EF4-FFF2-40B4-BE49-F238E27FC236}">
                  <a16:creationId xmlns:a16="http://schemas.microsoft.com/office/drawing/2014/main" id="{55101C62-A065-4607-9BAF-23C49E40F042}"/>
                </a:ext>
              </a:extLst>
            </p:cNvPr>
            <p:cNvSpPr/>
            <p:nvPr/>
          </p:nvSpPr>
          <p:spPr>
            <a:xfrm>
              <a:off x="1400774" y="2692841"/>
              <a:ext cx="310723" cy="1654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1/2</a:t>
              </a:r>
            </a:p>
          </p:txBody>
        </p:sp>
        <p:sp>
          <p:nvSpPr>
            <p:cNvPr id="133" name="tx35">
              <a:extLst>
                <a:ext uri="{FF2B5EF4-FFF2-40B4-BE49-F238E27FC236}">
                  <a16:creationId xmlns:a16="http://schemas.microsoft.com/office/drawing/2014/main" id="{E595F655-B4CA-4C99-9D0C-24304A010EE3}"/>
                </a:ext>
              </a:extLst>
            </p:cNvPr>
            <p:cNvSpPr/>
            <p:nvPr/>
          </p:nvSpPr>
          <p:spPr>
            <a:xfrm>
              <a:off x="1587186" y="2101822"/>
              <a:ext cx="124311" cy="16065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34" name="tx36">
              <a:extLst>
                <a:ext uri="{FF2B5EF4-FFF2-40B4-BE49-F238E27FC236}">
                  <a16:creationId xmlns:a16="http://schemas.microsoft.com/office/drawing/2014/main" id="{05D4A5D5-BC1A-47C9-BBA1-31872C4D51BA}"/>
                </a:ext>
              </a:extLst>
            </p:cNvPr>
            <p:cNvSpPr/>
            <p:nvPr/>
          </p:nvSpPr>
          <p:spPr>
            <a:xfrm>
              <a:off x="1462984" y="1154630"/>
              <a:ext cx="248513" cy="1634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 3</a:t>
              </a:r>
            </a:p>
          </p:txBody>
        </p:sp>
        <p:sp>
          <p:nvSpPr>
            <p:cNvPr id="135" name="pl37">
              <a:extLst>
                <a:ext uri="{FF2B5EF4-FFF2-40B4-BE49-F238E27FC236}">
                  <a16:creationId xmlns:a16="http://schemas.microsoft.com/office/drawing/2014/main" id="{F15F3F0D-8979-4210-82D9-718F2665FC98}"/>
                </a:ext>
              </a:extLst>
            </p:cNvPr>
            <p:cNvSpPr/>
            <p:nvPr/>
          </p:nvSpPr>
          <p:spPr>
            <a:xfrm>
              <a:off x="1767168" y="2778298"/>
              <a:ext cx="69589" cy="0"/>
            </a:xfrm>
            <a:custGeom>
              <a:avLst/>
              <a:gdLst/>
              <a:ahLst/>
              <a:cxnLst/>
              <a:rect l="0" t="0" r="0" b="0"/>
              <a:pathLst>
                <a:path w="69589">
                  <a:moveTo>
                    <a:pt x="0" y="0"/>
                  </a:moveTo>
                  <a:lnTo>
                    <a:pt x="6958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l38">
              <a:extLst>
                <a:ext uri="{FF2B5EF4-FFF2-40B4-BE49-F238E27FC236}">
                  <a16:creationId xmlns:a16="http://schemas.microsoft.com/office/drawing/2014/main" id="{0EE0A3CF-725C-4226-84DD-C2AE8D9CE47F}"/>
                </a:ext>
              </a:extLst>
            </p:cNvPr>
            <p:cNvSpPr/>
            <p:nvPr/>
          </p:nvSpPr>
          <p:spPr>
            <a:xfrm>
              <a:off x="1767168" y="2182477"/>
              <a:ext cx="69589" cy="0"/>
            </a:xfrm>
            <a:custGeom>
              <a:avLst/>
              <a:gdLst/>
              <a:ahLst/>
              <a:cxnLst/>
              <a:rect l="0" t="0" r="0" b="0"/>
              <a:pathLst>
                <a:path w="69589">
                  <a:moveTo>
                    <a:pt x="0" y="0"/>
                  </a:moveTo>
                  <a:lnTo>
                    <a:pt x="6958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l39">
              <a:extLst>
                <a:ext uri="{FF2B5EF4-FFF2-40B4-BE49-F238E27FC236}">
                  <a16:creationId xmlns:a16="http://schemas.microsoft.com/office/drawing/2014/main" id="{4B9630CF-AA5A-4670-B20A-D9294E57299A}"/>
                </a:ext>
              </a:extLst>
            </p:cNvPr>
            <p:cNvSpPr/>
            <p:nvPr/>
          </p:nvSpPr>
          <p:spPr>
            <a:xfrm>
              <a:off x="1767168" y="1238123"/>
              <a:ext cx="69589" cy="0"/>
            </a:xfrm>
            <a:custGeom>
              <a:avLst/>
              <a:gdLst/>
              <a:ahLst/>
              <a:cxnLst/>
              <a:rect l="0" t="0" r="0" b="0"/>
              <a:pathLst>
                <a:path w="69589">
                  <a:moveTo>
                    <a:pt x="0" y="0"/>
                  </a:moveTo>
                  <a:lnTo>
                    <a:pt x="6958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40">
              <a:extLst>
                <a:ext uri="{FF2B5EF4-FFF2-40B4-BE49-F238E27FC236}">
                  <a16:creationId xmlns:a16="http://schemas.microsoft.com/office/drawing/2014/main" id="{E22CE27A-7507-4D0E-937E-D2FD44FF917C}"/>
                </a:ext>
              </a:extLst>
            </p:cNvPr>
            <p:cNvSpPr/>
            <p:nvPr/>
          </p:nvSpPr>
          <p:spPr>
            <a:xfrm>
              <a:off x="2941283" y="3316361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41">
              <a:extLst>
                <a:ext uri="{FF2B5EF4-FFF2-40B4-BE49-F238E27FC236}">
                  <a16:creationId xmlns:a16="http://schemas.microsoft.com/office/drawing/2014/main" id="{0325FA8C-93B3-4AD0-B127-4E5F3E4C5031}"/>
                </a:ext>
              </a:extLst>
            </p:cNvPr>
            <p:cNvSpPr/>
            <p:nvPr/>
          </p:nvSpPr>
          <p:spPr>
            <a:xfrm>
              <a:off x="4413983" y="3316361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42">
              <a:extLst>
                <a:ext uri="{FF2B5EF4-FFF2-40B4-BE49-F238E27FC236}">
                  <a16:creationId xmlns:a16="http://schemas.microsoft.com/office/drawing/2014/main" id="{3DC8DAC0-E126-4B9D-AB7E-5894D2822994}"/>
                </a:ext>
              </a:extLst>
            </p:cNvPr>
            <p:cNvSpPr/>
            <p:nvPr/>
          </p:nvSpPr>
          <p:spPr>
            <a:xfrm>
              <a:off x="5886683" y="3316361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43">
              <a:extLst>
                <a:ext uri="{FF2B5EF4-FFF2-40B4-BE49-F238E27FC236}">
                  <a16:creationId xmlns:a16="http://schemas.microsoft.com/office/drawing/2014/main" id="{C5F45029-D23C-4CF1-9CF8-255AF288ABA4}"/>
                </a:ext>
              </a:extLst>
            </p:cNvPr>
            <p:cNvSpPr/>
            <p:nvPr/>
          </p:nvSpPr>
          <p:spPr>
            <a:xfrm>
              <a:off x="7359384" y="3316361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44">
              <a:extLst>
                <a:ext uri="{FF2B5EF4-FFF2-40B4-BE49-F238E27FC236}">
                  <a16:creationId xmlns:a16="http://schemas.microsoft.com/office/drawing/2014/main" id="{8305F2EF-CA51-4339-A11A-AA6C3871645D}"/>
                </a:ext>
              </a:extLst>
            </p:cNvPr>
            <p:cNvSpPr/>
            <p:nvPr/>
          </p:nvSpPr>
          <p:spPr>
            <a:xfrm>
              <a:off x="8832084" y="3316361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55">
              <a:extLst>
                <a:ext uri="{FF2B5EF4-FFF2-40B4-BE49-F238E27FC236}">
                  <a16:creationId xmlns:a16="http://schemas.microsoft.com/office/drawing/2014/main" id="{642A9B78-B9CA-44EF-B63D-808091ACA0E0}"/>
                </a:ext>
              </a:extLst>
            </p:cNvPr>
            <p:cNvSpPr/>
            <p:nvPr/>
          </p:nvSpPr>
          <p:spPr>
            <a:xfrm>
              <a:off x="1836757" y="3927017"/>
              <a:ext cx="8099852" cy="16329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4" name="pl56">
              <a:extLst>
                <a:ext uri="{FF2B5EF4-FFF2-40B4-BE49-F238E27FC236}">
                  <a16:creationId xmlns:a16="http://schemas.microsoft.com/office/drawing/2014/main" id="{EC456B18-7A12-4170-B8CD-E9D9522A9862}"/>
                </a:ext>
              </a:extLst>
            </p:cNvPr>
            <p:cNvSpPr/>
            <p:nvPr/>
          </p:nvSpPr>
          <p:spPr>
            <a:xfrm>
              <a:off x="1836757" y="5301538"/>
              <a:ext cx="8099852" cy="0"/>
            </a:xfrm>
            <a:custGeom>
              <a:avLst/>
              <a:gdLst/>
              <a:ahLst/>
              <a:cxnLst/>
              <a:rect l="0" t="0" r="0" b="0"/>
              <a:pathLst>
                <a:path w="8099852">
                  <a:moveTo>
                    <a:pt x="0" y="0"/>
                  </a:moveTo>
                  <a:lnTo>
                    <a:pt x="8099852" y="0"/>
                  </a:lnTo>
                  <a:lnTo>
                    <a:pt x="80998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57">
              <a:extLst>
                <a:ext uri="{FF2B5EF4-FFF2-40B4-BE49-F238E27FC236}">
                  <a16:creationId xmlns:a16="http://schemas.microsoft.com/office/drawing/2014/main" id="{2D2559CB-9813-4C5F-970A-55AE6432888E}"/>
                </a:ext>
              </a:extLst>
            </p:cNvPr>
            <p:cNvSpPr/>
            <p:nvPr/>
          </p:nvSpPr>
          <p:spPr>
            <a:xfrm>
              <a:off x="1836757" y="4933224"/>
              <a:ext cx="8099852" cy="0"/>
            </a:xfrm>
            <a:custGeom>
              <a:avLst/>
              <a:gdLst/>
              <a:ahLst/>
              <a:cxnLst/>
              <a:rect l="0" t="0" r="0" b="0"/>
              <a:pathLst>
                <a:path w="8099852">
                  <a:moveTo>
                    <a:pt x="0" y="0"/>
                  </a:moveTo>
                  <a:lnTo>
                    <a:pt x="8099852" y="0"/>
                  </a:lnTo>
                  <a:lnTo>
                    <a:pt x="80998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58">
              <a:extLst>
                <a:ext uri="{FF2B5EF4-FFF2-40B4-BE49-F238E27FC236}">
                  <a16:creationId xmlns:a16="http://schemas.microsoft.com/office/drawing/2014/main" id="{6B8ECEE7-F069-402D-A189-6FB3A8258555}"/>
                </a:ext>
              </a:extLst>
            </p:cNvPr>
            <p:cNvSpPr/>
            <p:nvPr/>
          </p:nvSpPr>
          <p:spPr>
            <a:xfrm>
              <a:off x="1836757" y="4564909"/>
              <a:ext cx="8099852" cy="0"/>
            </a:xfrm>
            <a:custGeom>
              <a:avLst/>
              <a:gdLst/>
              <a:ahLst/>
              <a:cxnLst/>
              <a:rect l="0" t="0" r="0" b="0"/>
              <a:pathLst>
                <a:path w="8099852">
                  <a:moveTo>
                    <a:pt x="0" y="0"/>
                  </a:moveTo>
                  <a:lnTo>
                    <a:pt x="8099852" y="0"/>
                  </a:lnTo>
                  <a:lnTo>
                    <a:pt x="80998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59">
              <a:extLst>
                <a:ext uri="{FF2B5EF4-FFF2-40B4-BE49-F238E27FC236}">
                  <a16:creationId xmlns:a16="http://schemas.microsoft.com/office/drawing/2014/main" id="{CEA03A5B-0BBF-4418-9A6D-B087F968B052}"/>
                </a:ext>
              </a:extLst>
            </p:cNvPr>
            <p:cNvSpPr/>
            <p:nvPr/>
          </p:nvSpPr>
          <p:spPr>
            <a:xfrm>
              <a:off x="1836757" y="4196594"/>
              <a:ext cx="8099852" cy="0"/>
            </a:xfrm>
            <a:custGeom>
              <a:avLst/>
              <a:gdLst/>
              <a:ahLst/>
              <a:cxnLst/>
              <a:rect l="0" t="0" r="0" b="0"/>
              <a:pathLst>
                <a:path w="8099852">
                  <a:moveTo>
                    <a:pt x="0" y="0"/>
                  </a:moveTo>
                  <a:lnTo>
                    <a:pt x="8099852" y="0"/>
                  </a:lnTo>
                  <a:lnTo>
                    <a:pt x="80998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60">
              <a:extLst>
                <a:ext uri="{FF2B5EF4-FFF2-40B4-BE49-F238E27FC236}">
                  <a16:creationId xmlns:a16="http://schemas.microsoft.com/office/drawing/2014/main" id="{FAEBC8B4-D914-4007-917E-C039A1EC7017}"/>
                </a:ext>
              </a:extLst>
            </p:cNvPr>
            <p:cNvSpPr/>
            <p:nvPr/>
          </p:nvSpPr>
          <p:spPr>
            <a:xfrm>
              <a:off x="2204932" y="3927017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61">
              <a:extLst>
                <a:ext uri="{FF2B5EF4-FFF2-40B4-BE49-F238E27FC236}">
                  <a16:creationId xmlns:a16="http://schemas.microsoft.com/office/drawing/2014/main" id="{F75A4973-C607-4AF6-80E1-A051DDD70B44}"/>
                </a:ext>
              </a:extLst>
            </p:cNvPr>
            <p:cNvSpPr/>
            <p:nvPr/>
          </p:nvSpPr>
          <p:spPr>
            <a:xfrm>
              <a:off x="3677633" y="3927017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62">
              <a:extLst>
                <a:ext uri="{FF2B5EF4-FFF2-40B4-BE49-F238E27FC236}">
                  <a16:creationId xmlns:a16="http://schemas.microsoft.com/office/drawing/2014/main" id="{BBA5030C-C70F-44C4-8732-97BFD24BDC26}"/>
                </a:ext>
              </a:extLst>
            </p:cNvPr>
            <p:cNvSpPr/>
            <p:nvPr/>
          </p:nvSpPr>
          <p:spPr>
            <a:xfrm>
              <a:off x="5150333" y="3927017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63">
              <a:extLst>
                <a:ext uri="{FF2B5EF4-FFF2-40B4-BE49-F238E27FC236}">
                  <a16:creationId xmlns:a16="http://schemas.microsoft.com/office/drawing/2014/main" id="{9C0DF531-A141-4F7C-AE7C-975A47DF93FB}"/>
                </a:ext>
              </a:extLst>
            </p:cNvPr>
            <p:cNvSpPr/>
            <p:nvPr/>
          </p:nvSpPr>
          <p:spPr>
            <a:xfrm>
              <a:off x="6623034" y="3927017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64">
              <a:extLst>
                <a:ext uri="{FF2B5EF4-FFF2-40B4-BE49-F238E27FC236}">
                  <a16:creationId xmlns:a16="http://schemas.microsoft.com/office/drawing/2014/main" id="{144DA988-7C12-4E8A-A43B-7116487ED508}"/>
                </a:ext>
              </a:extLst>
            </p:cNvPr>
            <p:cNvSpPr/>
            <p:nvPr/>
          </p:nvSpPr>
          <p:spPr>
            <a:xfrm>
              <a:off x="8095734" y="3927017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65">
              <a:extLst>
                <a:ext uri="{FF2B5EF4-FFF2-40B4-BE49-F238E27FC236}">
                  <a16:creationId xmlns:a16="http://schemas.microsoft.com/office/drawing/2014/main" id="{EBC92961-CE71-46E5-B68D-82B744E5D253}"/>
                </a:ext>
              </a:extLst>
            </p:cNvPr>
            <p:cNvSpPr/>
            <p:nvPr/>
          </p:nvSpPr>
          <p:spPr>
            <a:xfrm>
              <a:off x="9568434" y="3927017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66">
              <a:extLst>
                <a:ext uri="{FF2B5EF4-FFF2-40B4-BE49-F238E27FC236}">
                  <a16:creationId xmlns:a16="http://schemas.microsoft.com/office/drawing/2014/main" id="{25D43151-83D9-4F41-A51B-253337C48494}"/>
                </a:ext>
              </a:extLst>
            </p:cNvPr>
            <p:cNvSpPr/>
            <p:nvPr/>
          </p:nvSpPr>
          <p:spPr>
            <a:xfrm>
              <a:off x="1836757" y="5485696"/>
              <a:ext cx="8099852" cy="0"/>
            </a:xfrm>
            <a:custGeom>
              <a:avLst/>
              <a:gdLst/>
              <a:ahLst/>
              <a:cxnLst/>
              <a:rect l="0" t="0" r="0" b="0"/>
              <a:pathLst>
                <a:path w="8099852">
                  <a:moveTo>
                    <a:pt x="0" y="0"/>
                  </a:moveTo>
                  <a:lnTo>
                    <a:pt x="8099852" y="0"/>
                  </a:lnTo>
                  <a:lnTo>
                    <a:pt x="8099852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67">
              <a:extLst>
                <a:ext uri="{FF2B5EF4-FFF2-40B4-BE49-F238E27FC236}">
                  <a16:creationId xmlns:a16="http://schemas.microsoft.com/office/drawing/2014/main" id="{FD844DF9-0A13-4D0A-AC6F-B687F1E628DA}"/>
                </a:ext>
              </a:extLst>
            </p:cNvPr>
            <p:cNvSpPr/>
            <p:nvPr/>
          </p:nvSpPr>
          <p:spPr>
            <a:xfrm>
              <a:off x="1836757" y="5117381"/>
              <a:ext cx="8099852" cy="0"/>
            </a:xfrm>
            <a:custGeom>
              <a:avLst/>
              <a:gdLst/>
              <a:ahLst/>
              <a:cxnLst/>
              <a:rect l="0" t="0" r="0" b="0"/>
              <a:pathLst>
                <a:path w="8099852">
                  <a:moveTo>
                    <a:pt x="0" y="0"/>
                  </a:moveTo>
                  <a:lnTo>
                    <a:pt x="8099852" y="0"/>
                  </a:lnTo>
                  <a:lnTo>
                    <a:pt x="8099852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68">
              <a:extLst>
                <a:ext uri="{FF2B5EF4-FFF2-40B4-BE49-F238E27FC236}">
                  <a16:creationId xmlns:a16="http://schemas.microsoft.com/office/drawing/2014/main" id="{C138D1A0-30A3-4CEA-A79D-57DFFEEF4836}"/>
                </a:ext>
              </a:extLst>
            </p:cNvPr>
            <p:cNvSpPr/>
            <p:nvPr/>
          </p:nvSpPr>
          <p:spPr>
            <a:xfrm>
              <a:off x="1836757" y="4749066"/>
              <a:ext cx="8099852" cy="0"/>
            </a:xfrm>
            <a:custGeom>
              <a:avLst/>
              <a:gdLst/>
              <a:ahLst/>
              <a:cxnLst/>
              <a:rect l="0" t="0" r="0" b="0"/>
              <a:pathLst>
                <a:path w="8099852">
                  <a:moveTo>
                    <a:pt x="0" y="0"/>
                  </a:moveTo>
                  <a:lnTo>
                    <a:pt x="8099852" y="0"/>
                  </a:lnTo>
                  <a:lnTo>
                    <a:pt x="8099852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69">
              <a:extLst>
                <a:ext uri="{FF2B5EF4-FFF2-40B4-BE49-F238E27FC236}">
                  <a16:creationId xmlns:a16="http://schemas.microsoft.com/office/drawing/2014/main" id="{DF4277A0-F78B-46EB-BAA3-32C9409C0B50}"/>
                </a:ext>
              </a:extLst>
            </p:cNvPr>
            <p:cNvSpPr/>
            <p:nvPr/>
          </p:nvSpPr>
          <p:spPr>
            <a:xfrm>
              <a:off x="1836757" y="4380752"/>
              <a:ext cx="8099852" cy="0"/>
            </a:xfrm>
            <a:custGeom>
              <a:avLst/>
              <a:gdLst/>
              <a:ahLst/>
              <a:cxnLst/>
              <a:rect l="0" t="0" r="0" b="0"/>
              <a:pathLst>
                <a:path w="8099852">
                  <a:moveTo>
                    <a:pt x="0" y="0"/>
                  </a:moveTo>
                  <a:lnTo>
                    <a:pt x="8099852" y="0"/>
                  </a:lnTo>
                  <a:lnTo>
                    <a:pt x="8099852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70">
              <a:extLst>
                <a:ext uri="{FF2B5EF4-FFF2-40B4-BE49-F238E27FC236}">
                  <a16:creationId xmlns:a16="http://schemas.microsoft.com/office/drawing/2014/main" id="{16A4CE02-1BB5-4658-BDB4-EF9F5241EE8E}"/>
                </a:ext>
              </a:extLst>
            </p:cNvPr>
            <p:cNvSpPr/>
            <p:nvPr/>
          </p:nvSpPr>
          <p:spPr>
            <a:xfrm>
              <a:off x="1836757" y="4012437"/>
              <a:ext cx="8099852" cy="0"/>
            </a:xfrm>
            <a:custGeom>
              <a:avLst/>
              <a:gdLst/>
              <a:ahLst/>
              <a:cxnLst/>
              <a:rect l="0" t="0" r="0" b="0"/>
              <a:pathLst>
                <a:path w="8099852">
                  <a:moveTo>
                    <a:pt x="0" y="0"/>
                  </a:moveTo>
                  <a:lnTo>
                    <a:pt x="8099852" y="0"/>
                  </a:lnTo>
                  <a:lnTo>
                    <a:pt x="8099852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71">
              <a:extLst>
                <a:ext uri="{FF2B5EF4-FFF2-40B4-BE49-F238E27FC236}">
                  <a16:creationId xmlns:a16="http://schemas.microsoft.com/office/drawing/2014/main" id="{FD6E26A8-D59B-475C-ACD9-4903688C3094}"/>
                </a:ext>
              </a:extLst>
            </p:cNvPr>
            <p:cNvSpPr/>
            <p:nvPr/>
          </p:nvSpPr>
          <p:spPr>
            <a:xfrm>
              <a:off x="2941283" y="3927017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72">
              <a:extLst>
                <a:ext uri="{FF2B5EF4-FFF2-40B4-BE49-F238E27FC236}">
                  <a16:creationId xmlns:a16="http://schemas.microsoft.com/office/drawing/2014/main" id="{1A07B30C-17C1-4100-969C-74268D88E52C}"/>
                </a:ext>
              </a:extLst>
            </p:cNvPr>
            <p:cNvSpPr/>
            <p:nvPr/>
          </p:nvSpPr>
          <p:spPr>
            <a:xfrm>
              <a:off x="4413983" y="3927017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73">
              <a:extLst>
                <a:ext uri="{FF2B5EF4-FFF2-40B4-BE49-F238E27FC236}">
                  <a16:creationId xmlns:a16="http://schemas.microsoft.com/office/drawing/2014/main" id="{4B487C4E-3DC0-43F5-B60E-1BE260B3E1C2}"/>
                </a:ext>
              </a:extLst>
            </p:cNvPr>
            <p:cNvSpPr/>
            <p:nvPr/>
          </p:nvSpPr>
          <p:spPr>
            <a:xfrm>
              <a:off x="5886683" y="3927017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74">
              <a:extLst>
                <a:ext uri="{FF2B5EF4-FFF2-40B4-BE49-F238E27FC236}">
                  <a16:creationId xmlns:a16="http://schemas.microsoft.com/office/drawing/2014/main" id="{3CD58E57-398F-4891-B5FD-93E2EF0737F3}"/>
                </a:ext>
              </a:extLst>
            </p:cNvPr>
            <p:cNvSpPr/>
            <p:nvPr/>
          </p:nvSpPr>
          <p:spPr>
            <a:xfrm>
              <a:off x="7359384" y="3927017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75">
              <a:extLst>
                <a:ext uri="{FF2B5EF4-FFF2-40B4-BE49-F238E27FC236}">
                  <a16:creationId xmlns:a16="http://schemas.microsoft.com/office/drawing/2014/main" id="{B72B996D-43AF-45E0-B938-687E9F5DF126}"/>
                </a:ext>
              </a:extLst>
            </p:cNvPr>
            <p:cNvSpPr/>
            <p:nvPr/>
          </p:nvSpPr>
          <p:spPr>
            <a:xfrm>
              <a:off x="8832084" y="3927017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76">
              <a:extLst>
                <a:ext uri="{FF2B5EF4-FFF2-40B4-BE49-F238E27FC236}">
                  <a16:creationId xmlns:a16="http://schemas.microsoft.com/office/drawing/2014/main" id="{FE321305-5BB1-42C9-8639-E586374222E8}"/>
                </a:ext>
              </a:extLst>
            </p:cNvPr>
            <p:cNvSpPr/>
            <p:nvPr/>
          </p:nvSpPr>
          <p:spPr>
            <a:xfrm>
              <a:off x="2337476" y="5066590"/>
              <a:ext cx="7068961" cy="413580"/>
            </a:xfrm>
            <a:custGeom>
              <a:avLst/>
              <a:gdLst/>
              <a:ahLst/>
              <a:cxnLst/>
              <a:rect l="0" t="0" r="0" b="0"/>
              <a:pathLst>
                <a:path w="7068961" h="413580">
                  <a:moveTo>
                    <a:pt x="0" y="413580"/>
                  </a:moveTo>
                  <a:lnTo>
                    <a:pt x="147270" y="413580"/>
                  </a:lnTo>
                  <a:lnTo>
                    <a:pt x="147270" y="412475"/>
                  </a:lnTo>
                  <a:lnTo>
                    <a:pt x="294540" y="412475"/>
                  </a:lnTo>
                  <a:lnTo>
                    <a:pt x="294540" y="412475"/>
                  </a:lnTo>
                  <a:lnTo>
                    <a:pt x="412356" y="412475"/>
                  </a:lnTo>
                  <a:lnTo>
                    <a:pt x="412356" y="412475"/>
                  </a:lnTo>
                  <a:lnTo>
                    <a:pt x="824712" y="412475"/>
                  </a:lnTo>
                  <a:lnTo>
                    <a:pt x="824712" y="410265"/>
                  </a:lnTo>
                  <a:lnTo>
                    <a:pt x="898347" y="410265"/>
                  </a:lnTo>
                  <a:lnTo>
                    <a:pt x="898347" y="410265"/>
                  </a:lnTo>
                  <a:lnTo>
                    <a:pt x="1001436" y="410265"/>
                  </a:lnTo>
                  <a:lnTo>
                    <a:pt x="1001436" y="409050"/>
                  </a:lnTo>
                  <a:lnTo>
                    <a:pt x="1133979" y="409050"/>
                  </a:lnTo>
                  <a:lnTo>
                    <a:pt x="1133979" y="207545"/>
                  </a:lnTo>
                  <a:lnTo>
                    <a:pt x="1222341" y="207545"/>
                  </a:lnTo>
                  <a:lnTo>
                    <a:pt x="1222341" y="191044"/>
                  </a:lnTo>
                  <a:lnTo>
                    <a:pt x="1325430" y="191044"/>
                  </a:lnTo>
                  <a:lnTo>
                    <a:pt x="1325430" y="191044"/>
                  </a:lnTo>
                  <a:lnTo>
                    <a:pt x="1531608" y="191044"/>
                  </a:lnTo>
                  <a:lnTo>
                    <a:pt x="1531608" y="191044"/>
                  </a:lnTo>
                  <a:lnTo>
                    <a:pt x="1619970" y="191044"/>
                  </a:lnTo>
                  <a:lnTo>
                    <a:pt x="1619970" y="183899"/>
                  </a:lnTo>
                  <a:lnTo>
                    <a:pt x="1752513" y="183899"/>
                  </a:lnTo>
                  <a:lnTo>
                    <a:pt x="1752513" y="183899"/>
                  </a:lnTo>
                  <a:lnTo>
                    <a:pt x="1826148" y="183899"/>
                  </a:lnTo>
                  <a:lnTo>
                    <a:pt x="1826148" y="183899"/>
                  </a:lnTo>
                  <a:lnTo>
                    <a:pt x="1929237" y="183899"/>
                  </a:lnTo>
                  <a:lnTo>
                    <a:pt x="1929237" y="183899"/>
                  </a:lnTo>
                  <a:lnTo>
                    <a:pt x="2032326" y="183899"/>
                  </a:lnTo>
                  <a:lnTo>
                    <a:pt x="2032326" y="183899"/>
                  </a:lnTo>
                  <a:lnTo>
                    <a:pt x="2341593" y="183899"/>
                  </a:lnTo>
                  <a:lnTo>
                    <a:pt x="2341593" y="183899"/>
                  </a:lnTo>
                  <a:lnTo>
                    <a:pt x="2444682" y="183899"/>
                  </a:lnTo>
                  <a:lnTo>
                    <a:pt x="2444682" y="115650"/>
                  </a:lnTo>
                  <a:lnTo>
                    <a:pt x="2547771" y="115650"/>
                  </a:lnTo>
                  <a:lnTo>
                    <a:pt x="2547771" y="104675"/>
                  </a:lnTo>
                  <a:lnTo>
                    <a:pt x="2650860" y="104675"/>
                  </a:lnTo>
                  <a:lnTo>
                    <a:pt x="2650860" y="104675"/>
                  </a:lnTo>
                  <a:lnTo>
                    <a:pt x="2753949" y="104675"/>
                  </a:lnTo>
                  <a:lnTo>
                    <a:pt x="2753949" y="99960"/>
                  </a:lnTo>
                  <a:lnTo>
                    <a:pt x="2857038" y="99960"/>
                  </a:lnTo>
                  <a:lnTo>
                    <a:pt x="2857038" y="82318"/>
                  </a:lnTo>
                  <a:lnTo>
                    <a:pt x="2960127" y="82318"/>
                  </a:lnTo>
                  <a:lnTo>
                    <a:pt x="2960127" y="82318"/>
                  </a:lnTo>
                  <a:lnTo>
                    <a:pt x="3063216" y="82318"/>
                  </a:lnTo>
                  <a:lnTo>
                    <a:pt x="3063216" y="82318"/>
                  </a:lnTo>
                  <a:lnTo>
                    <a:pt x="3166305" y="82318"/>
                  </a:lnTo>
                  <a:lnTo>
                    <a:pt x="3166305" y="71121"/>
                  </a:lnTo>
                  <a:lnTo>
                    <a:pt x="3667023" y="71121"/>
                  </a:lnTo>
                  <a:lnTo>
                    <a:pt x="3667023" y="60329"/>
                  </a:lnTo>
                  <a:lnTo>
                    <a:pt x="3873201" y="60329"/>
                  </a:lnTo>
                  <a:lnTo>
                    <a:pt x="3873201" y="60329"/>
                  </a:lnTo>
                  <a:lnTo>
                    <a:pt x="3917383" y="60329"/>
                  </a:lnTo>
                  <a:lnTo>
                    <a:pt x="3917383" y="60329"/>
                  </a:lnTo>
                  <a:lnTo>
                    <a:pt x="3976291" y="60329"/>
                  </a:lnTo>
                  <a:lnTo>
                    <a:pt x="3976291" y="60329"/>
                  </a:lnTo>
                  <a:lnTo>
                    <a:pt x="4094107" y="60329"/>
                  </a:lnTo>
                  <a:lnTo>
                    <a:pt x="4094107" y="52448"/>
                  </a:lnTo>
                  <a:lnTo>
                    <a:pt x="4197196" y="52448"/>
                  </a:lnTo>
                  <a:lnTo>
                    <a:pt x="4197196" y="52448"/>
                  </a:lnTo>
                  <a:lnTo>
                    <a:pt x="4285558" y="52448"/>
                  </a:lnTo>
                  <a:lnTo>
                    <a:pt x="4285558" y="52448"/>
                  </a:lnTo>
                  <a:lnTo>
                    <a:pt x="4388647" y="52448"/>
                  </a:lnTo>
                  <a:lnTo>
                    <a:pt x="4388647" y="49869"/>
                  </a:lnTo>
                  <a:lnTo>
                    <a:pt x="4594825" y="49869"/>
                  </a:lnTo>
                  <a:lnTo>
                    <a:pt x="4594825" y="44197"/>
                  </a:lnTo>
                  <a:lnTo>
                    <a:pt x="4697914" y="44197"/>
                  </a:lnTo>
                  <a:lnTo>
                    <a:pt x="4697914" y="44197"/>
                  </a:lnTo>
                  <a:lnTo>
                    <a:pt x="5007181" y="44197"/>
                  </a:lnTo>
                  <a:lnTo>
                    <a:pt x="5007181" y="44197"/>
                  </a:lnTo>
                  <a:lnTo>
                    <a:pt x="5213359" y="44197"/>
                  </a:lnTo>
                  <a:lnTo>
                    <a:pt x="5213359" y="27955"/>
                  </a:lnTo>
                  <a:lnTo>
                    <a:pt x="5419537" y="27955"/>
                  </a:lnTo>
                  <a:lnTo>
                    <a:pt x="5419537" y="27955"/>
                  </a:lnTo>
                  <a:lnTo>
                    <a:pt x="5552080" y="27955"/>
                  </a:lnTo>
                  <a:lnTo>
                    <a:pt x="5552080" y="27955"/>
                  </a:lnTo>
                  <a:lnTo>
                    <a:pt x="6155887" y="27955"/>
                  </a:lnTo>
                  <a:lnTo>
                    <a:pt x="6155887" y="22504"/>
                  </a:lnTo>
                  <a:lnTo>
                    <a:pt x="6465154" y="22504"/>
                  </a:lnTo>
                  <a:lnTo>
                    <a:pt x="6465154" y="4051"/>
                  </a:lnTo>
                  <a:lnTo>
                    <a:pt x="6759694" y="4051"/>
                  </a:lnTo>
                  <a:lnTo>
                    <a:pt x="6759694" y="0"/>
                  </a:lnTo>
                  <a:lnTo>
                    <a:pt x="7068961" y="0"/>
                  </a:lnTo>
                  <a:lnTo>
                    <a:pt x="706896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77">
              <a:extLst>
                <a:ext uri="{FF2B5EF4-FFF2-40B4-BE49-F238E27FC236}">
                  <a16:creationId xmlns:a16="http://schemas.microsoft.com/office/drawing/2014/main" id="{77635392-E7D8-487A-8B1A-9939EB368767}"/>
                </a:ext>
              </a:extLst>
            </p:cNvPr>
            <p:cNvSpPr/>
            <p:nvPr/>
          </p:nvSpPr>
          <p:spPr>
            <a:xfrm>
              <a:off x="2337476" y="4001240"/>
              <a:ext cx="3563934" cy="1447477"/>
            </a:xfrm>
            <a:custGeom>
              <a:avLst/>
              <a:gdLst/>
              <a:ahLst/>
              <a:cxnLst/>
              <a:rect l="0" t="0" r="0" b="0"/>
              <a:pathLst>
                <a:path w="3563934" h="1447477">
                  <a:moveTo>
                    <a:pt x="0" y="1447477"/>
                  </a:moveTo>
                  <a:lnTo>
                    <a:pt x="147270" y="1447477"/>
                  </a:lnTo>
                  <a:lnTo>
                    <a:pt x="147270" y="1378675"/>
                  </a:lnTo>
                  <a:lnTo>
                    <a:pt x="265086" y="1378675"/>
                  </a:lnTo>
                  <a:lnTo>
                    <a:pt x="265086" y="1311642"/>
                  </a:lnTo>
                  <a:lnTo>
                    <a:pt x="294540" y="1311642"/>
                  </a:lnTo>
                  <a:lnTo>
                    <a:pt x="294540" y="1311642"/>
                  </a:lnTo>
                  <a:lnTo>
                    <a:pt x="397629" y="1311642"/>
                  </a:lnTo>
                  <a:lnTo>
                    <a:pt x="397629" y="1219121"/>
                  </a:lnTo>
                  <a:lnTo>
                    <a:pt x="427083" y="1219121"/>
                  </a:lnTo>
                  <a:lnTo>
                    <a:pt x="427083" y="1219121"/>
                  </a:lnTo>
                  <a:lnTo>
                    <a:pt x="515445" y="1219121"/>
                  </a:lnTo>
                  <a:lnTo>
                    <a:pt x="515445" y="1219121"/>
                  </a:lnTo>
                  <a:lnTo>
                    <a:pt x="677442" y="1219121"/>
                  </a:lnTo>
                  <a:lnTo>
                    <a:pt x="677442" y="1053417"/>
                  </a:lnTo>
                  <a:lnTo>
                    <a:pt x="824712" y="1053417"/>
                  </a:lnTo>
                  <a:lnTo>
                    <a:pt x="824712" y="1043730"/>
                  </a:lnTo>
                  <a:lnTo>
                    <a:pt x="898347" y="1043730"/>
                  </a:lnTo>
                  <a:lnTo>
                    <a:pt x="898347" y="984394"/>
                  </a:lnTo>
                  <a:lnTo>
                    <a:pt x="1001436" y="984394"/>
                  </a:lnTo>
                  <a:lnTo>
                    <a:pt x="1001436" y="971687"/>
                  </a:lnTo>
                  <a:lnTo>
                    <a:pt x="1016163" y="971687"/>
                  </a:lnTo>
                  <a:lnTo>
                    <a:pt x="1016163" y="969478"/>
                  </a:lnTo>
                  <a:lnTo>
                    <a:pt x="1133979" y="969478"/>
                  </a:lnTo>
                  <a:lnTo>
                    <a:pt x="1133979" y="939423"/>
                  </a:lnTo>
                  <a:lnTo>
                    <a:pt x="1222341" y="939423"/>
                  </a:lnTo>
                  <a:lnTo>
                    <a:pt x="1222341" y="939423"/>
                  </a:lnTo>
                  <a:lnTo>
                    <a:pt x="1325430" y="939423"/>
                  </a:lnTo>
                  <a:lnTo>
                    <a:pt x="1325430" y="936550"/>
                  </a:lnTo>
                  <a:lnTo>
                    <a:pt x="1428519" y="936550"/>
                  </a:lnTo>
                  <a:lnTo>
                    <a:pt x="1428519" y="936550"/>
                  </a:lnTo>
                  <a:lnTo>
                    <a:pt x="1531608" y="936550"/>
                  </a:lnTo>
                  <a:lnTo>
                    <a:pt x="1531608" y="936550"/>
                  </a:lnTo>
                  <a:lnTo>
                    <a:pt x="1619970" y="936550"/>
                  </a:lnTo>
                  <a:lnTo>
                    <a:pt x="1619970" y="936550"/>
                  </a:lnTo>
                  <a:lnTo>
                    <a:pt x="1752513" y="936550"/>
                  </a:lnTo>
                  <a:lnTo>
                    <a:pt x="1752513" y="472731"/>
                  </a:lnTo>
                  <a:lnTo>
                    <a:pt x="1929237" y="472731"/>
                  </a:lnTo>
                  <a:lnTo>
                    <a:pt x="1929237" y="268648"/>
                  </a:lnTo>
                  <a:lnTo>
                    <a:pt x="2032326" y="268648"/>
                  </a:lnTo>
                  <a:lnTo>
                    <a:pt x="2032326" y="265702"/>
                  </a:lnTo>
                  <a:lnTo>
                    <a:pt x="2135415" y="265702"/>
                  </a:lnTo>
                  <a:lnTo>
                    <a:pt x="2135415" y="265702"/>
                  </a:lnTo>
                  <a:lnTo>
                    <a:pt x="2238504" y="265702"/>
                  </a:lnTo>
                  <a:lnTo>
                    <a:pt x="2238504" y="208171"/>
                  </a:lnTo>
                  <a:lnTo>
                    <a:pt x="2341593" y="208171"/>
                  </a:lnTo>
                  <a:lnTo>
                    <a:pt x="2341593" y="103938"/>
                  </a:lnTo>
                  <a:lnTo>
                    <a:pt x="2444682" y="103938"/>
                  </a:lnTo>
                  <a:lnTo>
                    <a:pt x="2444682" y="76904"/>
                  </a:lnTo>
                  <a:lnTo>
                    <a:pt x="2547771" y="76904"/>
                  </a:lnTo>
                  <a:lnTo>
                    <a:pt x="2547771" y="76904"/>
                  </a:lnTo>
                  <a:lnTo>
                    <a:pt x="2650860" y="76904"/>
                  </a:lnTo>
                  <a:lnTo>
                    <a:pt x="2650860" y="76904"/>
                  </a:lnTo>
                  <a:lnTo>
                    <a:pt x="2753949" y="76904"/>
                  </a:lnTo>
                  <a:lnTo>
                    <a:pt x="2753949" y="61471"/>
                  </a:lnTo>
                  <a:lnTo>
                    <a:pt x="2857038" y="61471"/>
                  </a:lnTo>
                  <a:lnTo>
                    <a:pt x="2857038" y="61471"/>
                  </a:lnTo>
                  <a:lnTo>
                    <a:pt x="2960127" y="61471"/>
                  </a:lnTo>
                  <a:lnTo>
                    <a:pt x="2960127" y="61471"/>
                  </a:lnTo>
                  <a:lnTo>
                    <a:pt x="3063216" y="61471"/>
                  </a:lnTo>
                  <a:lnTo>
                    <a:pt x="3063216" y="61471"/>
                  </a:lnTo>
                  <a:lnTo>
                    <a:pt x="3166305" y="61471"/>
                  </a:lnTo>
                  <a:lnTo>
                    <a:pt x="3166305" y="61471"/>
                  </a:lnTo>
                  <a:lnTo>
                    <a:pt x="3269394" y="61471"/>
                  </a:lnTo>
                  <a:lnTo>
                    <a:pt x="3269394" y="61471"/>
                  </a:lnTo>
                  <a:lnTo>
                    <a:pt x="3563934" y="61471"/>
                  </a:lnTo>
                  <a:lnTo>
                    <a:pt x="3563934" y="0"/>
                  </a:lnTo>
                </a:path>
              </a:pathLst>
            </a:custGeom>
            <a:ln w="271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78">
              <a:extLst>
                <a:ext uri="{FF2B5EF4-FFF2-40B4-BE49-F238E27FC236}">
                  <a16:creationId xmlns:a16="http://schemas.microsoft.com/office/drawing/2014/main" id="{C7331EB8-7AAC-4548-AD87-68E34164D936}"/>
                </a:ext>
              </a:extLst>
            </p:cNvPr>
            <p:cNvSpPr/>
            <p:nvPr/>
          </p:nvSpPr>
          <p:spPr>
            <a:xfrm>
              <a:off x="3471455" y="3927017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5400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tx79">
              <a:extLst>
                <a:ext uri="{FF2B5EF4-FFF2-40B4-BE49-F238E27FC236}">
                  <a16:creationId xmlns:a16="http://schemas.microsoft.com/office/drawing/2014/main" id="{FB74F7B0-289A-428F-9D24-2E1452974F83}"/>
                </a:ext>
              </a:extLst>
            </p:cNvPr>
            <p:cNvSpPr/>
            <p:nvPr/>
          </p:nvSpPr>
          <p:spPr>
            <a:xfrm>
              <a:off x="9484412" y="5014219"/>
              <a:ext cx="389873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11379</a:t>
              </a:r>
              <a:endParaRPr sz="1103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69" name="rc81">
              <a:extLst>
                <a:ext uri="{FF2B5EF4-FFF2-40B4-BE49-F238E27FC236}">
                  <a16:creationId xmlns:a16="http://schemas.microsoft.com/office/drawing/2014/main" id="{E5646A12-DE93-42BE-B0B8-C574E3A2766F}"/>
                </a:ext>
              </a:extLst>
            </p:cNvPr>
            <p:cNvSpPr/>
            <p:nvPr/>
          </p:nvSpPr>
          <p:spPr>
            <a:xfrm>
              <a:off x="1836757" y="3927017"/>
              <a:ext cx="8099852" cy="1632901"/>
            </a:xfrm>
            <a:prstGeom prst="rect">
              <a:avLst/>
            </a:prstGeom>
            <a:ln w="27101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tx82">
              <a:extLst>
                <a:ext uri="{FF2B5EF4-FFF2-40B4-BE49-F238E27FC236}">
                  <a16:creationId xmlns:a16="http://schemas.microsoft.com/office/drawing/2014/main" id="{EC54FC7F-2A0C-41D0-AA0D-2C3403A98641}"/>
                </a:ext>
              </a:extLst>
            </p:cNvPr>
            <p:cNvSpPr/>
            <p:nvPr/>
          </p:nvSpPr>
          <p:spPr>
            <a:xfrm>
              <a:off x="1587186" y="5402312"/>
              <a:ext cx="124311" cy="1633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71" name="tx83">
              <a:extLst>
                <a:ext uri="{FF2B5EF4-FFF2-40B4-BE49-F238E27FC236}">
                  <a16:creationId xmlns:a16="http://schemas.microsoft.com/office/drawing/2014/main" id="{D1F1EEA8-E53E-40D9-B7CA-3D6054F7E2F3}"/>
                </a:ext>
              </a:extLst>
            </p:cNvPr>
            <p:cNvSpPr/>
            <p:nvPr/>
          </p:nvSpPr>
          <p:spPr>
            <a:xfrm>
              <a:off x="1089941" y="5033998"/>
              <a:ext cx="621555" cy="1633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10000</a:t>
              </a:r>
            </a:p>
          </p:txBody>
        </p:sp>
        <p:sp>
          <p:nvSpPr>
            <p:cNvPr id="172" name="tx84">
              <a:extLst>
                <a:ext uri="{FF2B5EF4-FFF2-40B4-BE49-F238E27FC236}">
                  <a16:creationId xmlns:a16="http://schemas.microsoft.com/office/drawing/2014/main" id="{517E6DE3-917B-475A-8541-7A3F8190DF94}"/>
                </a:ext>
              </a:extLst>
            </p:cNvPr>
            <p:cNvSpPr/>
            <p:nvPr/>
          </p:nvSpPr>
          <p:spPr>
            <a:xfrm>
              <a:off x="1089941" y="4665683"/>
              <a:ext cx="621555" cy="1633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20000</a:t>
              </a:r>
            </a:p>
          </p:txBody>
        </p:sp>
        <p:sp>
          <p:nvSpPr>
            <p:cNvPr id="173" name="tx85">
              <a:extLst>
                <a:ext uri="{FF2B5EF4-FFF2-40B4-BE49-F238E27FC236}">
                  <a16:creationId xmlns:a16="http://schemas.microsoft.com/office/drawing/2014/main" id="{EC3772CC-F3A8-4B11-B6F6-A484D382D428}"/>
                </a:ext>
              </a:extLst>
            </p:cNvPr>
            <p:cNvSpPr/>
            <p:nvPr/>
          </p:nvSpPr>
          <p:spPr>
            <a:xfrm>
              <a:off x="1089941" y="4297259"/>
              <a:ext cx="621555" cy="1634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30000</a:t>
              </a:r>
            </a:p>
          </p:txBody>
        </p:sp>
        <p:sp>
          <p:nvSpPr>
            <p:cNvPr id="174" name="tx86">
              <a:extLst>
                <a:ext uri="{FF2B5EF4-FFF2-40B4-BE49-F238E27FC236}">
                  <a16:creationId xmlns:a16="http://schemas.microsoft.com/office/drawing/2014/main" id="{2F8FD8A4-F1FF-426A-92BB-E2B1C1593740}"/>
                </a:ext>
              </a:extLst>
            </p:cNvPr>
            <p:cNvSpPr/>
            <p:nvPr/>
          </p:nvSpPr>
          <p:spPr>
            <a:xfrm>
              <a:off x="1089941" y="3929053"/>
              <a:ext cx="621555" cy="1633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40000</a:t>
              </a:r>
            </a:p>
          </p:txBody>
        </p:sp>
        <p:sp>
          <p:nvSpPr>
            <p:cNvPr id="175" name="pl87">
              <a:extLst>
                <a:ext uri="{FF2B5EF4-FFF2-40B4-BE49-F238E27FC236}">
                  <a16:creationId xmlns:a16="http://schemas.microsoft.com/office/drawing/2014/main" id="{F1BF473C-2ED6-4C5D-913F-09DA8A56A264}"/>
                </a:ext>
              </a:extLst>
            </p:cNvPr>
            <p:cNvSpPr/>
            <p:nvPr/>
          </p:nvSpPr>
          <p:spPr>
            <a:xfrm>
              <a:off x="1767168" y="5485696"/>
              <a:ext cx="69589" cy="0"/>
            </a:xfrm>
            <a:custGeom>
              <a:avLst/>
              <a:gdLst/>
              <a:ahLst/>
              <a:cxnLst/>
              <a:rect l="0" t="0" r="0" b="0"/>
              <a:pathLst>
                <a:path w="69589">
                  <a:moveTo>
                    <a:pt x="0" y="0"/>
                  </a:moveTo>
                  <a:lnTo>
                    <a:pt x="6958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l88">
              <a:extLst>
                <a:ext uri="{FF2B5EF4-FFF2-40B4-BE49-F238E27FC236}">
                  <a16:creationId xmlns:a16="http://schemas.microsoft.com/office/drawing/2014/main" id="{63ABA83C-9E84-431D-81B4-B7D65E29CB89}"/>
                </a:ext>
              </a:extLst>
            </p:cNvPr>
            <p:cNvSpPr/>
            <p:nvPr/>
          </p:nvSpPr>
          <p:spPr>
            <a:xfrm>
              <a:off x="1767168" y="5117381"/>
              <a:ext cx="69589" cy="0"/>
            </a:xfrm>
            <a:custGeom>
              <a:avLst/>
              <a:gdLst/>
              <a:ahLst/>
              <a:cxnLst/>
              <a:rect l="0" t="0" r="0" b="0"/>
              <a:pathLst>
                <a:path w="69589">
                  <a:moveTo>
                    <a:pt x="0" y="0"/>
                  </a:moveTo>
                  <a:lnTo>
                    <a:pt x="6958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l89">
              <a:extLst>
                <a:ext uri="{FF2B5EF4-FFF2-40B4-BE49-F238E27FC236}">
                  <a16:creationId xmlns:a16="http://schemas.microsoft.com/office/drawing/2014/main" id="{EE9D172E-FEF8-4587-8FB2-BE78381A1A1E}"/>
                </a:ext>
              </a:extLst>
            </p:cNvPr>
            <p:cNvSpPr/>
            <p:nvPr/>
          </p:nvSpPr>
          <p:spPr>
            <a:xfrm>
              <a:off x="1767168" y="4749066"/>
              <a:ext cx="69589" cy="0"/>
            </a:xfrm>
            <a:custGeom>
              <a:avLst/>
              <a:gdLst/>
              <a:ahLst/>
              <a:cxnLst/>
              <a:rect l="0" t="0" r="0" b="0"/>
              <a:pathLst>
                <a:path w="69589">
                  <a:moveTo>
                    <a:pt x="0" y="0"/>
                  </a:moveTo>
                  <a:lnTo>
                    <a:pt x="6958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l90">
              <a:extLst>
                <a:ext uri="{FF2B5EF4-FFF2-40B4-BE49-F238E27FC236}">
                  <a16:creationId xmlns:a16="http://schemas.microsoft.com/office/drawing/2014/main" id="{13B8F7E1-F773-49F5-8C4C-99FB68E32173}"/>
                </a:ext>
              </a:extLst>
            </p:cNvPr>
            <p:cNvSpPr/>
            <p:nvPr/>
          </p:nvSpPr>
          <p:spPr>
            <a:xfrm>
              <a:off x="1767168" y="4380752"/>
              <a:ext cx="69589" cy="0"/>
            </a:xfrm>
            <a:custGeom>
              <a:avLst/>
              <a:gdLst/>
              <a:ahLst/>
              <a:cxnLst/>
              <a:rect l="0" t="0" r="0" b="0"/>
              <a:pathLst>
                <a:path w="69589">
                  <a:moveTo>
                    <a:pt x="0" y="0"/>
                  </a:moveTo>
                  <a:lnTo>
                    <a:pt x="6958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l91">
              <a:extLst>
                <a:ext uri="{FF2B5EF4-FFF2-40B4-BE49-F238E27FC236}">
                  <a16:creationId xmlns:a16="http://schemas.microsoft.com/office/drawing/2014/main" id="{6817DFAD-7144-4306-990C-4A4CAFFD7717}"/>
                </a:ext>
              </a:extLst>
            </p:cNvPr>
            <p:cNvSpPr/>
            <p:nvPr/>
          </p:nvSpPr>
          <p:spPr>
            <a:xfrm>
              <a:off x="1767168" y="4012437"/>
              <a:ext cx="69589" cy="0"/>
            </a:xfrm>
            <a:custGeom>
              <a:avLst/>
              <a:gdLst/>
              <a:ahLst/>
              <a:cxnLst/>
              <a:rect l="0" t="0" r="0" b="0"/>
              <a:pathLst>
                <a:path w="69589">
                  <a:moveTo>
                    <a:pt x="0" y="0"/>
                  </a:moveTo>
                  <a:lnTo>
                    <a:pt x="6958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l92">
              <a:extLst>
                <a:ext uri="{FF2B5EF4-FFF2-40B4-BE49-F238E27FC236}">
                  <a16:creationId xmlns:a16="http://schemas.microsoft.com/office/drawing/2014/main" id="{518C616B-2D18-4DC2-AF59-2C26A5B16CEE}"/>
                </a:ext>
              </a:extLst>
            </p:cNvPr>
            <p:cNvSpPr/>
            <p:nvPr/>
          </p:nvSpPr>
          <p:spPr>
            <a:xfrm>
              <a:off x="2941283" y="5559919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l93">
              <a:extLst>
                <a:ext uri="{FF2B5EF4-FFF2-40B4-BE49-F238E27FC236}">
                  <a16:creationId xmlns:a16="http://schemas.microsoft.com/office/drawing/2014/main" id="{E92BA7C8-79EE-4BF2-94B7-AFD4143FB7CF}"/>
                </a:ext>
              </a:extLst>
            </p:cNvPr>
            <p:cNvSpPr/>
            <p:nvPr/>
          </p:nvSpPr>
          <p:spPr>
            <a:xfrm>
              <a:off x="4413983" y="5559919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l94">
              <a:extLst>
                <a:ext uri="{FF2B5EF4-FFF2-40B4-BE49-F238E27FC236}">
                  <a16:creationId xmlns:a16="http://schemas.microsoft.com/office/drawing/2014/main" id="{5B4525BC-B5DF-488E-9F6A-DA53B3FF379D}"/>
                </a:ext>
              </a:extLst>
            </p:cNvPr>
            <p:cNvSpPr/>
            <p:nvPr/>
          </p:nvSpPr>
          <p:spPr>
            <a:xfrm>
              <a:off x="5886683" y="5559919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l95">
              <a:extLst>
                <a:ext uri="{FF2B5EF4-FFF2-40B4-BE49-F238E27FC236}">
                  <a16:creationId xmlns:a16="http://schemas.microsoft.com/office/drawing/2014/main" id="{A2CDE23D-6749-46F6-8461-0AA59F3AE75E}"/>
                </a:ext>
              </a:extLst>
            </p:cNvPr>
            <p:cNvSpPr/>
            <p:nvPr/>
          </p:nvSpPr>
          <p:spPr>
            <a:xfrm>
              <a:off x="7359384" y="5559919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l96">
              <a:extLst>
                <a:ext uri="{FF2B5EF4-FFF2-40B4-BE49-F238E27FC236}">
                  <a16:creationId xmlns:a16="http://schemas.microsoft.com/office/drawing/2014/main" id="{A0D9B867-2213-4192-A400-0D25311A286F}"/>
                </a:ext>
              </a:extLst>
            </p:cNvPr>
            <p:cNvSpPr/>
            <p:nvPr/>
          </p:nvSpPr>
          <p:spPr>
            <a:xfrm>
              <a:off x="8832084" y="5559919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tx97">
              <a:extLst>
                <a:ext uri="{FF2B5EF4-FFF2-40B4-BE49-F238E27FC236}">
                  <a16:creationId xmlns:a16="http://schemas.microsoft.com/office/drawing/2014/main" id="{CE57A48F-A4E4-4828-8AD4-B05597D7EA20}"/>
                </a:ext>
              </a:extLst>
            </p:cNvPr>
            <p:cNvSpPr/>
            <p:nvPr/>
          </p:nvSpPr>
          <p:spPr>
            <a:xfrm>
              <a:off x="2754816" y="5681796"/>
              <a:ext cx="372933" cy="1633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86" name="tx98">
              <a:extLst>
                <a:ext uri="{FF2B5EF4-FFF2-40B4-BE49-F238E27FC236}">
                  <a16:creationId xmlns:a16="http://schemas.microsoft.com/office/drawing/2014/main" id="{D2CDF2B6-4295-400F-ACA2-0CC0A7A489E9}"/>
                </a:ext>
              </a:extLst>
            </p:cNvPr>
            <p:cNvSpPr/>
            <p:nvPr/>
          </p:nvSpPr>
          <p:spPr>
            <a:xfrm>
              <a:off x="4227516" y="5681686"/>
              <a:ext cx="372933" cy="1634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87" name="tx99">
              <a:extLst>
                <a:ext uri="{FF2B5EF4-FFF2-40B4-BE49-F238E27FC236}">
                  <a16:creationId xmlns:a16="http://schemas.microsoft.com/office/drawing/2014/main" id="{5977ED92-6F1A-4470-94DB-C2384DDC3FB0}"/>
                </a:ext>
              </a:extLst>
            </p:cNvPr>
            <p:cNvSpPr/>
            <p:nvPr/>
          </p:nvSpPr>
          <p:spPr>
            <a:xfrm>
              <a:off x="5700217" y="5681796"/>
              <a:ext cx="372933" cy="1633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88" name="tx100">
              <a:extLst>
                <a:ext uri="{FF2B5EF4-FFF2-40B4-BE49-F238E27FC236}">
                  <a16:creationId xmlns:a16="http://schemas.microsoft.com/office/drawing/2014/main" id="{CFD98C64-2D2B-4737-9799-270B02C6B500}"/>
                </a:ext>
              </a:extLst>
            </p:cNvPr>
            <p:cNvSpPr/>
            <p:nvPr/>
          </p:nvSpPr>
          <p:spPr>
            <a:xfrm>
              <a:off x="7172917" y="5681796"/>
              <a:ext cx="372933" cy="1633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89" name="tx101">
              <a:extLst>
                <a:ext uri="{FF2B5EF4-FFF2-40B4-BE49-F238E27FC236}">
                  <a16:creationId xmlns:a16="http://schemas.microsoft.com/office/drawing/2014/main" id="{4E7BAE75-255F-4310-A993-738C2D2B44B8}"/>
                </a:ext>
              </a:extLst>
            </p:cNvPr>
            <p:cNvSpPr/>
            <p:nvPr/>
          </p:nvSpPr>
          <p:spPr>
            <a:xfrm>
              <a:off x="8645617" y="5681796"/>
              <a:ext cx="372933" cy="1633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600</a:t>
              </a:r>
            </a:p>
          </p:txBody>
        </p:sp>
        <p:sp>
          <p:nvSpPr>
            <p:cNvPr id="190" name="tx102">
              <a:extLst>
                <a:ext uri="{FF2B5EF4-FFF2-40B4-BE49-F238E27FC236}">
                  <a16:creationId xmlns:a16="http://schemas.microsoft.com/office/drawing/2014/main" id="{C151CB9B-1C87-4554-B5B2-68CA2579E59E}"/>
                </a:ext>
              </a:extLst>
            </p:cNvPr>
            <p:cNvSpPr/>
            <p:nvPr/>
          </p:nvSpPr>
          <p:spPr>
            <a:xfrm>
              <a:off x="4978224" y="5903008"/>
              <a:ext cx="1816918" cy="2587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Pandemic Day</a:t>
              </a:r>
            </a:p>
          </p:txBody>
        </p:sp>
        <p:sp>
          <p:nvSpPr>
            <p:cNvPr id="191" name="rc104">
              <a:extLst>
                <a:ext uri="{FF2B5EF4-FFF2-40B4-BE49-F238E27FC236}">
                  <a16:creationId xmlns:a16="http://schemas.microsoft.com/office/drawing/2014/main" id="{6D7B10BD-E7B1-4CB3-B221-26A3E3B4A665}"/>
                </a:ext>
              </a:extLst>
            </p:cNvPr>
            <p:cNvSpPr/>
            <p:nvPr/>
          </p:nvSpPr>
          <p:spPr>
            <a:xfrm>
              <a:off x="4759270" y="4148310"/>
              <a:ext cx="2254827" cy="537155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92" name="pl30">
              <a:extLst>
                <a:ext uri="{FF2B5EF4-FFF2-40B4-BE49-F238E27FC236}">
                  <a16:creationId xmlns:a16="http://schemas.microsoft.com/office/drawing/2014/main" id="{B67115EF-A77E-4820-A49B-9A3A05A19C3A}"/>
                </a:ext>
              </a:extLst>
            </p:cNvPr>
            <p:cNvSpPr/>
            <p:nvPr/>
          </p:nvSpPr>
          <p:spPr>
            <a:xfrm>
              <a:off x="3497207" y="1564950"/>
              <a:ext cx="751091" cy="322258"/>
            </a:xfrm>
            <a:custGeom>
              <a:avLst/>
              <a:gdLst/>
              <a:ahLst/>
              <a:cxnLst/>
              <a:rect l="0" t="0" r="0" b="0"/>
              <a:pathLst>
                <a:path w="736350" h="322258">
                  <a:moveTo>
                    <a:pt x="736350" y="0"/>
                  </a:moveTo>
                  <a:lnTo>
                    <a:pt x="734480" y="2299"/>
                  </a:lnTo>
                  <a:lnTo>
                    <a:pt x="724591" y="14463"/>
                  </a:lnTo>
                  <a:lnTo>
                    <a:pt x="707615" y="35345"/>
                  </a:lnTo>
                  <a:lnTo>
                    <a:pt x="689633" y="57424"/>
                  </a:lnTo>
                  <a:lnTo>
                    <a:pt x="673171" y="77081"/>
                  </a:lnTo>
                  <a:lnTo>
                    <a:pt x="657691" y="94446"/>
                  </a:lnTo>
                  <a:lnTo>
                    <a:pt x="645313" y="107370"/>
                  </a:lnTo>
                  <a:lnTo>
                    <a:pt x="629314" y="122951"/>
                  </a:lnTo>
                  <a:lnTo>
                    <a:pt x="613553" y="137239"/>
                  </a:lnTo>
                  <a:lnTo>
                    <a:pt x="598774" y="149861"/>
                  </a:lnTo>
                  <a:lnTo>
                    <a:pt x="584524" y="161694"/>
                  </a:lnTo>
                  <a:lnTo>
                    <a:pt x="569054" y="174092"/>
                  </a:lnTo>
                  <a:lnTo>
                    <a:pt x="551789" y="187059"/>
                  </a:lnTo>
                  <a:lnTo>
                    <a:pt x="537336" y="197197"/>
                  </a:lnTo>
                  <a:lnTo>
                    <a:pt x="518629" y="209396"/>
                  </a:lnTo>
                  <a:lnTo>
                    <a:pt x="500407" y="220371"/>
                  </a:lnTo>
                  <a:lnTo>
                    <a:pt x="483469" y="229902"/>
                  </a:lnTo>
                  <a:lnTo>
                    <a:pt x="467201" y="238761"/>
                  </a:lnTo>
                  <a:lnTo>
                    <a:pt x="449629" y="247939"/>
                  </a:lnTo>
                  <a:lnTo>
                    <a:pt x="430185" y="257328"/>
                  </a:lnTo>
                  <a:lnTo>
                    <a:pt x="414047" y="264485"/>
                  </a:lnTo>
                  <a:lnTo>
                    <a:pt x="393337" y="272842"/>
                  </a:lnTo>
                  <a:lnTo>
                    <a:pt x="373337" y="280092"/>
                  </a:lnTo>
                  <a:lnTo>
                    <a:pt x="354878" y="286174"/>
                  </a:lnTo>
                  <a:lnTo>
                    <a:pt x="337206" y="291725"/>
                  </a:lnTo>
                  <a:lnTo>
                    <a:pt x="318193" y="297337"/>
                  </a:lnTo>
                  <a:lnTo>
                    <a:pt x="297302" y="302795"/>
                  </a:lnTo>
                  <a:lnTo>
                    <a:pt x="280085" y="306702"/>
                  </a:lnTo>
                  <a:lnTo>
                    <a:pt x="258151" y="310902"/>
                  </a:lnTo>
                  <a:lnTo>
                    <a:pt x="237128" y="314155"/>
                  </a:lnTo>
                  <a:lnTo>
                    <a:pt x="217842" y="316557"/>
                  </a:lnTo>
                  <a:lnTo>
                    <a:pt x="199431" y="318592"/>
                  </a:lnTo>
                  <a:lnTo>
                    <a:pt x="179692" y="320428"/>
                  </a:lnTo>
                  <a:lnTo>
                    <a:pt x="158140" y="321749"/>
                  </a:lnTo>
                  <a:lnTo>
                    <a:pt x="140493" y="322258"/>
                  </a:lnTo>
                  <a:lnTo>
                    <a:pt x="117968" y="322116"/>
                  </a:lnTo>
                  <a:lnTo>
                    <a:pt x="94361" y="321047"/>
                  </a:lnTo>
                  <a:lnTo>
                    <a:pt x="68187" y="319129"/>
                  </a:lnTo>
                  <a:lnTo>
                    <a:pt x="39483" y="316740"/>
                  </a:lnTo>
                  <a:lnTo>
                    <a:pt x="14220" y="314630"/>
                  </a:lnTo>
                  <a:lnTo>
                    <a:pt x="1550" y="313572"/>
                  </a:lnTo>
                  <a:lnTo>
                    <a:pt x="0" y="313442"/>
                  </a:lnTo>
                </a:path>
              </a:pathLst>
            </a:custGeom>
            <a:ln w="27101" cap="flat">
              <a:solidFill>
                <a:srgbClr val="7F7F7F"/>
              </a:solidFill>
              <a:prstDash val="solid"/>
              <a:round/>
              <a:tailEnd type="arrow"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C1C9162F-9378-4D48-BD6E-A5F8B4CCE527}"/>
                </a:ext>
              </a:extLst>
            </p:cNvPr>
            <p:cNvSpPr txBox="1"/>
            <p:nvPr/>
          </p:nvSpPr>
          <p:spPr>
            <a:xfrm>
              <a:off x="4274049" y="1388198"/>
              <a:ext cx="294265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7F7F7F"/>
                  </a:solidFill>
                  <a:latin typeface="Arial"/>
                  <a:cs typeface="Arial"/>
                </a:rPr>
                <a:t>HCQ never showed any promising effect on mortality before or after Day 236</a:t>
              </a:r>
            </a:p>
          </p:txBody>
        </p:sp>
      </p:grpSp>
      <p:sp>
        <p:nvSpPr>
          <p:cNvPr id="194" name="tx54">
            <a:extLst>
              <a:ext uri="{FF2B5EF4-FFF2-40B4-BE49-F238E27FC236}">
                <a16:creationId xmlns:a16="http://schemas.microsoft.com/office/drawing/2014/main" id="{CE1C3A76-286C-4C88-B493-43B2D7AE218F}"/>
              </a:ext>
            </a:extLst>
          </p:cNvPr>
          <p:cNvSpPr/>
          <p:nvPr/>
        </p:nvSpPr>
        <p:spPr>
          <a:xfrm>
            <a:off x="509834" y="1367088"/>
            <a:ext cx="1486958" cy="7404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14"/>
              </a:lnSpc>
            </a:pPr>
            <a:r>
              <a:rPr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Odds-ratio</a:t>
            </a:r>
            <a:b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for death</a:t>
            </a:r>
          </a:p>
        </p:txBody>
      </p:sp>
      <p:sp>
        <p:nvSpPr>
          <p:cNvPr id="195" name="tx105">
            <a:extLst>
              <a:ext uri="{FF2B5EF4-FFF2-40B4-BE49-F238E27FC236}">
                <a16:creationId xmlns:a16="http://schemas.microsoft.com/office/drawing/2014/main" id="{366A8635-F129-4AE9-9461-95E14F0B02A2}"/>
              </a:ext>
            </a:extLst>
          </p:cNvPr>
          <p:cNvSpPr/>
          <p:nvPr/>
        </p:nvSpPr>
        <p:spPr>
          <a:xfrm>
            <a:off x="543246" y="4244110"/>
            <a:ext cx="1520655" cy="5039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995"/>
              </a:lnSpc>
            </a:pPr>
            <a:r>
              <a:rPr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Cumulative</a:t>
            </a:r>
            <a:b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N of patients</a:t>
            </a:r>
            <a:endParaRPr sz="1451" b="1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96" name="tx57">
            <a:extLst>
              <a:ext uri="{FF2B5EF4-FFF2-40B4-BE49-F238E27FC236}">
                <a16:creationId xmlns:a16="http://schemas.microsoft.com/office/drawing/2014/main" id="{721B6AA7-940C-41B0-9DA4-45689E8611BB}"/>
              </a:ext>
            </a:extLst>
          </p:cNvPr>
          <p:cNvSpPr/>
          <p:nvPr/>
        </p:nvSpPr>
        <p:spPr>
          <a:xfrm>
            <a:off x="1028573" y="196482"/>
            <a:ext cx="1152131" cy="2045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76"/>
              </a:lnSpc>
            </a:pPr>
            <a:r>
              <a:rPr lang="en-US" sz="2176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Hydroxychloroquine</a:t>
            </a: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9605A86A-18C2-4640-B074-E2631FD4929D}"/>
              </a:ext>
            </a:extLst>
          </p:cNvPr>
          <p:cNvGrpSpPr/>
          <p:nvPr/>
        </p:nvGrpSpPr>
        <p:grpSpPr>
          <a:xfrm>
            <a:off x="2136252" y="792856"/>
            <a:ext cx="8253639" cy="763748"/>
            <a:chOff x="817451" y="598224"/>
            <a:chExt cx="8253639" cy="763748"/>
          </a:xfrm>
        </p:grpSpPr>
        <p:sp>
          <p:nvSpPr>
            <p:cNvPr id="200" name="tx55">
              <a:extLst>
                <a:ext uri="{FF2B5EF4-FFF2-40B4-BE49-F238E27FC236}">
                  <a16:creationId xmlns:a16="http://schemas.microsoft.com/office/drawing/2014/main" id="{3E2755AE-0607-475E-B74D-FA0D32CD0A7A}"/>
                </a:ext>
              </a:extLst>
            </p:cNvPr>
            <p:cNvSpPr/>
            <p:nvPr/>
          </p:nvSpPr>
          <p:spPr>
            <a:xfrm>
              <a:off x="817451" y="667960"/>
              <a:ext cx="8253639" cy="6940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814"/>
                </a:lnSpc>
              </a:pPr>
              <a:r>
                <a:rPr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Cumulative Estimates of Mortality Odds Ratio </a:t>
              </a:r>
              <a:r>
                <a:rPr lang="en-US"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</a:t>
              </a:r>
              <a:r>
                <a:rPr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and 95% CI</a:t>
              </a:r>
              <a:br>
                <a:rPr lang="en-US"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</a:br>
              <a:r>
                <a:rPr lang="en-US"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weighted by degree of heterogeneity</a:t>
              </a:r>
            </a:p>
            <a:p>
              <a:pPr>
                <a:lnSpc>
                  <a:spcPts val="1814"/>
                </a:lnSpc>
              </a:pPr>
              <a:endParaRPr sz="1814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9F2DE77C-970F-43DB-8B98-71D063C003C0}"/>
                </a:ext>
              </a:extLst>
            </p:cNvPr>
            <p:cNvSpPr/>
            <p:nvPr/>
          </p:nvSpPr>
          <p:spPr>
            <a:xfrm>
              <a:off x="6434299" y="746471"/>
              <a:ext cx="414589" cy="77638"/>
            </a:xfrm>
            <a:prstGeom prst="rect">
              <a:avLst/>
            </a:prstGeom>
            <a:solidFill>
              <a:srgbClr val="73A0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B164845A-BF5D-4C29-A026-013EC9AAACD0}"/>
                </a:ext>
              </a:extLst>
            </p:cNvPr>
            <p:cNvSpPr/>
            <p:nvPr/>
          </p:nvSpPr>
          <p:spPr>
            <a:xfrm>
              <a:off x="8166636" y="598224"/>
              <a:ext cx="616087" cy="296492"/>
            </a:xfrm>
            <a:prstGeom prst="rect">
              <a:avLst/>
            </a:prstGeom>
            <a:solidFill>
              <a:srgbClr val="A2C0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/>
            </a:p>
          </p:txBody>
        </p:sp>
      </p:grpSp>
      <p:sp>
        <p:nvSpPr>
          <p:cNvPr id="203" name="tx111">
            <a:extLst>
              <a:ext uri="{FF2B5EF4-FFF2-40B4-BE49-F238E27FC236}">
                <a16:creationId xmlns:a16="http://schemas.microsoft.com/office/drawing/2014/main" id="{FD789699-3079-423D-BA89-4DAFB658BE5D}"/>
              </a:ext>
            </a:extLst>
          </p:cNvPr>
          <p:cNvSpPr/>
          <p:nvPr/>
        </p:nvSpPr>
        <p:spPr>
          <a:xfrm>
            <a:off x="6743434" y="4535358"/>
            <a:ext cx="899622" cy="3488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596"/>
              </a:lnSpc>
            </a:pPr>
            <a:r>
              <a:rPr lang="en-US" sz="1596" b="1" dirty="0">
                <a:solidFill>
                  <a:srgbClr val="BEBEBE"/>
                </a:solidFill>
                <a:latin typeface="Arial"/>
                <a:cs typeface="Arial"/>
              </a:rPr>
              <a:t>Real World</a:t>
            </a:r>
            <a:br>
              <a:rPr lang="en-US" sz="1596" b="1" dirty="0">
                <a:solidFill>
                  <a:srgbClr val="BEBEBE"/>
                </a:solidFill>
                <a:latin typeface="Arial"/>
                <a:cs typeface="Arial"/>
              </a:rPr>
            </a:br>
            <a:r>
              <a:rPr lang="en-US" sz="1596" b="1" dirty="0">
                <a:solidFill>
                  <a:srgbClr val="BEBEBE"/>
                </a:solidFill>
                <a:latin typeface="Arial"/>
                <a:cs typeface="Arial"/>
              </a:rPr>
              <a:t>Studies</a:t>
            </a:r>
            <a:endParaRPr sz="1596" b="1" dirty="0">
              <a:solidFill>
                <a:srgbClr val="BEBEBE"/>
              </a:solidFill>
              <a:latin typeface="Arial"/>
              <a:cs typeface="Arial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03FB44D3-0806-42B6-AF84-E89C51E1E710}"/>
              </a:ext>
            </a:extLst>
          </p:cNvPr>
          <p:cNvSpPr txBox="1"/>
          <p:nvPr/>
        </p:nvSpPr>
        <p:spPr>
          <a:xfrm>
            <a:off x="7076576" y="4231795"/>
            <a:ext cx="1638542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40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40304</a:t>
            </a:r>
            <a:endParaRPr lang="en-US" sz="1270" b="1" dirty="0">
              <a:solidFill>
                <a:schemeClr val="bg1">
                  <a:lumMod val="6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20099692-59E9-466D-A7F1-7BBE0D2E5E43}"/>
              </a:ext>
            </a:extLst>
          </p:cNvPr>
          <p:cNvSpPr txBox="1"/>
          <p:nvPr/>
        </p:nvSpPr>
        <p:spPr>
          <a:xfrm>
            <a:off x="3683600" y="3799054"/>
            <a:ext cx="426658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Day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236, 14798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RWS patients accumulated</a:t>
            </a:r>
          </a:p>
          <a:p>
            <a:pPr>
              <a:lnSpc>
                <a:spcPts val="1548"/>
              </a:lnSpc>
            </a:pP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                  and </a:t>
            </a:r>
            <a:r>
              <a:rPr lang="en-US" sz="1270" b="1" dirty="0">
                <a:latin typeface="Arial"/>
                <a:cs typeface="Arial"/>
              </a:rPr>
              <a:t>5744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270" dirty="0">
                <a:latin typeface="Arial"/>
                <a:cs typeface="Arial"/>
              </a:rPr>
              <a:t>RCT patients added</a:t>
            </a:r>
          </a:p>
        </p:txBody>
      </p:sp>
      <p:sp>
        <p:nvSpPr>
          <p:cNvPr id="206" name="pl32">
            <a:extLst>
              <a:ext uri="{FF2B5EF4-FFF2-40B4-BE49-F238E27FC236}">
                <a16:creationId xmlns:a16="http://schemas.microsoft.com/office/drawing/2014/main" id="{3F081AD6-8D61-49F4-AE34-548F8AB64115}"/>
              </a:ext>
            </a:extLst>
          </p:cNvPr>
          <p:cNvSpPr/>
          <p:nvPr/>
        </p:nvSpPr>
        <p:spPr>
          <a:xfrm rot="15712211">
            <a:off x="4189047" y="4071010"/>
            <a:ext cx="441012" cy="335644"/>
          </a:xfrm>
          <a:custGeom>
            <a:avLst/>
            <a:gdLst/>
            <a:ahLst/>
            <a:cxnLst/>
            <a:rect l="0" t="0" r="0" b="0"/>
            <a:pathLst>
              <a:path w="753729" h="297339">
                <a:moveTo>
                  <a:pt x="753729" y="0"/>
                </a:moveTo>
                <a:lnTo>
                  <a:pt x="751764" y="2208"/>
                </a:lnTo>
                <a:lnTo>
                  <a:pt x="741353" y="13909"/>
                </a:lnTo>
                <a:lnTo>
                  <a:pt x="723443" y="34038"/>
                </a:lnTo>
                <a:lnTo>
                  <a:pt x="704431" y="55370"/>
                </a:lnTo>
                <a:lnTo>
                  <a:pt x="687044" y="74359"/>
                </a:lnTo>
                <a:lnTo>
                  <a:pt x="670753" y="91091"/>
                </a:lnTo>
                <a:lnTo>
                  <a:pt x="657473" y="103785"/>
                </a:lnTo>
                <a:lnTo>
                  <a:pt x="640750" y="118681"/>
                </a:lnTo>
                <a:lnTo>
                  <a:pt x="624320" y="132297"/>
                </a:lnTo>
                <a:lnTo>
                  <a:pt x="608944" y="144292"/>
                </a:lnTo>
                <a:lnTo>
                  <a:pt x="594144" y="155510"/>
                </a:lnTo>
                <a:lnTo>
                  <a:pt x="578117" y="167231"/>
                </a:lnTo>
                <a:lnTo>
                  <a:pt x="560266" y="179448"/>
                </a:lnTo>
                <a:lnTo>
                  <a:pt x="544985" y="189189"/>
                </a:lnTo>
                <a:lnTo>
                  <a:pt x="525700" y="200576"/>
                </a:lnTo>
                <a:lnTo>
                  <a:pt x="506950" y="210763"/>
                </a:lnTo>
                <a:lnTo>
                  <a:pt x="489548" y="219563"/>
                </a:lnTo>
                <a:lnTo>
                  <a:pt x="472860" y="227713"/>
                </a:lnTo>
                <a:lnTo>
                  <a:pt x="454871" y="236119"/>
                </a:lnTo>
                <a:lnTo>
                  <a:pt x="434997" y="244658"/>
                </a:lnTo>
                <a:lnTo>
                  <a:pt x="418123" y="251266"/>
                </a:lnTo>
                <a:lnTo>
                  <a:pt x="397002" y="258715"/>
                </a:lnTo>
                <a:lnTo>
                  <a:pt x="376638" y="265091"/>
                </a:lnTo>
                <a:lnTo>
                  <a:pt x="357864" y="270365"/>
                </a:lnTo>
                <a:lnTo>
                  <a:pt x="339917" y="275138"/>
                </a:lnTo>
                <a:lnTo>
                  <a:pt x="320643" y="279913"/>
                </a:lnTo>
                <a:lnTo>
                  <a:pt x="299495" y="284455"/>
                </a:lnTo>
                <a:lnTo>
                  <a:pt x="281662" y="287680"/>
                </a:lnTo>
                <a:lnTo>
                  <a:pt x="259501" y="290910"/>
                </a:lnTo>
                <a:lnTo>
                  <a:pt x="238289" y="293234"/>
                </a:lnTo>
                <a:lnTo>
                  <a:pt x="218850" y="294784"/>
                </a:lnTo>
                <a:lnTo>
                  <a:pt x="200318" y="296003"/>
                </a:lnTo>
                <a:lnTo>
                  <a:pt x="180486" y="296966"/>
                </a:lnTo>
                <a:lnTo>
                  <a:pt x="158858" y="297339"/>
                </a:lnTo>
                <a:lnTo>
                  <a:pt x="140738" y="297060"/>
                </a:lnTo>
                <a:lnTo>
                  <a:pt x="118180" y="295913"/>
                </a:lnTo>
                <a:lnTo>
                  <a:pt x="94587" y="293794"/>
                </a:lnTo>
                <a:lnTo>
                  <a:pt x="68472" y="290711"/>
                </a:lnTo>
                <a:lnTo>
                  <a:pt x="39833" y="287037"/>
                </a:lnTo>
                <a:lnTo>
                  <a:pt x="14510" y="283782"/>
                </a:lnTo>
                <a:lnTo>
                  <a:pt x="1645" y="282129"/>
                </a:lnTo>
                <a:lnTo>
                  <a:pt x="0" y="281917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headEnd type="none"/>
            <a:tailEnd type="arrow"/>
          </a:ln>
        </p:spPr>
        <p:txBody>
          <a:bodyPr/>
          <a:lstStyle/>
          <a:p>
            <a:endParaRPr>
              <a:solidFill>
                <a:srgbClr val="7F7F7F"/>
              </a:solidFill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4490E560-9250-446A-A0C0-8B805F16F79F}"/>
              </a:ext>
            </a:extLst>
          </p:cNvPr>
          <p:cNvSpPr txBox="1"/>
          <p:nvPr/>
        </p:nvSpPr>
        <p:spPr>
          <a:xfrm>
            <a:off x="7609481" y="3789620"/>
            <a:ext cx="200288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rgbClr val="969696"/>
                </a:solidFill>
                <a:latin typeface="Arial"/>
                <a:cs typeface="Arial"/>
              </a:rPr>
              <a:t>Understanding did not</a:t>
            </a:r>
            <a:br>
              <a:rPr lang="en-US" sz="1270" dirty="0">
                <a:solidFill>
                  <a:srgbClr val="969696"/>
                </a:solidFill>
                <a:latin typeface="Arial"/>
                <a:cs typeface="Arial"/>
              </a:rPr>
            </a:br>
            <a:r>
              <a:rPr lang="en-US" sz="1270" dirty="0">
                <a:solidFill>
                  <a:srgbClr val="969696"/>
                </a:solidFill>
                <a:latin typeface="Arial"/>
                <a:cs typeface="Arial"/>
              </a:rPr>
              <a:t>change despite adding</a:t>
            </a:r>
          </a:p>
        </p:txBody>
      </p:sp>
      <p:sp>
        <p:nvSpPr>
          <p:cNvPr id="208" name="pl30">
            <a:extLst>
              <a:ext uri="{FF2B5EF4-FFF2-40B4-BE49-F238E27FC236}">
                <a16:creationId xmlns:a16="http://schemas.microsoft.com/office/drawing/2014/main" id="{B4BBE950-523B-4903-97EE-02FF640F7A63}"/>
              </a:ext>
            </a:extLst>
          </p:cNvPr>
          <p:cNvSpPr/>
          <p:nvPr/>
        </p:nvSpPr>
        <p:spPr>
          <a:xfrm>
            <a:off x="7770443" y="4038840"/>
            <a:ext cx="1799443" cy="389700"/>
          </a:xfrm>
          <a:custGeom>
            <a:avLst/>
            <a:gdLst/>
            <a:ahLst/>
            <a:cxnLst/>
            <a:rect l="0" t="0" r="0" b="0"/>
            <a:pathLst>
              <a:path w="736350" h="322258">
                <a:moveTo>
                  <a:pt x="736350" y="0"/>
                </a:moveTo>
                <a:lnTo>
                  <a:pt x="734480" y="2299"/>
                </a:lnTo>
                <a:lnTo>
                  <a:pt x="724591" y="14463"/>
                </a:lnTo>
                <a:lnTo>
                  <a:pt x="707615" y="35345"/>
                </a:lnTo>
                <a:lnTo>
                  <a:pt x="689633" y="57424"/>
                </a:lnTo>
                <a:lnTo>
                  <a:pt x="673171" y="77081"/>
                </a:lnTo>
                <a:lnTo>
                  <a:pt x="657691" y="94446"/>
                </a:lnTo>
                <a:lnTo>
                  <a:pt x="645313" y="107370"/>
                </a:lnTo>
                <a:lnTo>
                  <a:pt x="629314" y="122951"/>
                </a:lnTo>
                <a:lnTo>
                  <a:pt x="613553" y="137239"/>
                </a:lnTo>
                <a:lnTo>
                  <a:pt x="598774" y="149861"/>
                </a:lnTo>
                <a:lnTo>
                  <a:pt x="584524" y="161694"/>
                </a:lnTo>
                <a:lnTo>
                  <a:pt x="569054" y="174092"/>
                </a:lnTo>
                <a:lnTo>
                  <a:pt x="551789" y="187059"/>
                </a:lnTo>
                <a:lnTo>
                  <a:pt x="537336" y="197197"/>
                </a:lnTo>
                <a:lnTo>
                  <a:pt x="518629" y="209396"/>
                </a:lnTo>
                <a:lnTo>
                  <a:pt x="500407" y="220371"/>
                </a:lnTo>
                <a:lnTo>
                  <a:pt x="483469" y="229902"/>
                </a:lnTo>
                <a:lnTo>
                  <a:pt x="467201" y="238761"/>
                </a:lnTo>
                <a:lnTo>
                  <a:pt x="449629" y="247939"/>
                </a:lnTo>
                <a:lnTo>
                  <a:pt x="430185" y="257328"/>
                </a:lnTo>
                <a:lnTo>
                  <a:pt x="414047" y="264485"/>
                </a:lnTo>
                <a:lnTo>
                  <a:pt x="393337" y="272842"/>
                </a:lnTo>
                <a:lnTo>
                  <a:pt x="373337" y="280092"/>
                </a:lnTo>
                <a:lnTo>
                  <a:pt x="354878" y="286174"/>
                </a:lnTo>
                <a:lnTo>
                  <a:pt x="337206" y="291725"/>
                </a:lnTo>
                <a:lnTo>
                  <a:pt x="318193" y="297337"/>
                </a:lnTo>
                <a:lnTo>
                  <a:pt x="297302" y="302795"/>
                </a:lnTo>
                <a:lnTo>
                  <a:pt x="280085" y="306702"/>
                </a:lnTo>
                <a:lnTo>
                  <a:pt x="258151" y="310902"/>
                </a:lnTo>
                <a:lnTo>
                  <a:pt x="237128" y="314155"/>
                </a:lnTo>
                <a:lnTo>
                  <a:pt x="217842" y="316557"/>
                </a:lnTo>
                <a:lnTo>
                  <a:pt x="199431" y="318592"/>
                </a:lnTo>
                <a:lnTo>
                  <a:pt x="179692" y="320428"/>
                </a:lnTo>
                <a:lnTo>
                  <a:pt x="158140" y="321749"/>
                </a:lnTo>
                <a:lnTo>
                  <a:pt x="140493" y="322258"/>
                </a:lnTo>
                <a:lnTo>
                  <a:pt x="117968" y="322116"/>
                </a:lnTo>
                <a:lnTo>
                  <a:pt x="94361" y="321047"/>
                </a:lnTo>
                <a:lnTo>
                  <a:pt x="68187" y="319129"/>
                </a:lnTo>
                <a:lnTo>
                  <a:pt x="39483" y="316740"/>
                </a:lnTo>
                <a:lnTo>
                  <a:pt x="14220" y="314630"/>
                </a:lnTo>
                <a:lnTo>
                  <a:pt x="1550" y="313572"/>
                </a:lnTo>
                <a:lnTo>
                  <a:pt x="0" y="313442"/>
                </a:lnTo>
              </a:path>
            </a:pathLst>
          </a:custGeom>
          <a:ln w="27101" cap="flat">
            <a:solidFill>
              <a:srgbClr val="BEBEBE"/>
            </a:solidFill>
            <a:prstDash val="solid"/>
            <a:round/>
            <a:tailEnd type="arrow"/>
          </a:ln>
        </p:spPr>
        <p:txBody>
          <a:bodyPr/>
          <a:lstStyle/>
          <a:p>
            <a:endParaRPr dirty="0"/>
          </a:p>
        </p:txBody>
      </p:sp>
      <p:sp>
        <p:nvSpPr>
          <p:cNvPr id="209" name="Freeform: Shape 208">
            <a:extLst>
              <a:ext uri="{FF2B5EF4-FFF2-40B4-BE49-F238E27FC236}">
                <a16:creationId xmlns:a16="http://schemas.microsoft.com/office/drawing/2014/main" id="{8F3F7631-01D1-4806-BD32-423BC126D310}"/>
              </a:ext>
            </a:extLst>
          </p:cNvPr>
          <p:cNvSpPr/>
          <p:nvPr/>
        </p:nvSpPr>
        <p:spPr>
          <a:xfrm>
            <a:off x="9659419" y="4244110"/>
            <a:ext cx="956670" cy="1101191"/>
          </a:xfrm>
          <a:custGeom>
            <a:avLst/>
            <a:gdLst>
              <a:gd name="connsiteX0" fmla="*/ 0 w 679450"/>
              <a:gd name="connsiteY0" fmla="*/ 0 h 774700"/>
              <a:gd name="connsiteX1" fmla="*/ 38100 w 679450"/>
              <a:gd name="connsiteY1" fmla="*/ 298450 h 774700"/>
              <a:gd name="connsiteX2" fmla="*/ 101600 w 679450"/>
              <a:gd name="connsiteY2" fmla="*/ 539750 h 774700"/>
              <a:gd name="connsiteX3" fmla="*/ 254000 w 679450"/>
              <a:gd name="connsiteY3" fmla="*/ 666750 h 774700"/>
              <a:gd name="connsiteX4" fmla="*/ 679450 w 679450"/>
              <a:gd name="connsiteY4" fmla="*/ 774700 h 774700"/>
              <a:gd name="connsiteX5" fmla="*/ 679450 w 679450"/>
              <a:gd name="connsiteY5" fmla="*/ 774700 h 77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9450" h="774700">
                <a:moveTo>
                  <a:pt x="0" y="0"/>
                </a:moveTo>
                <a:cubicBezTo>
                  <a:pt x="10583" y="104246"/>
                  <a:pt x="21167" y="208492"/>
                  <a:pt x="38100" y="298450"/>
                </a:cubicBezTo>
                <a:cubicBezTo>
                  <a:pt x="55033" y="388408"/>
                  <a:pt x="65617" y="478367"/>
                  <a:pt x="101600" y="539750"/>
                </a:cubicBezTo>
                <a:cubicBezTo>
                  <a:pt x="137583" y="601133"/>
                  <a:pt x="157692" y="627592"/>
                  <a:pt x="254000" y="666750"/>
                </a:cubicBezTo>
                <a:cubicBezTo>
                  <a:pt x="350308" y="705908"/>
                  <a:pt x="679450" y="774700"/>
                  <a:pt x="679450" y="774700"/>
                </a:cubicBezTo>
                <a:lnTo>
                  <a:pt x="679450" y="774700"/>
                </a:lnTo>
              </a:path>
            </a:pathLst>
          </a:custGeom>
          <a:noFill/>
          <a:ln w="27051">
            <a:solidFill>
              <a:srgbClr val="00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0228A0F3-F22B-4DCA-913C-3B3734928ABE}"/>
              </a:ext>
            </a:extLst>
          </p:cNvPr>
          <p:cNvSpPr txBox="1"/>
          <p:nvPr/>
        </p:nvSpPr>
        <p:spPr>
          <a:xfrm>
            <a:off x="9499163" y="3837946"/>
            <a:ext cx="19334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&gt;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40 000 RWS 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patients</a:t>
            </a:r>
            <a:b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</a:br>
            <a:r>
              <a:rPr lang="en-US" sz="1270" b="1" dirty="0">
                <a:solidFill>
                  <a:srgbClr val="000000"/>
                </a:solidFill>
                <a:latin typeface="Arial"/>
                <a:cs typeface="Arial"/>
              </a:rPr>
              <a:t>&gt; 11 000 RCT </a:t>
            </a:r>
            <a:r>
              <a:rPr lang="en-US" sz="1270" dirty="0">
                <a:solidFill>
                  <a:srgbClr val="000000"/>
                </a:solidFill>
                <a:latin typeface="Arial"/>
                <a:cs typeface="Arial"/>
              </a:rPr>
              <a:t>patients</a:t>
            </a:r>
          </a:p>
        </p:txBody>
      </p:sp>
      <p:sp>
        <p:nvSpPr>
          <p:cNvPr id="219" name="tx112">
            <a:extLst>
              <a:ext uri="{FF2B5EF4-FFF2-40B4-BE49-F238E27FC236}">
                <a16:creationId xmlns:a16="http://schemas.microsoft.com/office/drawing/2014/main" id="{77B9AD0F-5978-471D-93BB-CED07509D7FB}"/>
              </a:ext>
            </a:extLst>
          </p:cNvPr>
          <p:cNvSpPr/>
          <p:nvPr/>
        </p:nvSpPr>
        <p:spPr>
          <a:xfrm>
            <a:off x="10468692" y="4569670"/>
            <a:ext cx="1128947" cy="57225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596"/>
              </a:lnSpc>
            </a:pPr>
            <a:r>
              <a:rPr lang="en-US" sz="1596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Randomized</a:t>
            </a:r>
            <a:br>
              <a:rPr lang="en-US" sz="1596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lang="en-US" sz="1596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Controlled</a:t>
            </a:r>
            <a:br>
              <a:rPr lang="en-US" sz="1596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lang="en-US" sz="1596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Trials</a:t>
            </a:r>
            <a:endParaRPr sz="1596" b="1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DDB90FAB-88CB-4F30-A053-E8B12CD1C390}"/>
              </a:ext>
            </a:extLst>
          </p:cNvPr>
          <p:cNvGrpSpPr/>
          <p:nvPr/>
        </p:nvGrpSpPr>
        <p:grpSpPr>
          <a:xfrm>
            <a:off x="2058128" y="1522078"/>
            <a:ext cx="487526" cy="2016865"/>
            <a:chOff x="2101450" y="1576145"/>
            <a:chExt cx="487526" cy="2016865"/>
          </a:xfrm>
        </p:grpSpPr>
        <p:sp>
          <p:nvSpPr>
            <p:cNvPr id="231" name="tx54">
              <a:extLst>
                <a:ext uri="{FF2B5EF4-FFF2-40B4-BE49-F238E27FC236}">
                  <a16:creationId xmlns:a16="http://schemas.microsoft.com/office/drawing/2014/main" id="{DD64F1B0-FADD-4650-BA40-3DA6CCADCE10}"/>
                </a:ext>
              </a:extLst>
            </p:cNvPr>
            <p:cNvSpPr/>
            <p:nvPr/>
          </p:nvSpPr>
          <p:spPr>
            <a:xfrm rot="16200000">
              <a:off x="1710116" y="2985406"/>
              <a:ext cx="998938" cy="2162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814"/>
                </a:lnSpc>
              </a:pPr>
              <a:r>
                <a:rPr lang="en-US" sz="1451" dirty="0">
                  <a:solidFill>
                    <a:schemeClr val="bg1">
                      <a:lumMod val="65000"/>
                    </a:schemeClr>
                  </a:solidFill>
                  <a:latin typeface="Arial"/>
                  <a:cs typeface="Arial"/>
                </a:rPr>
                <a:t>HCQ Better</a:t>
              </a:r>
              <a:endParaRPr sz="145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endParaRPr>
            </a:p>
          </p:txBody>
        </p: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73BF09E6-97BA-4CEB-B198-55DB85B92CAB}"/>
                </a:ext>
              </a:extLst>
            </p:cNvPr>
            <p:cNvGrpSpPr/>
            <p:nvPr/>
          </p:nvGrpSpPr>
          <p:grpSpPr>
            <a:xfrm rot="16200000">
              <a:off x="2105140" y="3009737"/>
              <a:ext cx="760377" cy="207295"/>
              <a:chOff x="7470589" y="6844408"/>
              <a:chExt cx="838527" cy="228600"/>
            </a:xfrm>
          </p:grpSpPr>
          <p:sp>
            <p:nvSpPr>
              <p:cNvPr id="237" name="pl81">
                <a:extLst>
                  <a:ext uri="{FF2B5EF4-FFF2-40B4-BE49-F238E27FC236}">
                    <a16:creationId xmlns:a16="http://schemas.microsoft.com/office/drawing/2014/main" id="{A67C1015-5036-43ED-B869-3263201F298A}"/>
                  </a:ext>
                </a:extLst>
              </p:cNvPr>
              <p:cNvSpPr/>
              <p:nvPr/>
            </p:nvSpPr>
            <p:spPr>
              <a:xfrm flipV="1">
                <a:off x="7470590" y="6912989"/>
                <a:ext cx="838526" cy="45719"/>
              </a:xfrm>
              <a:custGeom>
                <a:avLst/>
                <a:gdLst/>
                <a:ahLst/>
                <a:cxnLst/>
                <a:rect l="0" t="0" r="0" b="0"/>
                <a:pathLst>
                  <a:path w="2022349">
                    <a:moveTo>
                      <a:pt x="0" y="0"/>
                    </a:moveTo>
                    <a:lnTo>
                      <a:pt x="2022349" y="0"/>
                    </a:lnTo>
                  </a:path>
                </a:pathLst>
              </a:custGeom>
              <a:ln w="27101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632"/>
              </a:p>
            </p:txBody>
          </p:sp>
          <p:sp>
            <p:nvSpPr>
              <p:cNvPr id="238" name="pl84">
                <a:extLst>
                  <a:ext uri="{FF2B5EF4-FFF2-40B4-BE49-F238E27FC236}">
                    <a16:creationId xmlns:a16="http://schemas.microsoft.com/office/drawing/2014/main" id="{B6B55D0C-E02E-43CC-8D81-2451CB8FCC53}"/>
                  </a:ext>
                </a:extLst>
              </p:cNvPr>
              <p:cNvSpPr/>
              <p:nvPr/>
            </p:nvSpPr>
            <p:spPr>
              <a:xfrm>
                <a:off x="7470589" y="6844408"/>
                <a:ext cx="197973" cy="228600"/>
              </a:xfrm>
              <a:custGeom>
                <a:avLst/>
                <a:gdLst/>
                <a:ahLst/>
                <a:cxnLst/>
                <a:rect l="0" t="0" r="0" b="0"/>
                <a:pathLst>
                  <a:path w="197973" h="228600">
                    <a:moveTo>
                      <a:pt x="197973" y="0"/>
                    </a:moveTo>
                    <a:lnTo>
                      <a:pt x="0" y="114300"/>
                    </a:lnTo>
                    <a:lnTo>
                      <a:pt x="197973" y="228600"/>
                    </a:lnTo>
                  </a:path>
                </a:pathLst>
              </a:custGeom>
              <a:ln w="27101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632"/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FE840910-65C0-4C86-ABA2-A4BD16F29AA4}"/>
                </a:ext>
              </a:extLst>
            </p:cNvPr>
            <p:cNvGrpSpPr/>
            <p:nvPr/>
          </p:nvGrpSpPr>
          <p:grpSpPr>
            <a:xfrm rot="5400000">
              <a:off x="2087139" y="1982623"/>
              <a:ext cx="760377" cy="207295"/>
              <a:chOff x="7470589" y="6844408"/>
              <a:chExt cx="838527" cy="228600"/>
            </a:xfrm>
          </p:grpSpPr>
          <p:sp>
            <p:nvSpPr>
              <p:cNvPr id="235" name="pl81">
                <a:extLst>
                  <a:ext uri="{FF2B5EF4-FFF2-40B4-BE49-F238E27FC236}">
                    <a16:creationId xmlns:a16="http://schemas.microsoft.com/office/drawing/2014/main" id="{B092FE27-15A9-40B0-8AB4-5251F136D788}"/>
                  </a:ext>
                </a:extLst>
              </p:cNvPr>
              <p:cNvSpPr/>
              <p:nvPr/>
            </p:nvSpPr>
            <p:spPr>
              <a:xfrm flipV="1">
                <a:off x="7470590" y="6912989"/>
                <a:ext cx="838526" cy="45719"/>
              </a:xfrm>
              <a:custGeom>
                <a:avLst/>
                <a:gdLst/>
                <a:ahLst/>
                <a:cxnLst/>
                <a:rect l="0" t="0" r="0" b="0"/>
                <a:pathLst>
                  <a:path w="2022349">
                    <a:moveTo>
                      <a:pt x="0" y="0"/>
                    </a:moveTo>
                    <a:lnTo>
                      <a:pt x="2022349" y="0"/>
                    </a:lnTo>
                  </a:path>
                </a:pathLst>
              </a:custGeom>
              <a:ln w="27101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632"/>
              </a:p>
            </p:txBody>
          </p:sp>
          <p:sp>
            <p:nvSpPr>
              <p:cNvPr id="236" name="pl84">
                <a:extLst>
                  <a:ext uri="{FF2B5EF4-FFF2-40B4-BE49-F238E27FC236}">
                    <a16:creationId xmlns:a16="http://schemas.microsoft.com/office/drawing/2014/main" id="{66539F05-C50A-4E96-9398-22BC7BFE8CDF}"/>
                  </a:ext>
                </a:extLst>
              </p:cNvPr>
              <p:cNvSpPr/>
              <p:nvPr/>
            </p:nvSpPr>
            <p:spPr>
              <a:xfrm>
                <a:off x="7470589" y="6844408"/>
                <a:ext cx="197973" cy="228600"/>
              </a:xfrm>
              <a:custGeom>
                <a:avLst/>
                <a:gdLst/>
                <a:ahLst/>
                <a:cxnLst/>
                <a:rect l="0" t="0" r="0" b="0"/>
                <a:pathLst>
                  <a:path w="197973" h="228600">
                    <a:moveTo>
                      <a:pt x="197973" y="0"/>
                    </a:moveTo>
                    <a:lnTo>
                      <a:pt x="0" y="114300"/>
                    </a:lnTo>
                    <a:lnTo>
                      <a:pt x="197973" y="228600"/>
                    </a:lnTo>
                  </a:path>
                </a:pathLst>
              </a:custGeom>
              <a:ln w="27101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632"/>
              </a:p>
            </p:txBody>
          </p:sp>
        </p:grpSp>
        <p:sp>
          <p:nvSpPr>
            <p:cNvPr id="234" name="tx54">
              <a:extLst>
                <a:ext uri="{FF2B5EF4-FFF2-40B4-BE49-F238E27FC236}">
                  <a16:creationId xmlns:a16="http://schemas.microsoft.com/office/drawing/2014/main" id="{8DCE8515-55FF-4A81-B849-CCE5DACA530D}"/>
                </a:ext>
              </a:extLst>
            </p:cNvPr>
            <p:cNvSpPr/>
            <p:nvPr/>
          </p:nvSpPr>
          <p:spPr>
            <a:xfrm rot="16200000">
              <a:off x="1723887" y="1967479"/>
              <a:ext cx="998938" cy="2162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814"/>
                </a:lnSpc>
              </a:pPr>
              <a:r>
                <a:rPr lang="en-US" sz="1451" dirty="0">
                  <a:solidFill>
                    <a:schemeClr val="bg1">
                      <a:lumMod val="65000"/>
                    </a:schemeClr>
                  </a:solidFill>
                  <a:latin typeface="Arial"/>
                  <a:cs typeface="Arial"/>
                </a:rPr>
                <a:t>HCQ Worst</a:t>
              </a:r>
              <a:endParaRPr sz="145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C8A0E841-A531-41AA-9647-785CB016FD87}"/>
              </a:ext>
            </a:extLst>
          </p:cNvPr>
          <p:cNvSpPr txBox="1"/>
          <p:nvPr/>
        </p:nvSpPr>
        <p:spPr>
          <a:xfrm>
            <a:off x="5262251" y="4942589"/>
            <a:ext cx="4266587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Another RWS patients added</a:t>
            </a:r>
          </a:p>
        </p:txBody>
      </p:sp>
    </p:spTree>
    <p:extLst>
      <p:ext uri="{BB962C8B-B14F-4D97-AF65-F5344CB8AC3E}">
        <p14:creationId xmlns:p14="http://schemas.microsoft.com/office/powerpoint/2010/main" val="3918190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roup 191">
            <a:extLst>
              <a:ext uri="{FF2B5EF4-FFF2-40B4-BE49-F238E27FC236}">
                <a16:creationId xmlns:a16="http://schemas.microsoft.com/office/drawing/2014/main" id="{25028DCD-FE4D-4B22-A359-48FD65D1533B}"/>
              </a:ext>
            </a:extLst>
          </p:cNvPr>
          <p:cNvGrpSpPr/>
          <p:nvPr/>
        </p:nvGrpSpPr>
        <p:grpSpPr>
          <a:xfrm>
            <a:off x="2624609" y="1485485"/>
            <a:ext cx="8635917" cy="5022648"/>
            <a:chOff x="1300692" y="1815434"/>
            <a:chExt cx="8635917" cy="5022648"/>
          </a:xfrm>
        </p:grpSpPr>
        <p:sp>
          <p:nvSpPr>
            <p:cNvPr id="193" name="rc6">
              <a:extLst>
                <a:ext uri="{FF2B5EF4-FFF2-40B4-BE49-F238E27FC236}">
                  <a16:creationId xmlns:a16="http://schemas.microsoft.com/office/drawing/2014/main" id="{4E7C5928-E911-4971-BA8A-72F5FF74A35F}"/>
                </a:ext>
              </a:extLst>
            </p:cNvPr>
            <p:cNvSpPr/>
            <p:nvPr/>
          </p:nvSpPr>
          <p:spPr>
            <a:xfrm>
              <a:off x="1736675" y="1815434"/>
              <a:ext cx="8199934" cy="21772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4" name="pl7">
              <a:extLst>
                <a:ext uri="{FF2B5EF4-FFF2-40B4-BE49-F238E27FC236}">
                  <a16:creationId xmlns:a16="http://schemas.microsoft.com/office/drawing/2014/main" id="{412040C7-8765-4895-AA03-0FBF24B66281}"/>
                </a:ext>
              </a:extLst>
            </p:cNvPr>
            <p:cNvSpPr/>
            <p:nvPr/>
          </p:nvSpPr>
          <p:spPr>
            <a:xfrm>
              <a:off x="1736675" y="3752483"/>
              <a:ext cx="8199934" cy="0"/>
            </a:xfrm>
            <a:custGeom>
              <a:avLst/>
              <a:gdLst/>
              <a:ahLst/>
              <a:cxnLst/>
              <a:rect l="0" t="0" r="0" b="0"/>
              <a:pathLst>
                <a:path w="8199934">
                  <a:moveTo>
                    <a:pt x="0" y="0"/>
                  </a:moveTo>
                  <a:lnTo>
                    <a:pt x="8199934" y="0"/>
                  </a:lnTo>
                  <a:lnTo>
                    <a:pt x="81999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l8">
              <a:extLst>
                <a:ext uri="{FF2B5EF4-FFF2-40B4-BE49-F238E27FC236}">
                  <a16:creationId xmlns:a16="http://schemas.microsoft.com/office/drawing/2014/main" id="{A7A8A99B-B700-40C4-8A59-3A06620C8236}"/>
                </a:ext>
              </a:extLst>
            </p:cNvPr>
            <p:cNvSpPr/>
            <p:nvPr/>
          </p:nvSpPr>
          <p:spPr>
            <a:xfrm>
              <a:off x="1736675" y="3156662"/>
              <a:ext cx="8199934" cy="0"/>
            </a:xfrm>
            <a:custGeom>
              <a:avLst/>
              <a:gdLst/>
              <a:ahLst/>
              <a:cxnLst/>
              <a:rect l="0" t="0" r="0" b="0"/>
              <a:pathLst>
                <a:path w="8199934">
                  <a:moveTo>
                    <a:pt x="0" y="0"/>
                  </a:moveTo>
                  <a:lnTo>
                    <a:pt x="8199934" y="0"/>
                  </a:lnTo>
                  <a:lnTo>
                    <a:pt x="81999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l9">
              <a:extLst>
                <a:ext uri="{FF2B5EF4-FFF2-40B4-BE49-F238E27FC236}">
                  <a16:creationId xmlns:a16="http://schemas.microsoft.com/office/drawing/2014/main" id="{538A5863-9012-4C30-AD76-30641A9B2769}"/>
                </a:ext>
              </a:extLst>
            </p:cNvPr>
            <p:cNvSpPr/>
            <p:nvPr/>
          </p:nvSpPr>
          <p:spPr>
            <a:xfrm>
              <a:off x="1736675" y="2386575"/>
              <a:ext cx="8199934" cy="0"/>
            </a:xfrm>
            <a:custGeom>
              <a:avLst/>
              <a:gdLst/>
              <a:ahLst/>
              <a:cxnLst/>
              <a:rect l="0" t="0" r="0" b="0"/>
              <a:pathLst>
                <a:path w="8199934">
                  <a:moveTo>
                    <a:pt x="0" y="0"/>
                  </a:moveTo>
                  <a:lnTo>
                    <a:pt x="8199934" y="0"/>
                  </a:lnTo>
                  <a:lnTo>
                    <a:pt x="81999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l10">
              <a:extLst>
                <a:ext uri="{FF2B5EF4-FFF2-40B4-BE49-F238E27FC236}">
                  <a16:creationId xmlns:a16="http://schemas.microsoft.com/office/drawing/2014/main" id="{178C0750-87A1-4DD1-8D93-8B272FA218A0}"/>
                </a:ext>
              </a:extLst>
            </p:cNvPr>
            <p:cNvSpPr/>
            <p:nvPr/>
          </p:nvSpPr>
          <p:spPr>
            <a:xfrm>
              <a:off x="2109400" y="1815434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l11">
              <a:extLst>
                <a:ext uri="{FF2B5EF4-FFF2-40B4-BE49-F238E27FC236}">
                  <a16:creationId xmlns:a16="http://schemas.microsoft.com/office/drawing/2014/main" id="{65F791FE-FCBC-41AE-8FF0-F420BF194FDE}"/>
                </a:ext>
              </a:extLst>
            </p:cNvPr>
            <p:cNvSpPr/>
            <p:nvPr/>
          </p:nvSpPr>
          <p:spPr>
            <a:xfrm>
              <a:off x="3600297" y="1815434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l12">
              <a:extLst>
                <a:ext uri="{FF2B5EF4-FFF2-40B4-BE49-F238E27FC236}">
                  <a16:creationId xmlns:a16="http://schemas.microsoft.com/office/drawing/2014/main" id="{2814B44D-DC01-41E9-A13F-B0D5D5DAB377}"/>
                </a:ext>
              </a:extLst>
            </p:cNvPr>
            <p:cNvSpPr/>
            <p:nvPr/>
          </p:nvSpPr>
          <p:spPr>
            <a:xfrm>
              <a:off x="5091194" y="1815434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l13">
              <a:extLst>
                <a:ext uri="{FF2B5EF4-FFF2-40B4-BE49-F238E27FC236}">
                  <a16:creationId xmlns:a16="http://schemas.microsoft.com/office/drawing/2014/main" id="{82226A0B-349C-41F1-B375-14E7C662417C}"/>
                </a:ext>
              </a:extLst>
            </p:cNvPr>
            <p:cNvSpPr/>
            <p:nvPr/>
          </p:nvSpPr>
          <p:spPr>
            <a:xfrm>
              <a:off x="6582091" y="1815434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l14">
              <a:extLst>
                <a:ext uri="{FF2B5EF4-FFF2-40B4-BE49-F238E27FC236}">
                  <a16:creationId xmlns:a16="http://schemas.microsoft.com/office/drawing/2014/main" id="{B38FA4B3-AB13-44CF-8818-A651ED5239C9}"/>
                </a:ext>
              </a:extLst>
            </p:cNvPr>
            <p:cNvSpPr/>
            <p:nvPr/>
          </p:nvSpPr>
          <p:spPr>
            <a:xfrm>
              <a:off x="8072988" y="1815434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l15">
              <a:extLst>
                <a:ext uri="{FF2B5EF4-FFF2-40B4-BE49-F238E27FC236}">
                  <a16:creationId xmlns:a16="http://schemas.microsoft.com/office/drawing/2014/main" id="{BFE2C666-DA5D-426B-98A5-E28E6DDED502}"/>
                </a:ext>
              </a:extLst>
            </p:cNvPr>
            <p:cNvSpPr/>
            <p:nvPr/>
          </p:nvSpPr>
          <p:spPr>
            <a:xfrm>
              <a:off x="9563885" y="1815434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l16">
              <a:extLst>
                <a:ext uri="{FF2B5EF4-FFF2-40B4-BE49-F238E27FC236}">
                  <a16:creationId xmlns:a16="http://schemas.microsoft.com/office/drawing/2014/main" id="{F65484E4-28CC-4F82-BDE0-D58F5A936157}"/>
                </a:ext>
              </a:extLst>
            </p:cNvPr>
            <p:cNvSpPr/>
            <p:nvPr/>
          </p:nvSpPr>
          <p:spPr>
            <a:xfrm>
              <a:off x="1736675" y="3454573"/>
              <a:ext cx="8199934" cy="0"/>
            </a:xfrm>
            <a:custGeom>
              <a:avLst/>
              <a:gdLst/>
              <a:ahLst/>
              <a:cxnLst/>
              <a:rect l="0" t="0" r="0" b="0"/>
              <a:pathLst>
                <a:path w="8199934">
                  <a:moveTo>
                    <a:pt x="0" y="0"/>
                  </a:moveTo>
                  <a:lnTo>
                    <a:pt x="8199934" y="0"/>
                  </a:lnTo>
                  <a:lnTo>
                    <a:pt x="8199934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l17">
              <a:extLst>
                <a:ext uri="{FF2B5EF4-FFF2-40B4-BE49-F238E27FC236}">
                  <a16:creationId xmlns:a16="http://schemas.microsoft.com/office/drawing/2014/main" id="{5234AE1B-58E4-4819-938A-534756DC3351}"/>
                </a:ext>
              </a:extLst>
            </p:cNvPr>
            <p:cNvSpPr/>
            <p:nvPr/>
          </p:nvSpPr>
          <p:spPr>
            <a:xfrm>
              <a:off x="1736675" y="2858752"/>
              <a:ext cx="8199934" cy="0"/>
            </a:xfrm>
            <a:custGeom>
              <a:avLst/>
              <a:gdLst/>
              <a:ahLst/>
              <a:cxnLst/>
              <a:rect l="0" t="0" r="0" b="0"/>
              <a:pathLst>
                <a:path w="8199934">
                  <a:moveTo>
                    <a:pt x="0" y="0"/>
                  </a:moveTo>
                  <a:lnTo>
                    <a:pt x="8199934" y="0"/>
                  </a:lnTo>
                  <a:lnTo>
                    <a:pt x="8199934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l18">
              <a:extLst>
                <a:ext uri="{FF2B5EF4-FFF2-40B4-BE49-F238E27FC236}">
                  <a16:creationId xmlns:a16="http://schemas.microsoft.com/office/drawing/2014/main" id="{01F4E4D2-C3A8-493E-918A-570C7D686BA5}"/>
                </a:ext>
              </a:extLst>
            </p:cNvPr>
            <p:cNvSpPr/>
            <p:nvPr/>
          </p:nvSpPr>
          <p:spPr>
            <a:xfrm>
              <a:off x="1736675" y="1914398"/>
              <a:ext cx="8199934" cy="0"/>
            </a:xfrm>
            <a:custGeom>
              <a:avLst/>
              <a:gdLst/>
              <a:ahLst/>
              <a:cxnLst/>
              <a:rect l="0" t="0" r="0" b="0"/>
              <a:pathLst>
                <a:path w="8199934">
                  <a:moveTo>
                    <a:pt x="0" y="0"/>
                  </a:moveTo>
                  <a:lnTo>
                    <a:pt x="8199934" y="0"/>
                  </a:lnTo>
                  <a:lnTo>
                    <a:pt x="8199934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l19">
              <a:extLst>
                <a:ext uri="{FF2B5EF4-FFF2-40B4-BE49-F238E27FC236}">
                  <a16:creationId xmlns:a16="http://schemas.microsoft.com/office/drawing/2014/main" id="{12E98BDC-E6BD-4FB5-8953-E43111689E5B}"/>
                </a:ext>
              </a:extLst>
            </p:cNvPr>
            <p:cNvSpPr/>
            <p:nvPr/>
          </p:nvSpPr>
          <p:spPr>
            <a:xfrm>
              <a:off x="2854848" y="1815434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l20">
              <a:extLst>
                <a:ext uri="{FF2B5EF4-FFF2-40B4-BE49-F238E27FC236}">
                  <a16:creationId xmlns:a16="http://schemas.microsoft.com/office/drawing/2014/main" id="{CD6572E2-9709-4BB5-A9D0-90C35408B5C1}"/>
                </a:ext>
              </a:extLst>
            </p:cNvPr>
            <p:cNvSpPr/>
            <p:nvPr/>
          </p:nvSpPr>
          <p:spPr>
            <a:xfrm>
              <a:off x="4345745" y="1815434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l21">
              <a:extLst>
                <a:ext uri="{FF2B5EF4-FFF2-40B4-BE49-F238E27FC236}">
                  <a16:creationId xmlns:a16="http://schemas.microsoft.com/office/drawing/2014/main" id="{BA22F15B-D92F-4CCF-9E49-C75F92E7B7CF}"/>
                </a:ext>
              </a:extLst>
            </p:cNvPr>
            <p:cNvSpPr/>
            <p:nvPr/>
          </p:nvSpPr>
          <p:spPr>
            <a:xfrm>
              <a:off x="5836642" y="1815434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l22">
              <a:extLst>
                <a:ext uri="{FF2B5EF4-FFF2-40B4-BE49-F238E27FC236}">
                  <a16:creationId xmlns:a16="http://schemas.microsoft.com/office/drawing/2014/main" id="{42CAC065-009C-4D8B-84B9-D132C934DB76}"/>
                </a:ext>
              </a:extLst>
            </p:cNvPr>
            <p:cNvSpPr/>
            <p:nvPr/>
          </p:nvSpPr>
          <p:spPr>
            <a:xfrm>
              <a:off x="7327540" y="1815434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l23">
              <a:extLst>
                <a:ext uri="{FF2B5EF4-FFF2-40B4-BE49-F238E27FC236}">
                  <a16:creationId xmlns:a16="http://schemas.microsoft.com/office/drawing/2014/main" id="{10DA6EFB-3DBF-4128-BFB0-D58AD07F3EB1}"/>
                </a:ext>
              </a:extLst>
            </p:cNvPr>
            <p:cNvSpPr/>
            <p:nvPr/>
          </p:nvSpPr>
          <p:spPr>
            <a:xfrm>
              <a:off x="8818437" y="1815434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g24">
              <a:extLst>
                <a:ext uri="{FF2B5EF4-FFF2-40B4-BE49-F238E27FC236}">
                  <a16:creationId xmlns:a16="http://schemas.microsoft.com/office/drawing/2014/main" id="{3C59F222-0CFD-40D5-8DF3-C568B36809BB}"/>
                </a:ext>
              </a:extLst>
            </p:cNvPr>
            <p:cNvSpPr/>
            <p:nvPr/>
          </p:nvSpPr>
          <p:spPr>
            <a:xfrm>
              <a:off x="2318125" y="2108682"/>
              <a:ext cx="6925217" cy="1643495"/>
            </a:xfrm>
            <a:custGeom>
              <a:avLst/>
              <a:gdLst/>
              <a:ahLst/>
              <a:cxnLst/>
              <a:rect l="0" t="0" r="0" b="0"/>
              <a:pathLst>
                <a:path w="6925217" h="1643495">
                  <a:moveTo>
                    <a:pt x="0" y="0"/>
                  </a:moveTo>
                  <a:lnTo>
                    <a:pt x="134180" y="3658"/>
                  </a:lnTo>
                  <a:lnTo>
                    <a:pt x="208725" y="99019"/>
                  </a:lnTo>
                  <a:lnTo>
                    <a:pt x="275815" y="99019"/>
                  </a:lnTo>
                  <a:lnTo>
                    <a:pt x="335451" y="169674"/>
                  </a:lnTo>
                  <a:lnTo>
                    <a:pt x="350360" y="169674"/>
                  </a:lnTo>
                  <a:lnTo>
                    <a:pt x="402542" y="169674"/>
                  </a:lnTo>
                  <a:lnTo>
                    <a:pt x="529268" y="169674"/>
                  </a:lnTo>
                  <a:lnTo>
                    <a:pt x="685812" y="296062"/>
                  </a:lnTo>
                  <a:lnTo>
                    <a:pt x="797629" y="329380"/>
                  </a:lnTo>
                  <a:lnTo>
                    <a:pt x="887083" y="427837"/>
                  </a:lnTo>
                  <a:lnTo>
                    <a:pt x="946719" y="416944"/>
                  </a:lnTo>
                  <a:lnTo>
                    <a:pt x="1013810" y="456870"/>
                  </a:lnTo>
                  <a:lnTo>
                    <a:pt x="1118172" y="571769"/>
                  </a:lnTo>
                  <a:lnTo>
                    <a:pt x="1215081" y="571216"/>
                  </a:lnTo>
                  <a:lnTo>
                    <a:pt x="1319443" y="570643"/>
                  </a:lnTo>
                  <a:lnTo>
                    <a:pt x="1423806" y="570643"/>
                  </a:lnTo>
                  <a:lnTo>
                    <a:pt x="1520715" y="570643"/>
                  </a:lnTo>
                  <a:lnTo>
                    <a:pt x="1632532" y="570144"/>
                  </a:lnTo>
                  <a:lnTo>
                    <a:pt x="1736895" y="582368"/>
                  </a:lnTo>
                  <a:lnTo>
                    <a:pt x="1826348" y="582368"/>
                  </a:lnTo>
                  <a:lnTo>
                    <a:pt x="1930711" y="588615"/>
                  </a:lnTo>
                  <a:lnTo>
                    <a:pt x="2035074" y="591775"/>
                  </a:lnTo>
                  <a:lnTo>
                    <a:pt x="2139437" y="591775"/>
                  </a:lnTo>
                  <a:lnTo>
                    <a:pt x="2243800" y="597011"/>
                  </a:lnTo>
                  <a:lnTo>
                    <a:pt x="2348162" y="593871"/>
                  </a:lnTo>
                  <a:lnTo>
                    <a:pt x="2452525" y="585646"/>
                  </a:lnTo>
                  <a:lnTo>
                    <a:pt x="2556888" y="587144"/>
                  </a:lnTo>
                  <a:lnTo>
                    <a:pt x="2661251" y="587144"/>
                  </a:lnTo>
                  <a:lnTo>
                    <a:pt x="2765614" y="594562"/>
                  </a:lnTo>
                  <a:lnTo>
                    <a:pt x="2869976" y="595938"/>
                  </a:lnTo>
                  <a:lnTo>
                    <a:pt x="2974339" y="595938"/>
                  </a:lnTo>
                  <a:lnTo>
                    <a:pt x="3078702" y="595938"/>
                  </a:lnTo>
                  <a:lnTo>
                    <a:pt x="3183065" y="596028"/>
                  </a:lnTo>
                  <a:lnTo>
                    <a:pt x="3384336" y="596028"/>
                  </a:lnTo>
                  <a:lnTo>
                    <a:pt x="3585607" y="593578"/>
                  </a:lnTo>
                  <a:lnTo>
                    <a:pt x="3742151" y="595505"/>
                  </a:lnTo>
                  <a:lnTo>
                    <a:pt x="3868877" y="595505"/>
                  </a:lnTo>
                  <a:lnTo>
                    <a:pt x="3921059" y="595505"/>
                  </a:lnTo>
                  <a:lnTo>
                    <a:pt x="4010513" y="595505"/>
                  </a:lnTo>
                  <a:lnTo>
                    <a:pt x="4122330" y="604390"/>
                  </a:lnTo>
                  <a:lnTo>
                    <a:pt x="4219238" y="604390"/>
                  </a:lnTo>
                  <a:lnTo>
                    <a:pt x="4316147" y="604390"/>
                  </a:lnTo>
                  <a:lnTo>
                    <a:pt x="4472691" y="609007"/>
                  </a:lnTo>
                  <a:lnTo>
                    <a:pt x="4629235" y="608974"/>
                  </a:lnTo>
                  <a:lnTo>
                    <a:pt x="4837961" y="608974"/>
                  </a:lnTo>
                  <a:lnTo>
                    <a:pt x="5098868" y="608974"/>
                  </a:lnTo>
                  <a:lnTo>
                    <a:pt x="5307593" y="609773"/>
                  </a:lnTo>
                  <a:lnTo>
                    <a:pt x="5479046" y="609773"/>
                  </a:lnTo>
                  <a:lnTo>
                    <a:pt x="5851771" y="609773"/>
                  </a:lnTo>
                  <a:lnTo>
                    <a:pt x="6313949" y="610597"/>
                  </a:lnTo>
                  <a:lnTo>
                    <a:pt x="6619583" y="607472"/>
                  </a:lnTo>
                  <a:lnTo>
                    <a:pt x="6925217" y="600466"/>
                  </a:lnTo>
                  <a:lnTo>
                    <a:pt x="6925217" y="789387"/>
                  </a:lnTo>
                  <a:lnTo>
                    <a:pt x="6619583" y="796858"/>
                  </a:lnTo>
                  <a:lnTo>
                    <a:pt x="6313949" y="802143"/>
                  </a:lnTo>
                  <a:lnTo>
                    <a:pt x="5851771" y="801396"/>
                  </a:lnTo>
                  <a:lnTo>
                    <a:pt x="5479046" y="801396"/>
                  </a:lnTo>
                  <a:lnTo>
                    <a:pt x="5307593" y="801396"/>
                  </a:lnTo>
                  <a:lnTo>
                    <a:pt x="5098868" y="800674"/>
                  </a:lnTo>
                  <a:lnTo>
                    <a:pt x="4837961" y="800674"/>
                  </a:lnTo>
                  <a:lnTo>
                    <a:pt x="4629235" y="800674"/>
                  </a:lnTo>
                  <a:lnTo>
                    <a:pt x="4472691" y="800784"/>
                  </a:lnTo>
                  <a:lnTo>
                    <a:pt x="4316147" y="796594"/>
                  </a:lnTo>
                  <a:lnTo>
                    <a:pt x="4219238" y="796594"/>
                  </a:lnTo>
                  <a:lnTo>
                    <a:pt x="4122330" y="796594"/>
                  </a:lnTo>
                  <a:lnTo>
                    <a:pt x="4010513" y="791820"/>
                  </a:lnTo>
                  <a:lnTo>
                    <a:pt x="3921059" y="791820"/>
                  </a:lnTo>
                  <a:lnTo>
                    <a:pt x="3868877" y="791820"/>
                  </a:lnTo>
                  <a:lnTo>
                    <a:pt x="3742151" y="791820"/>
                  </a:lnTo>
                  <a:lnTo>
                    <a:pt x="3585607" y="791050"/>
                  </a:lnTo>
                  <a:lnTo>
                    <a:pt x="3384336" y="794100"/>
                  </a:lnTo>
                  <a:lnTo>
                    <a:pt x="3183065" y="794100"/>
                  </a:lnTo>
                  <a:lnTo>
                    <a:pt x="3078702" y="794095"/>
                  </a:lnTo>
                  <a:lnTo>
                    <a:pt x="2974339" y="794095"/>
                  </a:lnTo>
                  <a:lnTo>
                    <a:pt x="2869976" y="794095"/>
                  </a:lnTo>
                  <a:lnTo>
                    <a:pt x="2765614" y="795657"/>
                  </a:lnTo>
                  <a:lnTo>
                    <a:pt x="2661251" y="789090"/>
                  </a:lnTo>
                  <a:lnTo>
                    <a:pt x="2556888" y="789090"/>
                  </a:lnTo>
                  <a:lnTo>
                    <a:pt x="2452525" y="788812"/>
                  </a:lnTo>
                  <a:lnTo>
                    <a:pt x="2348162" y="813344"/>
                  </a:lnTo>
                  <a:lnTo>
                    <a:pt x="2243800" y="817331"/>
                  </a:lnTo>
                  <a:lnTo>
                    <a:pt x="2139437" y="813721"/>
                  </a:lnTo>
                  <a:lnTo>
                    <a:pt x="2035074" y="813721"/>
                  </a:lnTo>
                  <a:lnTo>
                    <a:pt x="1930711" y="811144"/>
                  </a:lnTo>
                  <a:lnTo>
                    <a:pt x="1826348" y="805602"/>
                  </a:lnTo>
                  <a:lnTo>
                    <a:pt x="1736895" y="805602"/>
                  </a:lnTo>
                  <a:lnTo>
                    <a:pt x="1632532" y="795728"/>
                  </a:lnTo>
                  <a:lnTo>
                    <a:pt x="1520715" y="797540"/>
                  </a:lnTo>
                  <a:lnTo>
                    <a:pt x="1423806" y="797540"/>
                  </a:lnTo>
                  <a:lnTo>
                    <a:pt x="1319443" y="797540"/>
                  </a:lnTo>
                  <a:lnTo>
                    <a:pt x="1215081" y="798190"/>
                  </a:lnTo>
                  <a:lnTo>
                    <a:pt x="1118172" y="800376"/>
                  </a:lnTo>
                  <a:lnTo>
                    <a:pt x="1013810" y="1202553"/>
                  </a:lnTo>
                  <a:lnTo>
                    <a:pt x="946719" y="1181141"/>
                  </a:lnTo>
                  <a:lnTo>
                    <a:pt x="887083" y="1235065"/>
                  </a:lnTo>
                  <a:lnTo>
                    <a:pt x="797629" y="1183034"/>
                  </a:lnTo>
                  <a:lnTo>
                    <a:pt x="685812" y="1181493"/>
                  </a:lnTo>
                  <a:lnTo>
                    <a:pt x="529268" y="1155424"/>
                  </a:lnTo>
                  <a:lnTo>
                    <a:pt x="402542" y="1155424"/>
                  </a:lnTo>
                  <a:lnTo>
                    <a:pt x="350360" y="1155424"/>
                  </a:lnTo>
                  <a:lnTo>
                    <a:pt x="335451" y="1155424"/>
                  </a:lnTo>
                  <a:lnTo>
                    <a:pt x="275815" y="1174276"/>
                  </a:lnTo>
                  <a:lnTo>
                    <a:pt x="208725" y="1174276"/>
                  </a:lnTo>
                  <a:lnTo>
                    <a:pt x="134180" y="1196332"/>
                  </a:lnTo>
                  <a:lnTo>
                    <a:pt x="0" y="1643495"/>
                  </a:lnTo>
                  <a:close/>
                </a:path>
              </a:pathLst>
            </a:custGeom>
            <a:solidFill>
              <a:srgbClr val="4682B4">
                <a:alpha val="50196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12" name="pl25">
              <a:extLst>
                <a:ext uri="{FF2B5EF4-FFF2-40B4-BE49-F238E27FC236}">
                  <a16:creationId xmlns:a16="http://schemas.microsoft.com/office/drawing/2014/main" id="{C9C0E89D-92B9-4435-947E-23C739B9F228}"/>
                </a:ext>
              </a:extLst>
            </p:cNvPr>
            <p:cNvSpPr/>
            <p:nvPr/>
          </p:nvSpPr>
          <p:spPr>
            <a:xfrm>
              <a:off x="2318125" y="2108682"/>
              <a:ext cx="6925217" cy="610597"/>
            </a:xfrm>
            <a:custGeom>
              <a:avLst/>
              <a:gdLst/>
              <a:ahLst/>
              <a:cxnLst/>
              <a:rect l="0" t="0" r="0" b="0"/>
              <a:pathLst>
                <a:path w="6925217" h="610597">
                  <a:moveTo>
                    <a:pt x="0" y="0"/>
                  </a:moveTo>
                  <a:lnTo>
                    <a:pt x="134180" y="3658"/>
                  </a:lnTo>
                  <a:lnTo>
                    <a:pt x="208725" y="99019"/>
                  </a:lnTo>
                  <a:lnTo>
                    <a:pt x="275815" y="99019"/>
                  </a:lnTo>
                  <a:lnTo>
                    <a:pt x="335451" y="169674"/>
                  </a:lnTo>
                  <a:lnTo>
                    <a:pt x="350360" y="169674"/>
                  </a:lnTo>
                  <a:lnTo>
                    <a:pt x="402542" y="169674"/>
                  </a:lnTo>
                  <a:lnTo>
                    <a:pt x="529268" y="169674"/>
                  </a:lnTo>
                  <a:lnTo>
                    <a:pt x="685812" y="296062"/>
                  </a:lnTo>
                  <a:lnTo>
                    <a:pt x="797629" y="329380"/>
                  </a:lnTo>
                  <a:lnTo>
                    <a:pt x="887083" y="427837"/>
                  </a:lnTo>
                  <a:lnTo>
                    <a:pt x="946719" y="416944"/>
                  </a:lnTo>
                  <a:lnTo>
                    <a:pt x="1013810" y="456870"/>
                  </a:lnTo>
                  <a:lnTo>
                    <a:pt x="1118172" y="571769"/>
                  </a:lnTo>
                  <a:lnTo>
                    <a:pt x="1215081" y="571216"/>
                  </a:lnTo>
                  <a:lnTo>
                    <a:pt x="1319443" y="570643"/>
                  </a:lnTo>
                  <a:lnTo>
                    <a:pt x="1423806" y="570643"/>
                  </a:lnTo>
                  <a:lnTo>
                    <a:pt x="1520715" y="570643"/>
                  </a:lnTo>
                  <a:lnTo>
                    <a:pt x="1632532" y="570144"/>
                  </a:lnTo>
                  <a:lnTo>
                    <a:pt x="1736895" y="582368"/>
                  </a:lnTo>
                  <a:lnTo>
                    <a:pt x="1826348" y="582368"/>
                  </a:lnTo>
                  <a:lnTo>
                    <a:pt x="1930711" y="588615"/>
                  </a:lnTo>
                  <a:lnTo>
                    <a:pt x="2035074" y="591775"/>
                  </a:lnTo>
                  <a:lnTo>
                    <a:pt x="2139437" y="591775"/>
                  </a:lnTo>
                  <a:lnTo>
                    <a:pt x="2243800" y="597011"/>
                  </a:lnTo>
                  <a:lnTo>
                    <a:pt x="2348162" y="593871"/>
                  </a:lnTo>
                  <a:lnTo>
                    <a:pt x="2452525" y="585646"/>
                  </a:lnTo>
                  <a:lnTo>
                    <a:pt x="2556888" y="587144"/>
                  </a:lnTo>
                  <a:lnTo>
                    <a:pt x="2661251" y="587144"/>
                  </a:lnTo>
                  <a:lnTo>
                    <a:pt x="2765614" y="594562"/>
                  </a:lnTo>
                  <a:lnTo>
                    <a:pt x="2869976" y="595938"/>
                  </a:lnTo>
                  <a:lnTo>
                    <a:pt x="2974339" y="595938"/>
                  </a:lnTo>
                  <a:lnTo>
                    <a:pt x="3078702" y="595938"/>
                  </a:lnTo>
                  <a:lnTo>
                    <a:pt x="3183065" y="596028"/>
                  </a:lnTo>
                  <a:lnTo>
                    <a:pt x="3384336" y="596028"/>
                  </a:lnTo>
                  <a:lnTo>
                    <a:pt x="3585607" y="593578"/>
                  </a:lnTo>
                  <a:lnTo>
                    <a:pt x="3742151" y="595505"/>
                  </a:lnTo>
                  <a:lnTo>
                    <a:pt x="3868877" y="595505"/>
                  </a:lnTo>
                  <a:lnTo>
                    <a:pt x="3921059" y="595505"/>
                  </a:lnTo>
                  <a:lnTo>
                    <a:pt x="4010513" y="595505"/>
                  </a:lnTo>
                  <a:lnTo>
                    <a:pt x="4122330" y="604390"/>
                  </a:lnTo>
                  <a:lnTo>
                    <a:pt x="4219238" y="604390"/>
                  </a:lnTo>
                  <a:lnTo>
                    <a:pt x="4316147" y="604390"/>
                  </a:lnTo>
                  <a:lnTo>
                    <a:pt x="4472691" y="609007"/>
                  </a:lnTo>
                  <a:lnTo>
                    <a:pt x="4629235" y="608974"/>
                  </a:lnTo>
                  <a:lnTo>
                    <a:pt x="4837961" y="608974"/>
                  </a:lnTo>
                  <a:lnTo>
                    <a:pt x="5098868" y="608974"/>
                  </a:lnTo>
                  <a:lnTo>
                    <a:pt x="5307593" y="609773"/>
                  </a:lnTo>
                  <a:lnTo>
                    <a:pt x="5479046" y="609773"/>
                  </a:lnTo>
                  <a:lnTo>
                    <a:pt x="5851771" y="609773"/>
                  </a:lnTo>
                  <a:lnTo>
                    <a:pt x="6313949" y="610597"/>
                  </a:lnTo>
                  <a:lnTo>
                    <a:pt x="6619583" y="607472"/>
                  </a:lnTo>
                  <a:lnTo>
                    <a:pt x="6925217" y="600466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13" name="pl26">
              <a:extLst>
                <a:ext uri="{FF2B5EF4-FFF2-40B4-BE49-F238E27FC236}">
                  <a16:creationId xmlns:a16="http://schemas.microsoft.com/office/drawing/2014/main" id="{056F9133-CF00-4ADF-9ED2-2FC661C1ED70}"/>
                </a:ext>
              </a:extLst>
            </p:cNvPr>
            <p:cNvSpPr/>
            <p:nvPr/>
          </p:nvSpPr>
          <p:spPr>
            <a:xfrm>
              <a:off x="2318125" y="2897495"/>
              <a:ext cx="6925217" cy="854682"/>
            </a:xfrm>
            <a:custGeom>
              <a:avLst/>
              <a:gdLst/>
              <a:ahLst/>
              <a:cxnLst/>
              <a:rect l="0" t="0" r="0" b="0"/>
              <a:pathLst>
                <a:path w="6925217" h="854682">
                  <a:moveTo>
                    <a:pt x="6925217" y="575"/>
                  </a:moveTo>
                  <a:lnTo>
                    <a:pt x="6619583" y="8045"/>
                  </a:lnTo>
                  <a:lnTo>
                    <a:pt x="6313949" y="13330"/>
                  </a:lnTo>
                  <a:lnTo>
                    <a:pt x="5851771" y="12583"/>
                  </a:lnTo>
                  <a:lnTo>
                    <a:pt x="5479046" y="12583"/>
                  </a:lnTo>
                  <a:lnTo>
                    <a:pt x="5307593" y="12583"/>
                  </a:lnTo>
                  <a:lnTo>
                    <a:pt x="5098868" y="11862"/>
                  </a:lnTo>
                  <a:lnTo>
                    <a:pt x="4837961" y="11862"/>
                  </a:lnTo>
                  <a:lnTo>
                    <a:pt x="4629235" y="11862"/>
                  </a:lnTo>
                  <a:lnTo>
                    <a:pt x="4472691" y="11971"/>
                  </a:lnTo>
                  <a:lnTo>
                    <a:pt x="4316147" y="7781"/>
                  </a:lnTo>
                  <a:lnTo>
                    <a:pt x="4219238" y="7781"/>
                  </a:lnTo>
                  <a:lnTo>
                    <a:pt x="4122330" y="7781"/>
                  </a:lnTo>
                  <a:lnTo>
                    <a:pt x="4010513" y="3007"/>
                  </a:lnTo>
                  <a:lnTo>
                    <a:pt x="3921059" y="3007"/>
                  </a:lnTo>
                  <a:lnTo>
                    <a:pt x="3868877" y="3007"/>
                  </a:lnTo>
                  <a:lnTo>
                    <a:pt x="3742151" y="3007"/>
                  </a:lnTo>
                  <a:lnTo>
                    <a:pt x="3585607" y="2237"/>
                  </a:lnTo>
                  <a:lnTo>
                    <a:pt x="3384336" y="5287"/>
                  </a:lnTo>
                  <a:lnTo>
                    <a:pt x="3183065" y="5287"/>
                  </a:lnTo>
                  <a:lnTo>
                    <a:pt x="3078702" y="5282"/>
                  </a:lnTo>
                  <a:lnTo>
                    <a:pt x="2974339" y="5282"/>
                  </a:lnTo>
                  <a:lnTo>
                    <a:pt x="2869976" y="5282"/>
                  </a:lnTo>
                  <a:lnTo>
                    <a:pt x="2765614" y="6844"/>
                  </a:lnTo>
                  <a:lnTo>
                    <a:pt x="2661251" y="278"/>
                  </a:lnTo>
                  <a:lnTo>
                    <a:pt x="2556888" y="278"/>
                  </a:lnTo>
                  <a:lnTo>
                    <a:pt x="2452525" y="0"/>
                  </a:lnTo>
                  <a:lnTo>
                    <a:pt x="2348162" y="24532"/>
                  </a:lnTo>
                  <a:lnTo>
                    <a:pt x="2243800" y="28518"/>
                  </a:lnTo>
                  <a:lnTo>
                    <a:pt x="2139437" y="24909"/>
                  </a:lnTo>
                  <a:lnTo>
                    <a:pt x="2035074" y="24909"/>
                  </a:lnTo>
                  <a:lnTo>
                    <a:pt x="1930711" y="22332"/>
                  </a:lnTo>
                  <a:lnTo>
                    <a:pt x="1826348" y="16790"/>
                  </a:lnTo>
                  <a:lnTo>
                    <a:pt x="1736895" y="16790"/>
                  </a:lnTo>
                  <a:lnTo>
                    <a:pt x="1632532" y="6916"/>
                  </a:lnTo>
                  <a:lnTo>
                    <a:pt x="1520715" y="8727"/>
                  </a:lnTo>
                  <a:lnTo>
                    <a:pt x="1423806" y="8727"/>
                  </a:lnTo>
                  <a:lnTo>
                    <a:pt x="1319443" y="8727"/>
                  </a:lnTo>
                  <a:lnTo>
                    <a:pt x="1215081" y="9377"/>
                  </a:lnTo>
                  <a:lnTo>
                    <a:pt x="1118172" y="11563"/>
                  </a:lnTo>
                  <a:lnTo>
                    <a:pt x="1013810" y="413741"/>
                  </a:lnTo>
                  <a:lnTo>
                    <a:pt x="946719" y="392329"/>
                  </a:lnTo>
                  <a:lnTo>
                    <a:pt x="887083" y="446253"/>
                  </a:lnTo>
                  <a:lnTo>
                    <a:pt x="797629" y="394222"/>
                  </a:lnTo>
                  <a:lnTo>
                    <a:pt x="685812" y="392680"/>
                  </a:lnTo>
                  <a:lnTo>
                    <a:pt x="529268" y="366611"/>
                  </a:lnTo>
                  <a:lnTo>
                    <a:pt x="402542" y="366611"/>
                  </a:lnTo>
                  <a:lnTo>
                    <a:pt x="350360" y="366611"/>
                  </a:lnTo>
                  <a:lnTo>
                    <a:pt x="335451" y="366611"/>
                  </a:lnTo>
                  <a:lnTo>
                    <a:pt x="275815" y="385463"/>
                  </a:lnTo>
                  <a:lnTo>
                    <a:pt x="208725" y="385463"/>
                  </a:lnTo>
                  <a:lnTo>
                    <a:pt x="134180" y="407520"/>
                  </a:lnTo>
                  <a:lnTo>
                    <a:pt x="0" y="854682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14" name="pl27">
              <a:extLst>
                <a:ext uri="{FF2B5EF4-FFF2-40B4-BE49-F238E27FC236}">
                  <a16:creationId xmlns:a16="http://schemas.microsoft.com/office/drawing/2014/main" id="{2F8A3496-60AD-4536-93AB-3CA1BDA027DE}"/>
                </a:ext>
              </a:extLst>
            </p:cNvPr>
            <p:cNvSpPr/>
            <p:nvPr/>
          </p:nvSpPr>
          <p:spPr>
            <a:xfrm>
              <a:off x="2318125" y="2708678"/>
              <a:ext cx="6925217" cy="231455"/>
            </a:xfrm>
            <a:custGeom>
              <a:avLst/>
              <a:gdLst/>
              <a:ahLst/>
              <a:cxnLst/>
              <a:rect l="0" t="0" r="0" b="0"/>
              <a:pathLst>
                <a:path w="6925217" h="231455">
                  <a:moveTo>
                    <a:pt x="0" y="221751"/>
                  </a:moveTo>
                  <a:lnTo>
                    <a:pt x="134180" y="0"/>
                  </a:lnTo>
                  <a:lnTo>
                    <a:pt x="208725" y="36652"/>
                  </a:lnTo>
                  <a:lnTo>
                    <a:pt x="275815" y="36652"/>
                  </a:lnTo>
                  <a:lnTo>
                    <a:pt x="335451" y="62553"/>
                  </a:lnTo>
                  <a:lnTo>
                    <a:pt x="350360" y="62553"/>
                  </a:lnTo>
                  <a:lnTo>
                    <a:pt x="402542" y="62553"/>
                  </a:lnTo>
                  <a:lnTo>
                    <a:pt x="529268" y="62553"/>
                  </a:lnTo>
                  <a:lnTo>
                    <a:pt x="685812" y="138782"/>
                  </a:lnTo>
                  <a:lnTo>
                    <a:pt x="797629" y="156212"/>
                  </a:lnTo>
                  <a:lnTo>
                    <a:pt x="887083" y="231455"/>
                  </a:lnTo>
                  <a:lnTo>
                    <a:pt x="946719" y="199047"/>
                  </a:lnTo>
                  <a:lnTo>
                    <a:pt x="1013810" y="229716"/>
                  </a:lnTo>
                  <a:lnTo>
                    <a:pt x="1118172" y="86076"/>
                  </a:lnTo>
                  <a:lnTo>
                    <a:pt x="1215081" y="84707"/>
                  </a:lnTo>
                  <a:lnTo>
                    <a:pt x="1319443" y="84096"/>
                  </a:lnTo>
                  <a:lnTo>
                    <a:pt x="1423806" y="84096"/>
                  </a:lnTo>
                  <a:lnTo>
                    <a:pt x="1520715" y="84096"/>
                  </a:lnTo>
                  <a:lnTo>
                    <a:pt x="1632532" y="82941"/>
                  </a:lnTo>
                  <a:lnTo>
                    <a:pt x="1736895" y="93989"/>
                  </a:lnTo>
                  <a:lnTo>
                    <a:pt x="1826348" y="93989"/>
                  </a:lnTo>
                  <a:lnTo>
                    <a:pt x="1930711" y="99884"/>
                  </a:lnTo>
                  <a:lnTo>
                    <a:pt x="2035074" y="102753"/>
                  </a:lnTo>
                  <a:lnTo>
                    <a:pt x="2139437" y="102753"/>
                  </a:lnTo>
                  <a:lnTo>
                    <a:pt x="2243800" y="107175"/>
                  </a:lnTo>
                  <a:lnTo>
                    <a:pt x="2348162" y="103612"/>
                  </a:lnTo>
                  <a:lnTo>
                    <a:pt x="2452525" y="87233"/>
                  </a:lnTo>
                  <a:lnTo>
                    <a:pt x="2556888" y="88121"/>
                  </a:lnTo>
                  <a:lnTo>
                    <a:pt x="2661251" y="88121"/>
                  </a:lnTo>
                  <a:lnTo>
                    <a:pt x="2765614" y="95114"/>
                  </a:lnTo>
                  <a:lnTo>
                    <a:pt x="2869976" y="95021"/>
                  </a:lnTo>
                  <a:lnTo>
                    <a:pt x="2974339" y="95021"/>
                  </a:lnTo>
                  <a:lnTo>
                    <a:pt x="3078702" y="95021"/>
                  </a:lnTo>
                  <a:lnTo>
                    <a:pt x="3183065" y="95068"/>
                  </a:lnTo>
                  <a:lnTo>
                    <a:pt x="3384336" y="95068"/>
                  </a:lnTo>
                  <a:lnTo>
                    <a:pt x="3585607" y="92318"/>
                  </a:lnTo>
                  <a:lnTo>
                    <a:pt x="3742151" y="93667"/>
                  </a:lnTo>
                  <a:lnTo>
                    <a:pt x="3868877" y="93667"/>
                  </a:lnTo>
                  <a:lnTo>
                    <a:pt x="3921059" y="93667"/>
                  </a:lnTo>
                  <a:lnTo>
                    <a:pt x="4010513" y="93667"/>
                  </a:lnTo>
                  <a:lnTo>
                    <a:pt x="4122330" y="100496"/>
                  </a:lnTo>
                  <a:lnTo>
                    <a:pt x="4219238" y="100496"/>
                  </a:lnTo>
                  <a:lnTo>
                    <a:pt x="4316147" y="100496"/>
                  </a:lnTo>
                  <a:lnTo>
                    <a:pt x="4472691" y="104900"/>
                  </a:lnTo>
                  <a:lnTo>
                    <a:pt x="4629235" y="104829"/>
                  </a:lnTo>
                  <a:lnTo>
                    <a:pt x="4837961" y="104829"/>
                  </a:lnTo>
                  <a:lnTo>
                    <a:pt x="5098868" y="104829"/>
                  </a:lnTo>
                  <a:lnTo>
                    <a:pt x="5307593" y="105588"/>
                  </a:lnTo>
                  <a:lnTo>
                    <a:pt x="5479046" y="105588"/>
                  </a:lnTo>
                  <a:lnTo>
                    <a:pt x="5851771" y="105588"/>
                  </a:lnTo>
                  <a:lnTo>
                    <a:pt x="6313949" y="106374"/>
                  </a:lnTo>
                  <a:lnTo>
                    <a:pt x="6619583" y="102170"/>
                  </a:lnTo>
                  <a:lnTo>
                    <a:pt x="6925217" y="94931"/>
                  </a:lnTo>
                </a:path>
              </a:pathLst>
            </a:custGeom>
            <a:ln w="38100" cap="flat">
              <a:solidFill>
                <a:srgbClr val="4682B4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l28">
              <a:extLst>
                <a:ext uri="{FF2B5EF4-FFF2-40B4-BE49-F238E27FC236}">
                  <a16:creationId xmlns:a16="http://schemas.microsoft.com/office/drawing/2014/main" id="{8A3A3D52-908C-4936-9ABE-A614FA0D2A96}"/>
                </a:ext>
              </a:extLst>
            </p:cNvPr>
            <p:cNvSpPr/>
            <p:nvPr/>
          </p:nvSpPr>
          <p:spPr>
            <a:xfrm>
              <a:off x="1736675" y="2858752"/>
              <a:ext cx="8199934" cy="0"/>
            </a:xfrm>
            <a:custGeom>
              <a:avLst/>
              <a:gdLst/>
              <a:ahLst/>
              <a:cxnLst/>
              <a:rect l="0" t="0" r="0" b="0"/>
              <a:pathLst>
                <a:path w="8199934">
                  <a:moveTo>
                    <a:pt x="0" y="0"/>
                  </a:moveTo>
                  <a:lnTo>
                    <a:pt x="8199934" y="0"/>
                  </a:lnTo>
                  <a:lnTo>
                    <a:pt x="8199934" y="0"/>
                  </a:lnTo>
                </a:path>
              </a:pathLst>
            </a:custGeom>
            <a:ln w="25400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l29">
              <a:extLst>
                <a:ext uri="{FF2B5EF4-FFF2-40B4-BE49-F238E27FC236}">
                  <a16:creationId xmlns:a16="http://schemas.microsoft.com/office/drawing/2014/main" id="{87BA8153-91F2-4902-B97B-BD33605205C6}"/>
                </a:ext>
              </a:extLst>
            </p:cNvPr>
            <p:cNvSpPr/>
            <p:nvPr/>
          </p:nvSpPr>
          <p:spPr>
            <a:xfrm>
              <a:off x="3391571" y="1815434"/>
              <a:ext cx="0" cy="2177201"/>
            </a:xfrm>
            <a:custGeom>
              <a:avLst/>
              <a:gdLst/>
              <a:ahLst/>
              <a:cxnLst/>
              <a:rect l="0" t="0" r="0" b="0"/>
              <a:pathLst>
                <a:path h="2177201">
                  <a:moveTo>
                    <a:pt x="0" y="21772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5400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rc33">
              <a:extLst>
                <a:ext uri="{FF2B5EF4-FFF2-40B4-BE49-F238E27FC236}">
                  <a16:creationId xmlns:a16="http://schemas.microsoft.com/office/drawing/2014/main" id="{7017A7F1-1CBF-43BA-BFAC-54DA26B607EE}"/>
                </a:ext>
              </a:extLst>
            </p:cNvPr>
            <p:cNvSpPr/>
            <p:nvPr/>
          </p:nvSpPr>
          <p:spPr>
            <a:xfrm>
              <a:off x="1736675" y="1815434"/>
              <a:ext cx="8199934" cy="2177201"/>
            </a:xfrm>
            <a:prstGeom prst="rect">
              <a:avLst/>
            </a:prstGeom>
            <a:ln w="27101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tx34">
              <a:extLst>
                <a:ext uri="{FF2B5EF4-FFF2-40B4-BE49-F238E27FC236}">
                  <a16:creationId xmlns:a16="http://schemas.microsoft.com/office/drawing/2014/main" id="{AE34CE2D-AA74-4C24-84F2-EA42A29C3340}"/>
                </a:ext>
              </a:extLst>
            </p:cNvPr>
            <p:cNvSpPr/>
            <p:nvPr/>
          </p:nvSpPr>
          <p:spPr>
            <a:xfrm>
              <a:off x="1300692" y="3369116"/>
              <a:ext cx="310723" cy="1654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1/2</a:t>
              </a:r>
            </a:p>
          </p:txBody>
        </p:sp>
        <p:sp>
          <p:nvSpPr>
            <p:cNvPr id="221" name="tx35">
              <a:extLst>
                <a:ext uri="{FF2B5EF4-FFF2-40B4-BE49-F238E27FC236}">
                  <a16:creationId xmlns:a16="http://schemas.microsoft.com/office/drawing/2014/main" id="{C72528DC-FA33-474D-ACAA-7491BD36A764}"/>
                </a:ext>
              </a:extLst>
            </p:cNvPr>
            <p:cNvSpPr/>
            <p:nvPr/>
          </p:nvSpPr>
          <p:spPr>
            <a:xfrm>
              <a:off x="1487104" y="2778097"/>
              <a:ext cx="124311" cy="16065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2" name="tx36">
              <a:extLst>
                <a:ext uri="{FF2B5EF4-FFF2-40B4-BE49-F238E27FC236}">
                  <a16:creationId xmlns:a16="http://schemas.microsoft.com/office/drawing/2014/main" id="{8D66B644-2C01-4B1B-9EEA-8C896A8645D1}"/>
                </a:ext>
              </a:extLst>
            </p:cNvPr>
            <p:cNvSpPr/>
            <p:nvPr/>
          </p:nvSpPr>
          <p:spPr>
            <a:xfrm>
              <a:off x="1362902" y="1830905"/>
              <a:ext cx="248513" cy="1634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 3</a:t>
              </a:r>
            </a:p>
          </p:txBody>
        </p:sp>
        <p:sp>
          <p:nvSpPr>
            <p:cNvPr id="223" name="pl37">
              <a:extLst>
                <a:ext uri="{FF2B5EF4-FFF2-40B4-BE49-F238E27FC236}">
                  <a16:creationId xmlns:a16="http://schemas.microsoft.com/office/drawing/2014/main" id="{8BDC5CBA-FCEC-41A8-8D73-B9C0E0285830}"/>
                </a:ext>
              </a:extLst>
            </p:cNvPr>
            <p:cNvSpPr/>
            <p:nvPr/>
          </p:nvSpPr>
          <p:spPr>
            <a:xfrm>
              <a:off x="1667086" y="3454573"/>
              <a:ext cx="69589" cy="0"/>
            </a:xfrm>
            <a:custGeom>
              <a:avLst/>
              <a:gdLst/>
              <a:ahLst/>
              <a:cxnLst/>
              <a:rect l="0" t="0" r="0" b="0"/>
              <a:pathLst>
                <a:path w="69589">
                  <a:moveTo>
                    <a:pt x="0" y="0"/>
                  </a:moveTo>
                  <a:lnTo>
                    <a:pt x="6958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l38">
              <a:extLst>
                <a:ext uri="{FF2B5EF4-FFF2-40B4-BE49-F238E27FC236}">
                  <a16:creationId xmlns:a16="http://schemas.microsoft.com/office/drawing/2014/main" id="{20402FCF-C233-40BA-98F6-1FF64B5C3477}"/>
                </a:ext>
              </a:extLst>
            </p:cNvPr>
            <p:cNvSpPr/>
            <p:nvPr/>
          </p:nvSpPr>
          <p:spPr>
            <a:xfrm>
              <a:off x="1667086" y="2858752"/>
              <a:ext cx="69589" cy="0"/>
            </a:xfrm>
            <a:custGeom>
              <a:avLst/>
              <a:gdLst/>
              <a:ahLst/>
              <a:cxnLst/>
              <a:rect l="0" t="0" r="0" b="0"/>
              <a:pathLst>
                <a:path w="69589">
                  <a:moveTo>
                    <a:pt x="0" y="0"/>
                  </a:moveTo>
                  <a:lnTo>
                    <a:pt x="6958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l39">
              <a:extLst>
                <a:ext uri="{FF2B5EF4-FFF2-40B4-BE49-F238E27FC236}">
                  <a16:creationId xmlns:a16="http://schemas.microsoft.com/office/drawing/2014/main" id="{1F2D3B70-DF86-4F2B-9810-B06A7288D301}"/>
                </a:ext>
              </a:extLst>
            </p:cNvPr>
            <p:cNvSpPr/>
            <p:nvPr/>
          </p:nvSpPr>
          <p:spPr>
            <a:xfrm>
              <a:off x="1667086" y="1914398"/>
              <a:ext cx="69589" cy="0"/>
            </a:xfrm>
            <a:custGeom>
              <a:avLst/>
              <a:gdLst/>
              <a:ahLst/>
              <a:cxnLst/>
              <a:rect l="0" t="0" r="0" b="0"/>
              <a:pathLst>
                <a:path w="69589">
                  <a:moveTo>
                    <a:pt x="0" y="0"/>
                  </a:moveTo>
                  <a:lnTo>
                    <a:pt x="6958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pl40">
              <a:extLst>
                <a:ext uri="{FF2B5EF4-FFF2-40B4-BE49-F238E27FC236}">
                  <a16:creationId xmlns:a16="http://schemas.microsoft.com/office/drawing/2014/main" id="{A3E003BB-BA6B-43DF-8A3D-CABC6BD910EA}"/>
                </a:ext>
              </a:extLst>
            </p:cNvPr>
            <p:cNvSpPr/>
            <p:nvPr/>
          </p:nvSpPr>
          <p:spPr>
            <a:xfrm>
              <a:off x="2854848" y="3992636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pl41">
              <a:extLst>
                <a:ext uri="{FF2B5EF4-FFF2-40B4-BE49-F238E27FC236}">
                  <a16:creationId xmlns:a16="http://schemas.microsoft.com/office/drawing/2014/main" id="{1D7B8391-1F27-43A5-A868-5C25CA4F2D96}"/>
                </a:ext>
              </a:extLst>
            </p:cNvPr>
            <p:cNvSpPr/>
            <p:nvPr/>
          </p:nvSpPr>
          <p:spPr>
            <a:xfrm>
              <a:off x="4345745" y="3992636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pl42">
              <a:extLst>
                <a:ext uri="{FF2B5EF4-FFF2-40B4-BE49-F238E27FC236}">
                  <a16:creationId xmlns:a16="http://schemas.microsoft.com/office/drawing/2014/main" id="{E495F11D-944F-4639-A929-250C6A6BAD6D}"/>
                </a:ext>
              </a:extLst>
            </p:cNvPr>
            <p:cNvSpPr/>
            <p:nvPr/>
          </p:nvSpPr>
          <p:spPr>
            <a:xfrm>
              <a:off x="5836642" y="3992636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pl43">
              <a:extLst>
                <a:ext uri="{FF2B5EF4-FFF2-40B4-BE49-F238E27FC236}">
                  <a16:creationId xmlns:a16="http://schemas.microsoft.com/office/drawing/2014/main" id="{508AA216-B8F4-4A9D-BFA9-2C2143639116}"/>
                </a:ext>
              </a:extLst>
            </p:cNvPr>
            <p:cNvSpPr/>
            <p:nvPr/>
          </p:nvSpPr>
          <p:spPr>
            <a:xfrm>
              <a:off x="7327540" y="3992636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pl44">
              <a:extLst>
                <a:ext uri="{FF2B5EF4-FFF2-40B4-BE49-F238E27FC236}">
                  <a16:creationId xmlns:a16="http://schemas.microsoft.com/office/drawing/2014/main" id="{6ABA28A9-4F38-40D6-B82A-9608DEAACE97}"/>
                </a:ext>
              </a:extLst>
            </p:cNvPr>
            <p:cNvSpPr/>
            <p:nvPr/>
          </p:nvSpPr>
          <p:spPr>
            <a:xfrm>
              <a:off x="8818437" y="3992636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rc55">
              <a:extLst>
                <a:ext uri="{FF2B5EF4-FFF2-40B4-BE49-F238E27FC236}">
                  <a16:creationId xmlns:a16="http://schemas.microsoft.com/office/drawing/2014/main" id="{C1460E80-A698-43A6-B709-EA7405D54704}"/>
                </a:ext>
              </a:extLst>
            </p:cNvPr>
            <p:cNvSpPr/>
            <p:nvPr/>
          </p:nvSpPr>
          <p:spPr>
            <a:xfrm>
              <a:off x="1736675" y="4603292"/>
              <a:ext cx="8199934" cy="16329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7" name="pl56">
              <a:extLst>
                <a:ext uri="{FF2B5EF4-FFF2-40B4-BE49-F238E27FC236}">
                  <a16:creationId xmlns:a16="http://schemas.microsoft.com/office/drawing/2014/main" id="{81B6B7D3-4DEE-4EEB-9075-EDF83808F4E9}"/>
                </a:ext>
              </a:extLst>
            </p:cNvPr>
            <p:cNvSpPr/>
            <p:nvPr/>
          </p:nvSpPr>
          <p:spPr>
            <a:xfrm>
              <a:off x="2109400" y="460329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pl57">
              <a:extLst>
                <a:ext uri="{FF2B5EF4-FFF2-40B4-BE49-F238E27FC236}">
                  <a16:creationId xmlns:a16="http://schemas.microsoft.com/office/drawing/2014/main" id="{88864F04-86D9-4277-8B0E-08B5F2C5E481}"/>
                </a:ext>
              </a:extLst>
            </p:cNvPr>
            <p:cNvSpPr/>
            <p:nvPr/>
          </p:nvSpPr>
          <p:spPr>
            <a:xfrm>
              <a:off x="3600297" y="460329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l58">
              <a:extLst>
                <a:ext uri="{FF2B5EF4-FFF2-40B4-BE49-F238E27FC236}">
                  <a16:creationId xmlns:a16="http://schemas.microsoft.com/office/drawing/2014/main" id="{BEA97FEA-B723-427C-874F-4F18E35198D2}"/>
                </a:ext>
              </a:extLst>
            </p:cNvPr>
            <p:cNvSpPr/>
            <p:nvPr/>
          </p:nvSpPr>
          <p:spPr>
            <a:xfrm>
              <a:off x="5091194" y="460329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pl59">
              <a:extLst>
                <a:ext uri="{FF2B5EF4-FFF2-40B4-BE49-F238E27FC236}">
                  <a16:creationId xmlns:a16="http://schemas.microsoft.com/office/drawing/2014/main" id="{96749222-7495-4591-98AC-BB3170AAF176}"/>
                </a:ext>
              </a:extLst>
            </p:cNvPr>
            <p:cNvSpPr/>
            <p:nvPr/>
          </p:nvSpPr>
          <p:spPr>
            <a:xfrm>
              <a:off x="6582091" y="460329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l60">
              <a:extLst>
                <a:ext uri="{FF2B5EF4-FFF2-40B4-BE49-F238E27FC236}">
                  <a16:creationId xmlns:a16="http://schemas.microsoft.com/office/drawing/2014/main" id="{E2F7F1B9-4BB8-4CF3-A94B-9F52B2865BCB}"/>
                </a:ext>
              </a:extLst>
            </p:cNvPr>
            <p:cNvSpPr/>
            <p:nvPr/>
          </p:nvSpPr>
          <p:spPr>
            <a:xfrm>
              <a:off x="8072988" y="460329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pl61">
              <a:extLst>
                <a:ext uri="{FF2B5EF4-FFF2-40B4-BE49-F238E27FC236}">
                  <a16:creationId xmlns:a16="http://schemas.microsoft.com/office/drawing/2014/main" id="{8AEBA80F-285A-4FA0-8E32-56CD1724C381}"/>
                </a:ext>
              </a:extLst>
            </p:cNvPr>
            <p:cNvSpPr/>
            <p:nvPr/>
          </p:nvSpPr>
          <p:spPr>
            <a:xfrm>
              <a:off x="9563885" y="460329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pl62">
              <a:extLst>
                <a:ext uri="{FF2B5EF4-FFF2-40B4-BE49-F238E27FC236}">
                  <a16:creationId xmlns:a16="http://schemas.microsoft.com/office/drawing/2014/main" id="{EB3BAB5E-5C65-4378-989C-92AE31A3244F}"/>
                </a:ext>
              </a:extLst>
            </p:cNvPr>
            <p:cNvSpPr/>
            <p:nvPr/>
          </p:nvSpPr>
          <p:spPr>
            <a:xfrm>
              <a:off x="1736675" y="5790857"/>
              <a:ext cx="8199934" cy="0"/>
            </a:xfrm>
            <a:custGeom>
              <a:avLst/>
              <a:gdLst/>
              <a:ahLst/>
              <a:cxnLst/>
              <a:rect l="0" t="0" r="0" b="0"/>
              <a:pathLst>
                <a:path w="8199934">
                  <a:moveTo>
                    <a:pt x="0" y="0"/>
                  </a:moveTo>
                  <a:lnTo>
                    <a:pt x="8199934" y="0"/>
                  </a:lnTo>
                  <a:lnTo>
                    <a:pt x="8199934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pl63">
              <a:extLst>
                <a:ext uri="{FF2B5EF4-FFF2-40B4-BE49-F238E27FC236}">
                  <a16:creationId xmlns:a16="http://schemas.microsoft.com/office/drawing/2014/main" id="{E9E7F257-958B-43FB-8A57-D398A4F1475C}"/>
                </a:ext>
              </a:extLst>
            </p:cNvPr>
            <p:cNvSpPr/>
            <p:nvPr/>
          </p:nvSpPr>
          <p:spPr>
            <a:xfrm>
              <a:off x="1736675" y="5048629"/>
              <a:ext cx="8199934" cy="0"/>
            </a:xfrm>
            <a:custGeom>
              <a:avLst/>
              <a:gdLst/>
              <a:ahLst/>
              <a:cxnLst/>
              <a:rect l="0" t="0" r="0" b="0"/>
              <a:pathLst>
                <a:path w="8199934">
                  <a:moveTo>
                    <a:pt x="0" y="0"/>
                  </a:moveTo>
                  <a:lnTo>
                    <a:pt x="8199934" y="0"/>
                  </a:lnTo>
                  <a:lnTo>
                    <a:pt x="8199934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pl64">
              <a:extLst>
                <a:ext uri="{FF2B5EF4-FFF2-40B4-BE49-F238E27FC236}">
                  <a16:creationId xmlns:a16="http://schemas.microsoft.com/office/drawing/2014/main" id="{7288A221-9D51-4551-9CF6-9CE05F07FF67}"/>
                </a:ext>
              </a:extLst>
            </p:cNvPr>
            <p:cNvSpPr/>
            <p:nvPr/>
          </p:nvSpPr>
          <p:spPr>
            <a:xfrm>
              <a:off x="2854848" y="460329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pl65">
              <a:extLst>
                <a:ext uri="{FF2B5EF4-FFF2-40B4-BE49-F238E27FC236}">
                  <a16:creationId xmlns:a16="http://schemas.microsoft.com/office/drawing/2014/main" id="{756DF4A7-63B0-4E65-A5B1-166A6252206D}"/>
                </a:ext>
              </a:extLst>
            </p:cNvPr>
            <p:cNvSpPr/>
            <p:nvPr/>
          </p:nvSpPr>
          <p:spPr>
            <a:xfrm>
              <a:off x="4345745" y="460329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pl66">
              <a:extLst>
                <a:ext uri="{FF2B5EF4-FFF2-40B4-BE49-F238E27FC236}">
                  <a16:creationId xmlns:a16="http://schemas.microsoft.com/office/drawing/2014/main" id="{E14827DD-ED13-4D0B-AC26-0CD5DBF89416}"/>
                </a:ext>
              </a:extLst>
            </p:cNvPr>
            <p:cNvSpPr/>
            <p:nvPr/>
          </p:nvSpPr>
          <p:spPr>
            <a:xfrm>
              <a:off x="5836642" y="460329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l67">
              <a:extLst>
                <a:ext uri="{FF2B5EF4-FFF2-40B4-BE49-F238E27FC236}">
                  <a16:creationId xmlns:a16="http://schemas.microsoft.com/office/drawing/2014/main" id="{98BFA961-F3AC-4183-A5B7-5101767DD56A}"/>
                </a:ext>
              </a:extLst>
            </p:cNvPr>
            <p:cNvSpPr/>
            <p:nvPr/>
          </p:nvSpPr>
          <p:spPr>
            <a:xfrm>
              <a:off x="7327540" y="460329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l68">
              <a:extLst>
                <a:ext uri="{FF2B5EF4-FFF2-40B4-BE49-F238E27FC236}">
                  <a16:creationId xmlns:a16="http://schemas.microsoft.com/office/drawing/2014/main" id="{D0ACA353-8BBC-4C13-BE3E-99645305D1F2}"/>
                </a:ext>
              </a:extLst>
            </p:cNvPr>
            <p:cNvSpPr/>
            <p:nvPr/>
          </p:nvSpPr>
          <p:spPr>
            <a:xfrm>
              <a:off x="8818437" y="460329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l69">
              <a:extLst>
                <a:ext uri="{FF2B5EF4-FFF2-40B4-BE49-F238E27FC236}">
                  <a16:creationId xmlns:a16="http://schemas.microsoft.com/office/drawing/2014/main" id="{A1F9B118-94EA-439D-852D-E13FCBF41B50}"/>
                </a:ext>
              </a:extLst>
            </p:cNvPr>
            <p:cNvSpPr/>
            <p:nvPr/>
          </p:nvSpPr>
          <p:spPr>
            <a:xfrm>
              <a:off x="2243580" y="5790857"/>
              <a:ext cx="149089" cy="0"/>
            </a:xfrm>
            <a:custGeom>
              <a:avLst/>
              <a:gdLst/>
              <a:ahLst/>
              <a:cxnLst/>
              <a:rect l="0" t="0" r="0" b="0"/>
              <a:pathLst>
                <a:path w="149089">
                  <a:moveTo>
                    <a:pt x="0" y="0"/>
                  </a:moveTo>
                  <a:lnTo>
                    <a:pt x="149089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70">
              <a:extLst>
                <a:ext uri="{FF2B5EF4-FFF2-40B4-BE49-F238E27FC236}">
                  <a16:creationId xmlns:a16="http://schemas.microsoft.com/office/drawing/2014/main" id="{989EB896-10AB-4368-B87B-D61E92A5C3EF}"/>
                </a:ext>
              </a:extLst>
            </p:cNvPr>
            <p:cNvSpPr/>
            <p:nvPr/>
          </p:nvSpPr>
          <p:spPr>
            <a:xfrm>
              <a:off x="2392670" y="5790857"/>
              <a:ext cx="149089" cy="0"/>
            </a:xfrm>
            <a:custGeom>
              <a:avLst/>
              <a:gdLst/>
              <a:ahLst/>
              <a:cxnLst/>
              <a:rect l="0" t="0" r="0" b="0"/>
              <a:pathLst>
                <a:path w="149089">
                  <a:moveTo>
                    <a:pt x="0" y="0"/>
                  </a:moveTo>
                  <a:lnTo>
                    <a:pt x="149089" y="0"/>
                  </a:lnTo>
                </a:path>
              </a:pathLst>
            </a:custGeom>
            <a:ln w="224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71">
              <a:extLst>
                <a:ext uri="{FF2B5EF4-FFF2-40B4-BE49-F238E27FC236}">
                  <a16:creationId xmlns:a16="http://schemas.microsoft.com/office/drawing/2014/main" id="{1CDA3A99-F022-4905-A861-AE3BAA3B5DDF}"/>
                </a:ext>
              </a:extLst>
            </p:cNvPr>
            <p:cNvSpPr/>
            <p:nvPr/>
          </p:nvSpPr>
          <p:spPr>
            <a:xfrm>
              <a:off x="2541760" y="5790857"/>
              <a:ext cx="119271" cy="0"/>
            </a:xfrm>
            <a:custGeom>
              <a:avLst/>
              <a:gdLst/>
              <a:ahLst/>
              <a:cxnLst/>
              <a:rect l="0" t="0" r="0" b="0"/>
              <a:pathLst>
                <a:path w="119271">
                  <a:moveTo>
                    <a:pt x="0" y="0"/>
                  </a:moveTo>
                  <a:lnTo>
                    <a:pt x="119271" y="0"/>
                  </a:lnTo>
                </a:path>
              </a:pathLst>
            </a:custGeom>
            <a:ln w="224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72">
              <a:extLst>
                <a:ext uri="{FF2B5EF4-FFF2-40B4-BE49-F238E27FC236}">
                  <a16:creationId xmlns:a16="http://schemas.microsoft.com/office/drawing/2014/main" id="{1B5168F5-DA8D-4D6D-B704-8AF91D5C2929}"/>
                </a:ext>
              </a:extLst>
            </p:cNvPr>
            <p:cNvSpPr/>
            <p:nvPr/>
          </p:nvSpPr>
          <p:spPr>
            <a:xfrm>
              <a:off x="2661032" y="5790857"/>
              <a:ext cx="417451" cy="0"/>
            </a:xfrm>
            <a:custGeom>
              <a:avLst/>
              <a:gdLst/>
              <a:ahLst/>
              <a:cxnLst/>
              <a:rect l="0" t="0" r="0" b="0"/>
              <a:pathLst>
                <a:path w="417451">
                  <a:moveTo>
                    <a:pt x="0" y="0"/>
                  </a:moveTo>
                  <a:lnTo>
                    <a:pt x="417451" y="0"/>
                  </a:lnTo>
                </a:path>
              </a:pathLst>
            </a:custGeom>
            <a:ln w="224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73">
              <a:extLst>
                <a:ext uri="{FF2B5EF4-FFF2-40B4-BE49-F238E27FC236}">
                  <a16:creationId xmlns:a16="http://schemas.microsoft.com/office/drawing/2014/main" id="{A8C0D6FE-2068-4148-A5D9-62127F4E1B37}"/>
                </a:ext>
              </a:extLst>
            </p:cNvPr>
            <p:cNvSpPr/>
            <p:nvPr/>
          </p:nvSpPr>
          <p:spPr>
            <a:xfrm>
              <a:off x="3078483" y="5790857"/>
              <a:ext cx="74544" cy="0"/>
            </a:xfrm>
            <a:custGeom>
              <a:avLst/>
              <a:gdLst/>
              <a:ahLst/>
              <a:cxnLst/>
              <a:rect l="0" t="0" r="0" b="0"/>
              <a:pathLst>
                <a:path w="74544">
                  <a:moveTo>
                    <a:pt x="0" y="0"/>
                  </a:moveTo>
                  <a:lnTo>
                    <a:pt x="74544" y="0"/>
                  </a:lnTo>
                </a:path>
              </a:pathLst>
            </a:custGeom>
            <a:ln w="3874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74">
              <a:extLst>
                <a:ext uri="{FF2B5EF4-FFF2-40B4-BE49-F238E27FC236}">
                  <a16:creationId xmlns:a16="http://schemas.microsoft.com/office/drawing/2014/main" id="{DA596F25-5292-44A0-AAF2-503908BF6FF6}"/>
                </a:ext>
              </a:extLst>
            </p:cNvPr>
            <p:cNvSpPr/>
            <p:nvPr/>
          </p:nvSpPr>
          <p:spPr>
            <a:xfrm>
              <a:off x="3153028" y="579085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3874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75">
              <a:extLst>
                <a:ext uri="{FF2B5EF4-FFF2-40B4-BE49-F238E27FC236}">
                  <a16:creationId xmlns:a16="http://schemas.microsoft.com/office/drawing/2014/main" id="{5EE23AEF-6D74-440E-B7BA-EA56D730E141}"/>
                </a:ext>
              </a:extLst>
            </p:cNvPr>
            <p:cNvSpPr/>
            <p:nvPr/>
          </p:nvSpPr>
          <p:spPr>
            <a:xfrm>
              <a:off x="3257390" y="5790857"/>
              <a:ext cx="134180" cy="0"/>
            </a:xfrm>
            <a:custGeom>
              <a:avLst/>
              <a:gdLst/>
              <a:ahLst/>
              <a:cxnLst/>
              <a:rect l="0" t="0" r="0" b="0"/>
              <a:pathLst>
                <a:path w="134180">
                  <a:moveTo>
                    <a:pt x="0" y="0"/>
                  </a:moveTo>
                  <a:lnTo>
                    <a:pt x="134180" y="0"/>
                  </a:lnTo>
                </a:path>
              </a:pathLst>
            </a:custGeom>
            <a:ln w="4525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76">
              <a:extLst>
                <a:ext uri="{FF2B5EF4-FFF2-40B4-BE49-F238E27FC236}">
                  <a16:creationId xmlns:a16="http://schemas.microsoft.com/office/drawing/2014/main" id="{CD79D019-6BA5-4320-8938-85D37162DF3C}"/>
                </a:ext>
              </a:extLst>
            </p:cNvPr>
            <p:cNvSpPr/>
            <p:nvPr/>
          </p:nvSpPr>
          <p:spPr>
            <a:xfrm>
              <a:off x="3391571" y="5790857"/>
              <a:ext cx="89453" cy="0"/>
            </a:xfrm>
            <a:custGeom>
              <a:avLst/>
              <a:gdLst/>
              <a:ahLst/>
              <a:cxnLst/>
              <a:rect l="0" t="0" r="0" b="0"/>
              <a:pathLst>
                <a:path w="89453">
                  <a:moveTo>
                    <a:pt x="0" y="0"/>
                  </a:moveTo>
                  <a:lnTo>
                    <a:pt x="89453" y="0"/>
                  </a:lnTo>
                </a:path>
              </a:pathLst>
            </a:custGeom>
            <a:ln w="30363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77">
              <a:extLst>
                <a:ext uri="{FF2B5EF4-FFF2-40B4-BE49-F238E27FC236}">
                  <a16:creationId xmlns:a16="http://schemas.microsoft.com/office/drawing/2014/main" id="{78C9E722-AC5E-4D9F-8306-17AFE8033A3D}"/>
                </a:ext>
              </a:extLst>
            </p:cNvPr>
            <p:cNvSpPr/>
            <p:nvPr/>
          </p:nvSpPr>
          <p:spPr>
            <a:xfrm>
              <a:off x="3481025" y="579085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31554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78">
              <a:extLst>
                <a:ext uri="{FF2B5EF4-FFF2-40B4-BE49-F238E27FC236}">
                  <a16:creationId xmlns:a16="http://schemas.microsoft.com/office/drawing/2014/main" id="{56B3E80C-DD94-4456-804A-2C9E64BE238D}"/>
                </a:ext>
              </a:extLst>
            </p:cNvPr>
            <p:cNvSpPr/>
            <p:nvPr/>
          </p:nvSpPr>
          <p:spPr>
            <a:xfrm>
              <a:off x="3585388" y="5790857"/>
              <a:ext cx="208725" cy="0"/>
            </a:xfrm>
            <a:custGeom>
              <a:avLst/>
              <a:gdLst/>
              <a:ahLst/>
              <a:cxnLst/>
              <a:rect l="0" t="0" r="0" b="0"/>
              <a:pathLst>
                <a:path w="208725">
                  <a:moveTo>
                    <a:pt x="0" y="0"/>
                  </a:moveTo>
                  <a:lnTo>
                    <a:pt x="208725" y="0"/>
                  </a:lnTo>
                </a:path>
              </a:pathLst>
            </a:custGeom>
            <a:ln w="31554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79">
              <a:extLst>
                <a:ext uri="{FF2B5EF4-FFF2-40B4-BE49-F238E27FC236}">
                  <a16:creationId xmlns:a16="http://schemas.microsoft.com/office/drawing/2014/main" id="{0176B8B6-DD7F-44D3-AF1D-F027035FF6F9}"/>
                </a:ext>
              </a:extLst>
            </p:cNvPr>
            <p:cNvSpPr/>
            <p:nvPr/>
          </p:nvSpPr>
          <p:spPr>
            <a:xfrm>
              <a:off x="3794113" y="5790857"/>
              <a:ext cx="89453" cy="0"/>
            </a:xfrm>
            <a:custGeom>
              <a:avLst/>
              <a:gdLst/>
              <a:ahLst/>
              <a:cxnLst/>
              <a:rect l="0" t="0" r="0" b="0"/>
              <a:pathLst>
                <a:path w="89453">
                  <a:moveTo>
                    <a:pt x="0" y="0"/>
                  </a:moveTo>
                  <a:lnTo>
                    <a:pt x="89453" y="0"/>
                  </a:lnTo>
                </a:path>
              </a:pathLst>
            </a:custGeom>
            <a:ln w="31554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80">
              <a:extLst>
                <a:ext uri="{FF2B5EF4-FFF2-40B4-BE49-F238E27FC236}">
                  <a16:creationId xmlns:a16="http://schemas.microsoft.com/office/drawing/2014/main" id="{04C59AAC-19A0-45F3-96BA-85CF8DDB0749}"/>
                </a:ext>
              </a:extLst>
            </p:cNvPr>
            <p:cNvSpPr/>
            <p:nvPr/>
          </p:nvSpPr>
          <p:spPr>
            <a:xfrm>
              <a:off x="3883567" y="5790857"/>
              <a:ext cx="134180" cy="0"/>
            </a:xfrm>
            <a:custGeom>
              <a:avLst/>
              <a:gdLst/>
              <a:ahLst/>
              <a:cxnLst/>
              <a:rect l="0" t="0" r="0" b="0"/>
              <a:pathLst>
                <a:path w="134180">
                  <a:moveTo>
                    <a:pt x="0" y="0"/>
                  </a:moveTo>
                  <a:lnTo>
                    <a:pt x="134180" y="0"/>
                  </a:lnTo>
                </a:path>
              </a:pathLst>
            </a:custGeom>
            <a:ln w="32056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81">
              <a:extLst>
                <a:ext uri="{FF2B5EF4-FFF2-40B4-BE49-F238E27FC236}">
                  <a16:creationId xmlns:a16="http://schemas.microsoft.com/office/drawing/2014/main" id="{1FA0E0AD-4051-4FFE-9B3F-091A17DB4986}"/>
                </a:ext>
              </a:extLst>
            </p:cNvPr>
            <p:cNvSpPr/>
            <p:nvPr/>
          </p:nvSpPr>
          <p:spPr>
            <a:xfrm>
              <a:off x="4017748" y="5790857"/>
              <a:ext cx="74544" cy="0"/>
            </a:xfrm>
            <a:custGeom>
              <a:avLst/>
              <a:gdLst/>
              <a:ahLst/>
              <a:cxnLst/>
              <a:rect l="0" t="0" r="0" b="0"/>
              <a:pathLst>
                <a:path w="74544">
                  <a:moveTo>
                    <a:pt x="0" y="0"/>
                  </a:moveTo>
                  <a:lnTo>
                    <a:pt x="74544" y="0"/>
                  </a:lnTo>
                </a:path>
              </a:pathLst>
            </a:custGeom>
            <a:ln w="32056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82">
              <a:extLst>
                <a:ext uri="{FF2B5EF4-FFF2-40B4-BE49-F238E27FC236}">
                  <a16:creationId xmlns:a16="http://schemas.microsoft.com/office/drawing/2014/main" id="{E487762A-9CEA-4FA9-A7C9-F328DBF433F3}"/>
                </a:ext>
              </a:extLst>
            </p:cNvPr>
            <p:cNvSpPr/>
            <p:nvPr/>
          </p:nvSpPr>
          <p:spPr>
            <a:xfrm>
              <a:off x="4092293" y="579085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32056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l83">
              <a:extLst>
                <a:ext uri="{FF2B5EF4-FFF2-40B4-BE49-F238E27FC236}">
                  <a16:creationId xmlns:a16="http://schemas.microsoft.com/office/drawing/2014/main" id="{563710E1-E74F-4198-938A-CCFF2A31A672}"/>
                </a:ext>
              </a:extLst>
            </p:cNvPr>
            <p:cNvSpPr/>
            <p:nvPr/>
          </p:nvSpPr>
          <p:spPr>
            <a:xfrm>
              <a:off x="4196656" y="579085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32056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l84">
              <a:extLst>
                <a:ext uri="{FF2B5EF4-FFF2-40B4-BE49-F238E27FC236}">
                  <a16:creationId xmlns:a16="http://schemas.microsoft.com/office/drawing/2014/main" id="{F96D0238-9423-4539-8AAE-F1CD240A229B}"/>
                </a:ext>
              </a:extLst>
            </p:cNvPr>
            <p:cNvSpPr/>
            <p:nvPr/>
          </p:nvSpPr>
          <p:spPr>
            <a:xfrm>
              <a:off x="4301018" y="5790857"/>
              <a:ext cx="313088" cy="0"/>
            </a:xfrm>
            <a:custGeom>
              <a:avLst/>
              <a:gdLst/>
              <a:ahLst/>
              <a:cxnLst/>
              <a:rect l="0" t="0" r="0" b="0"/>
              <a:pathLst>
                <a:path w="313088">
                  <a:moveTo>
                    <a:pt x="0" y="0"/>
                  </a:moveTo>
                  <a:lnTo>
                    <a:pt x="313088" y="0"/>
                  </a:lnTo>
                </a:path>
              </a:pathLst>
            </a:custGeom>
            <a:ln w="32056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l85">
              <a:extLst>
                <a:ext uri="{FF2B5EF4-FFF2-40B4-BE49-F238E27FC236}">
                  <a16:creationId xmlns:a16="http://schemas.microsoft.com/office/drawing/2014/main" id="{DF96CBBD-F5BC-4DD5-B091-F8675C3962C7}"/>
                </a:ext>
              </a:extLst>
            </p:cNvPr>
            <p:cNvSpPr/>
            <p:nvPr/>
          </p:nvSpPr>
          <p:spPr>
            <a:xfrm>
              <a:off x="4614107" y="579085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32056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pl86">
              <a:extLst>
                <a:ext uri="{FF2B5EF4-FFF2-40B4-BE49-F238E27FC236}">
                  <a16:creationId xmlns:a16="http://schemas.microsoft.com/office/drawing/2014/main" id="{0569745E-A42E-4D15-B795-2B9B91E23337}"/>
                </a:ext>
              </a:extLst>
            </p:cNvPr>
            <p:cNvSpPr/>
            <p:nvPr/>
          </p:nvSpPr>
          <p:spPr>
            <a:xfrm>
              <a:off x="4718470" y="579085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36506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pl87">
              <a:extLst>
                <a:ext uri="{FF2B5EF4-FFF2-40B4-BE49-F238E27FC236}">
                  <a16:creationId xmlns:a16="http://schemas.microsoft.com/office/drawing/2014/main" id="{2B8FDAF1-D88A-4A18-BDB9-B51C4C93A4C4}"/>
                </a:ext>
              </a:extLst>
            </p:cNvPr>
            <p:cNvSpPr/>
            <p:nvPr/>
          </p:nvSpPr>
          <p:spPr>
            <a:xfrm>
              <a:off x="4822832" y="579085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3717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pl88">
              <a:extLst>
                <a:ext uri="{FF2B5EF4-FFF2-40B4-BE49-F238E27FC236}">
                  <a16:creationId xmlns:a16="http://schemas.microsoft.com/office/drawing/2014/main" id="{412C2BBB-F4C5-43CB-B58E-2CB1CF6D731F}"/>
                </a:ext>
              </a:extLst>
            </p:cNvPr>
            <p:cNvSpPr/>
            <p:nvPr/>
          </p:nvSpPr>
          <p:spPr>
            <a:xfrm>
              <a:off x="4927195" y="579085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3717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pl89">
              <a:extLst>
                <a:ext uri="{FF2B5EF4-FFF2-40B4-BE49-F238E27FC236}">
                  <a16:creationId xmlns:a16="http://schemas.microsoft.com/office/drawing/2014/main" id="{9F0BD262-442F-47DB-999A-2F6367E24989}"/>
                </a:ext>
              </a:extLst>
            </p:cNvPr>
            <p:cNvSpPr/>
            <p:nvPr/>
          </p:nvSpPr>
          <p:spPr>
            <a:xfrm>
              <a:off x="5031558" y="579085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37454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pl90">
              <a:extLst>
                <a:ext uri="{FF2B5EF4-FFF2-40B4-BE49-F238E27FC236}">
                  <a16:creationId xmlns:a16="http://schemas.microsoft.com/office/drawing/2014/main" id="{EC602D57-A023-4539-907F-CC37A68E4692}"/>
                </a:ext>
              </a:extLst>
            </p:cNvPr>
            <p:cNvSpPr/>
            <p:nvPr/>
          </p:nvSpPr>
          <p:spPr>
            <a:xfrm>
              <a:off x="5135921" y="579085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38493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pl91">
              <a:extLst>
                <a:ext uri="{FF2B5EF4-FFF2-40B4-BE49-F238E27FC236}">
                  <a16:creationId xmlns:a16="http://schemas.microsoft.com/office/drawing/2014/main" id="{50D6CD99-E1CA-431F-99D5-30995F4D54D5}"/>
                </a:ext>
              </a:extLst>
            </p:cNvPr>
            <p:cNvSpPr/>
            <p:nvPr/>
          </p:nvSpPr>
          <p:spPr>
            <a:xfrm>
              <a:off x="5240284" y="579085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38493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pl92">
              <a:extLst>
                <a:ext uri="{FF2B5EF4-FFF2-40B4-BE49-F238E27FC236}">
                  <a16:creationId xmlns:a16="http://schemas.microsoft.com/office/drawing/2014/main" id="{3A0098AD-6E6E-422D-B3A7-22D42A8CCFA5}"/>
                </a:ext>
              </a:extLst>
            </p:cNvPr>
            <p:cNvSpPr/>
            <p:nvPr/>
          </p:nvSpPr>
          <p:spPr>
            <a:xfrm>
              <a:off x="5344646" y="579085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38493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pl93">
              <a:extLst>
                <a:ext uri="{FF2B5EF4-FFF2-40B4-BE49-F238E27FC236}">
                  <a16:creationId xmlns:a16="http://schemas.microsoft.com/office/drawing/2014/main" id="{ECBA7E77-F16C-43E0-A8F9-7CFEFEB2B8B2}"/>
                </a:ext>
              </a:extLst>
            </p:cNvPr>
            <p:cNvSpPr/>
            <p:nvPr/>
          </p:nvSpPr>
          <p:spPr>
            <a:xfrm>
              <a:off x="5449009" y="5790857"/>
              <a:ext cx="506905" cy="0"/>
            </a:xfrm>
            <a:custGeom>
              <a:avLst/>
              <a:gdLst/>
              <a:ahLst/>
              <a:cxnLst/>
              <a:rect l="0" t="0" r="0" b="0"/>
              <a:pathLst>
                <a:path w="506905">
                  <a:moveTo>
                    <a:pt x="0" y="0"/>
                  </a:moveTo>
                  <a:lnTo>
                    <a:pt x="506905" y="0"/>
                  </a:lnTo>
                </a:path>
              </a:pathLst>
            </a:custGeom>
            <a:ln w="3913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pl94">
              <a:extLst>
                <a:ext uri="{FF2B5EF4-FFF2-40B4-BE49-F238E27FC236}">
                  <a16:creationId xmlns:a16="http://schemas.microsoft.com/office/drawing/2014/main" id="{1BCE7A9F-DFCC-40B9-91BA-1F75A04AE119}"/>
                </a:ext>
              </a:extLst>
            </p:cNvPr>
            <p:cNvSpPr/>
            <p:nvPr/>
          </p:nvSpPr>
          <p:spPr>
            <a:xfrm>
              <a:off x="5955914" y="5790857"/>
              <a:ext cx="208725" cy="0"/>
            </a:xfrm>
            <a:custGeom>
              <a:avLst/>
              <a:gdLst/>
              <a:ahLst/>
              <a:cxnLst/>
              <a:rect l="0" t="0" r="0" b="0"/>
              <a:pathLst>
                <a:path w="208725">
                  <a:moveTo>
                    <a:pt x="0" y="0"/>
                  </a:moveTo>
                  <a:lnTo>
                    <a:pt x="208725" y="0"/>
                  </a:lnTo>
                </a:path>
              </a:pathLst>
            </a:custGeom>
            <a:ln w="39749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pl95">
              <a:extLst>
                <a:ext uri="{FF2B5EF4-FFF2-40B4-BE49-F238E27FC236}">
                  <a16:creationId xmlns:a16="http://schemas.microsoft.com/office/drawing/2014/main" id="{98EC0929-DD3A-49D0-9D38-10AD742B5FFE}"/>
                </a:ext>
              </a:extLst>
            </p:cNvPr>
            <p:cNvSpPr/>
            <p:nvPr/>
          </p:nvSpPr>
          <p:spPr>
            <a:xfrm>
              <a:off x="6164640" y="5790857"/>
              <a:ext cx="44726" cy="0"/>
            </a:xfrm>
            <a:custGeom>
              <a:avLst/>
              <a:gdLst/>
              <a:ahLst/>
              <a:cxnLst/>
              <a:rect l="0" t="0" r="0" b="0"/>
              <a:pathLst>
                <a:path w="44726">
                  <a:moveTo>
                    <a:pt x="0" y="0"/>
                  </a:moveTo>
                  <a:lnTo>
                    <a:pt x="44726" y="0"/>
                  </a:lnTo>
                </a:path>
              </a:pathLst>
            </a:custGeom>
            <a:ln w="39749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pl96">
              <a:extLst>
                <a:ext uri="{FF2B5EF4-FFF2-40B4-BE49-F238E27FC236}">
                  <a16:creationId xmlns:a16="http://schemas.microsoft.com/office/drawing/2014/main" id="{BA3EAB69-77EA-4A29-823E-8BCEB8DCE883}"/>
                </a:ext>
              </a:extLst>
            </p:cNvPr>
            <p:cNvSpPr/>
            <p:nvPr/>
          </p:nvSpPr>
          <p:spPr>
            <a:xfrm>
              <a:off x="6209367" y="5790857"/>
              <a:ext cx="59635" cy="0"/>
            </a:xfrm>
            <a:custGeom>
              <a:avLst/>
              <a:gdLst/>
              <a:ahLst/>
              <a:cxnLst/>
              <a:rect l="0" t="0" r="0" b="0"/>
              <a:pathLst>
                <a:path w="59635">
                  <a:moveTo>
                    <a:pt x="0" y="0"/>
                  </a:moveTo>
                  <a:lnTo>
                    <a:pt x="59635" y="0"/>
                  </a:lnTo>
                </a:path>
              </a:pathLst>
            </a:custGeom>
            <a:ln w="39749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pl97">
              <a:extLst>
                <a:ext uri="{FF2B5EF4-FFF2-40B4-BE49-F238E27FC236}">
                  <a16:creationId xmlns:a16="http://schemas.microsoft.com/office/drawing/2014/main" id="{05FCE506-4440-4899-8EA1-99AE7A592AD3}"/>
                </a:ext>
              </a:extLst>
            </p:cNvPr>
            <p:cNvSpPr/>
            <p:nvPr/>
          </p:nvSpPr>
          <p:spPr>
            <a:xfrm>
              <a:off x="6269003" y="5790857"/>
              <a:ext cx="119271" cy="0"/>
            </a:xfrm>
            <a:custGeom>
              <a:avLst/>
              <a:gdLst/>
              <a:ahLst/>
              <a:cxnLst/>
              <a:rect l="0" t="0" r="0" b="0"/>
              <a:pathLst>
                <a:path w="119271">
                  <a:moveTo>
                    <a:pt x="0" y="0"/>
                  </a:moveTo>
                  <a:lnTo>
                    <a:pt x="119271" y="0"/>
                  </a:lnTo>
                </a:path>
              </a:pathLst>
            </a:custGeom>
            <a:ln w="39749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pl98">
              <a:extLst>
                <a:ext uri="{FF2B5EF4-FFF2-40B4-BE49-F238E27FC236}">
                  <a16:creationId xmlns:a16="http://schemas.microsoft.com/office/drawing/2014/main" id="{585E9DD8-8C86-40E2-AEF2-A89629A0EEDE}"/>
                </a:ext>
              </a:extLst>
            </p:cNvPr>
            <p:cNvSpPr/>
            <p:nvPr/>
          </p:nvSpPr>
          <p:spPr>
            <a:xfrm>
              <a:off x="6388274" y="579085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40190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pl99">
              <a:extLst>
                <a:ext uri="{FF2B5EF4-FFF2-40B4-BE49-F238E27FC236}">
                  <a16:creationId xmlns:a16="http://schemas.microsoft.com/office/drawing/2014/main" id="{6B31B941-8079-4F26-965E-4423652E7336}"/>
                </a:ext>
              </a:extLst>
            </p:cNvPr>
            <p:cNvSpPr/>
            <p:nvPr/>
          </p:nvSpPr>
          <p:spPr>
            <a:xfrm>
              <a:off x="6492637" y="5790857"/>
              <a:ext cx="89453" cy="0"/>
            </a:xfrm>
            <a:custGeom>
              <a:avLst/>
              <a:gdLst/>
              <a:ahLst/>
              <a:cxnLst/>
              <a:rect l="0" t="0" r="0" b="0"/>
              <a:pathLst>
                <a:path w="89453">
                  <a:moveTo>
                    <a:pt x="0" y="0"/>
                  </a:moveTo>
                  <a:lnTo>
                    <a:pt x="89453" y="0"/>
                  </a:lnTo>
                </a:path>
              </a:pathLst>
            </a:custGeom>
            <a:ln w="40190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pl100">
              <a:extLst>
                <a:ext uri="{FF2B5EF4-FFF2-40B4-BE49-F238E27FC236}">
                  <a16:creationId xmlns:a16="http://schemas.microsoft.com/office/drawing/2014/main" id="{605F3E02-869D-4A76-B197-16FF02767B02}"/>
                </a:ext>
              </a:extLst>
            </p:cNvPr>
            <p:cNvSpPr/>
            <p:nvPr/>
          </p:nvSpPr>
          <p:spPr>
            <a:xfrm>
              <a:off x="6582091" y="579085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40190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pl101">
              <a:extLst>
                <a:ext uri="{FF2B5EF4-FFF2-40B4-BE49-F238E27FC236}">
                  <a16:creationId xmlns:a16="http://schemas.microsoft.com/office/drawing/2014/main" id="{0383DC8D-6BDD-40CC-B216-00E0A034BCB8}"/>
                </a:ext>
              </a:extLst>
            </p:cNvPr>
            <p:cNvSpPr/>
            <p:nvPr/>
          </p:nvSpPr>
          <p:spPr>
            <a:xfrm>
              <a:off x="6686454" y="5790857"/>
              <a:ext cx="208725" cy="0"/>
            </a:xfrm>
            <a:custGeom>
              <a:avLst/>
              <a:gdLst/>
              <a:ahLst/>
              <a:cxnLst/>
              <a:rect l="0" t="0" r="0" b="0"/>
              <a:pathLst>
                <a:path w="208725">
                  <a:moveTo>
                    <a:pt x="0" y="0"/>
                  </a:moveTo>
                  <a:lnTo>
                    <a:pt x="208725" y="0"/>
                  </a:lnTo>
                </a:path>
              </a:pathLst>
            </a:custGeom>
            <a:ln w="40333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pl102">
              <a:extLst>
                <a:ext uri="{FF2B5EF4-FFF2-40B4-BE49-F238E27FC236}">
                  <a16:creationId xmlns:a16="http://schemas.microsoft.com/office/drawing/2014/main" id="{219F6D71-43BA-4EE9-B347-44F937F5FCB5}"/>
                </a:ext>
              </a:extLst>
            </p:cNvPr>
            <p:cNvSpPr/>
            <p:nvPr/>
          </p:nvSpPr>
          <p:spPr>
            <a:xfrm>
              <a:off x="6895179" y="5790857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40646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pl103">
              <a:extLst>
                <a:ext uri="{FF2B5EF4-FFF2-40B4-BE49-F238E27FC236}">
                  <a16:creationId xmlns:a16="http://schemas.microsoft.com/office/drawing/2014/main" id="{10950995-16C2-4AF3-9027-FE749C58F3B7}"/>
                </a:ext>
              </a:extLst>
            </p:cNvPr>
            <p:cNvSpPr/>
            <p:nvPr/>
          </p:nvSpPr>
          <p:spPr>
            <a:xfrm>
              <a:off x="6999542" y="5790857"/>
              <a:ext cx="313088" cy="0"/>
            </a:xfrm>
            <a:custGeom>
              <a:avLst/>
              <a:gdLst/>
              <a:ahLst/>
              <a:cxnLst/>
              <a:rect l="0" t="0" r="0" b="0"/>
              <a:pathLst>
                <a:path w="313088">
                  <a:moveTo>
                    <a:pt x="0" y="0"/>
                  </a:moveTo>
                  <a:lnTo>
                    <a:pt x="313088" y="0"/>
                  </a:lnTo>
                </a:path>
              </a:pathLst>
            </a:custGeom>
            <a:ln w="40646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pl104">
              <a:extLst>
                <a:ext uri="{FF2B5EF4-FFF2-40B4-BE49-F238E27FC236}">
                  <a16:creationId xmlns:a16="http://schemas.microsoft.com/office/drawing/2014/main" id="{8270D3FE-266B-41EA-BBA8-D8CA4396CF50}"/>
                </a:ext>
              </a:extLst>
            </p:cNvPr>
            <p:cNvSpPr/>
            <p:nvPr/>
          </p:nvSpPr>
          <p:spPr>
            <a:xfrm>
              <a:off x="7312631" y="5790857"/>
              <a:ext cx="208725" cy="0"/>
            </a:xfrm>
            <a:custGeom>
              <a:avLst/>
              <a:gdLst/>
              <a:ahLst/>
              <a:cxnLst/>
              <a:rect l="0" t="0" r="0" b="0"/>
              <a:pathLst>
                <a:path w="208725">
                  <a:moveTo>
                    <a:pt x="0" y="0"/>
                  </a:moveTo>
                  <a:lnTo>
                    <a:pt x="208725" y="0"/>
                  </a:lnTo>
                </a:path>
              </a:pathLst>
            </a:custGeom>
            <a:ln w="40646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pl105">
              <a:extLst>
                <a:ext uri="{FF2B5EF4-FFF2-40B4-BE49-F238E27FC236}">
                  <a16:creationId xmlns:a16="http://schemas.microsoft.com/office/drawing/2014/main" id="{8652E13E-DAC0-4E03-BDF4-2A1A76A3960D}"/>
                </a:ext>
              </a:extLst>
            </p:cNvPr>
            <p:cNvSpPr/>
            <p:nvPr/>
          </p:nvSpPr>
          <p:spPr>
            <a:xfrm>
              <a:off x="7521356" y="5790857"/>
              <a:ext cx="208725" cy="0"/>
            </a:xfrm>
            <a:custGeom>
              <a:avLst/>
              <a:gdLst/>
              <a:ahLst/>
              <a:cxnLst/>
              <a:rect l="0" t="0" r="0" b="0"/>
              <a:pathLst>
                <a:path w="208725">
                  <a:moveTo>
                    <a:pt x="0" y="0"/>
                  </a:moveTo>
                  <a:lnTo>
                    <a:pt x="208725" y="0"/>
                  </a:lnTo>
                </a:path>
              </a:pathLst>
            </a:custGeom>
            <a:ln w="41529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pl106">
              <a:extLst>
                <a:ext uri="{FF2B5EF4-FFF2-40B4-BE49-F238E27FC236}">
                  <a16:creationId xmlns:a16="http://schemas.microsoft.com/office/drawing/2014/main" id="{27A51D4A-3377-414F-8E27-ABDBB3348475}"/>
                </a:ext>
              </a:extLst>
            </p:cNvPr>
            <p:cNvSpPr/>
            <p:nvPr/>
          </p:nvSpPr>
          <p:spPr>
            <a:xfrm>
              <a:off x="7730082" y="5790857"/>
              <a:ext cx="134180" cy="0"/>
            </a:xfrm>
            <a:custGeom>
              <a:avLst/>
              <a:gdLst/>
              <a:ahLst/>
              <a:cxnLst/>
              <a:rect l="0" t="0" r="0" b="0"/>
              <a:pathLst>
                <a:path w="134180">
                  <a:moveTo>
                    <a:pt x="0" y="0"/>
                  </a:moveTo>
                  <a:lnTo>
                    <a:pt x="134180" y="0"/>
                  </a:lnTo>
                </a:path>
              </a:pathLst>
            </a:custGeom>
            <a:ln w="41529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l107">
              <a:extLst>
                <a:ext uri="{FF2B5EF4-FFF2-40B4-BE49-F238E27FC236}">
                  <a16:creationId xmlns:a16="http://schemas.microsoft.com/office/drawing/2014/main" id="{539FA4DB-46DA-4A0B-B0D5-AF471751270B}"/>
                </a:ext>
              </a:extLst>
            </p:cNvPr>
            <p:cNvSpPr/>
            <p:nvPr/>
          </p:nvSpPr>
          <p:spPr>
            <a:xfrm>
              <a:off x="7864263" y="5790857"/>
              <a:ext cx="611267" cy="0"/>
            </a:xfrm>
            <a:custGeom>
              <a:avLst/>
              <a:gdLst/>
              <a:ahLst/>
              <a:cxnLst/>
              <a:rect l="0" t="0" r="0" b="0"/>
              <a:pathLst>
                <a:path w="611267">
                  <a:moveTo>
                    <a:pt x="0" y="0"/>
                  </a:moveTo>
                  <a:lnTo>
                    <a:pt x="611267" y="0"/>
                  </a:lnTo>
                </a:path>
              </a:pathLst>
            </a:custGeom>
            <a:ln w="41529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pl108">
              <a:extLst>
                <a:ext uri="{FF2B5EF4-FFF2-40B4-BE49-F238E27FC236}">
                  <a16:creationId xmlns:a16="http://schemas.microsoft.com/office/drawing/2014/main" id="{09B090ED-E1FF-445D-9A95-DB0CCA1B487E}"/>
                </a:ext>
              </a:extLst>
            </p:cNvPr>
            <p:cNvSpPr/>
            <p:nvPr/>
          </p:nvSpPr>
          <p:spPr>
            <a:xfrm>
              <a:off x="8475530" y="5790857"/>
              <a:ext cx="313088" cy="0"/>
            </a:xfrm>
            <a:custGeom>
              <a:avLst/>
              <a:gdLst/>
              <a:ahLst/>
              <a:cxnLst/>
              <a:rect l="0" t="0" r="0" b="0"/>
              <a:pathLst>
                <a:path w="313088">
                  <a:moveTo>
                    <a:pt x="0" y="0"/>
                  </a:moveTo>
                  <a:lnTo>
                    <a:pt x="313088" y="0"/>
                  </a:lnTo>
                </a:path>
              </a:pathLst>
            </a:custGeom>
            <a:ln w="41821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pl109">
              <a:extLst>
                <a:ext uri="{FF2B5EF4-FFF2-40B4-BE49-F238E27FC236}">
                  <a16:creationId xmlns:a16="http://schemas.microsoft.com/office/drawing/2014/main" id="{BE579311-8C05-4045-A850-0FC2FCF725A5}"/>
                </a:ext>
              </a:extLst>
            </p:cNvPr>
            <p:cNvSpPr/>
            <p:nvPr/>
          </p:nvSpPr>
          <p:spPr>
            <a:xfrm>
              <a:off x="8788619" y="5790857"/>
              <a:ext cx="298179" cy="0"/>
            </a:xfrm>
            <a:custGeom>
              <a:avLst/>
              <a:gdLst/>
              <a:ahLst/>
              <a:cxnLst/>
              <a:rect l="0" t="0" r="0" b="0"/>
              <a:pathLst>
                <a:path w="298179">
                  <a:moveTo>
                    <a:pt x="0" y="0"/>
                  </a:moveTo>
                  <a:lnTo>
                    <a:pt x="298179" y="0"/>
                  </a:lnTo>
                </a:path>
              </a:pathLst>
            </a:custGeom>
            <a:ln w="42796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pl110">
              <a:extLst>
                <a:ext uri="{FF2B5EF4-FFF2-40B4-BE49-F238E27FC236}">
                  <a16:creationId xmlns:a16="http://schemas.microsoft.com/office/drawing/2014/main" id="{0820344D-AEB3-4328-8621-6A8665FD6F46}"/>
                </a:ext>
              </a:extLst>
            </p:cNvPr>
            <p:cNvSpPr/>
            <p:nvPr/>
          </p:nvSpPr>
          <p:spPr>
            <a:xfrm>
              <a:off x="9086798" y="5790857"/>
              <a:ext cx="313088" cy="0"/>
            </a:xfrm>
            <a:custGeom>
              <a:avLst/>
              <a:gdLst/>
              <a:ahLst/>
              <a:cxnLst/>
              <a:rect l="0" t="0" r="0" b="0"/>
              <a:pathLst>
                <a:path w="313088">
                  <a:moveTo>
                    <a:pt x="0" y="0"/>
                  </a:moveTo>
                  <a:lnTo>
                    <a:pt x="313088" y="0"/>
                  </a:lnTo>
                </a:path>
              </a:pathLst>
            </a:custGeom>
            <a:ln w="43007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pl111">
              <a:extLst>
                <a:ext uri="{FF2B5EF4-FFF2-40B4-BE49-F238E27FC236}">
                  <a16:creationId xmlns:a16="http://schemas.microsoft.com/office/drawing/2014/main" id="{99E15D99-68AA-4158-B6CF-28C839FC36E1}"/>
                </a:ext>
              </a:extLst>
            </p:cNvPr>
            <p:cNvSpPr/>
            <p:nvPr/>
          </p:nvSpPr>
          <p:spPr>
            <a:xfrm>
              <a:off x="2243580" y="5048629"/>
              <a:ext cx="149089" cy="0"/>
            </a:xfrm>
            <a:custGeom>
              <a:avLst/>
              <a:gdLst/>
              <a:ahLst/>
              <a:cxnLst/>
              <a:rect l="0" t="0" r="0" b="0"/>
              <a:pathLst>
                <a:path w="149089">
                  <a:moveTo>
                    <a:pt x="0" y="0"/>
                  </a:moveTo>
                  <a:lnTo>
                    <a:pt x="149089" y="0"/>
                  </a:lnTo>
                </a:path>
              </a:pathLst>
            </a:custGeom>
            <a:ln w="1188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pl112">
              <a:extLst>
                <a:ext uri="{FF2B5EF4-FFF2-40B4-BE49-F238E27FC236}">
                  <a16:creationId xmlns:a16="http://schemas.microsoft.com/office/drawing/2014/main" id="{9D758B68-4A3B-40D8-BB1F-BCE220ED2AD1}"/>
                </a:ext>
              </a:extLst>
            </p:cNvPr>
            <p:cNvSpPr/>
            <p:nvPr/>
          </p:nvSpPr>
          <p:spPr>
            <a:xfrm>
              <a:off x="2392670" y="5048629"/>
              <a:ext cx="119271" cy="0"/>
            </a:xfrm>
            <a:custGeom>
              <a:avLst/>
              <a:gdLst/>
              <a:ahLst/>
              <a:cxnLst/>
              <a:rect l="0" t="0" r="0" b="0"/>
              <a:pathLst>
                <a:path w="119271">
                  <a:moveTo>
                    <a:pt x="0" y="0"/>
                  </a:moveTo>
                  <a:lnTo>
                    <a:pt x="119271" y="0"/>
                  </a:lnTo>
                </a:path>
              </a:pathLst>
            </a:custGeom>
            <a:ln w="21188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pl113">
              <a:extLst>
                <a:ext uri="{FF2B5EF4-FFF2-40B4-BE49-F238E27FC236}">
                  <a16:creationId xmlns:a16="http://schemas.microsoft.com/office/drawing/2014/main" id="{5ADD5BDD-AFDF-4CB7-B67B-FD0BC3D7B8B5}"/>
                </a:ext>
              </a:extLst>
            </p:cNvPr>
            <p:cNvSpPr/>
            <p:nvPr/>
          </p:nvSpPr>
          <p:spPr>
            <a:xfrm>
              <a:off x="2511942" y="5048629"/>
              <a:ext cx="29817" cy="0"/>
            </a:xfrm>
            <a:custGeom>
              <a:avLst/>
              <a:gdLst/>
              <a:ahLst/>
              <a:cxnLst/>
              <a:rect l="0" t="0" r="0" b="0"/>
              <a:pathLst>
                <a:path w="29817">
                  <a:moveTo>
                    <a:pt x="0" y="0"/>
                  </a:moveTo>
                  <a:lnTo>
                    <a:pt x="29817" y="0"/>
                  </a:lnTo>
                </a:path>
              </a:pathLst>
            </a:custGeom>
            <a:ln w="2736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l114">
              <a:extLst>
                <a:ext uri="{FF2B5EF4-FFF2-40B4-BE49-F238E27FC236}">
                  <a16:creationId xmlns:a16="http://schemas.microsoft.com/office/drawing/2014/main" id="{28C5F882-FAAC-4E81-9720-4B2DDAD94AC3}"/>
                </a:ext>
              </a:extLst>
            </p:cNvPr>
            <p:cNvSpPr/>
            <p:nvPr/>
          </p:nvSpPr>
          <p:spPr>
            <a:xfrm>
              <a:off x="2541760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2736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l115">
              <a:extLst>
                <a:ext uri="{FF2B5EF4-FFF2-40B4-BE49-F238E27FC236}">
                  <a16:creationId xmlns:a16="http://schemas.microsoft.com/office/drawing/2014/main" id="{5214BEAB-485A-4F3C-BA9C-B09972FE9B13}"/>
                </a:ext>
              </a:extLst>
            </p:cNvPr>
            <p:cNvSpPr/>
            <p:nvPr/>
          </p:nvSpPr>
          <p:spPr>
            <a:xfrm>
              <a:off x="2646123" y="5048629"/>
              <a:ext cx="29817" cy="0"/>
            </a:xfrm>
            <a:custGeom>
              <a:avLst/>
              <a:gdLst/>
              <a:ahLst/>
              <a:cxnLst/>
              <a:rect l="0" t="0" r="0" b="0"/>
              <a:pathLst>
                <a:path w="29817">
                  <a:moveTo>
                    <a:pt x="0" y="0"/>
                  </a:moveTo>
                  <a:lnTo>
                    <a:pt x="29817" y="0"/>
                  </a:lnTo>
                </a:path>
              </a:pathLst>
            </a:custGeom>
            <a:ln w="34092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l116">
              <a:extLst>
                <a:ext uri="{FF2B5EF4-FFF2-40B4-BE49-F238E27FC236}">
                  <a16:creationId xmlns:a16="http://schemas.microsoft.com/office/drawing/2014/main" id="{F2D5B04D-DE0C-4EC3-956A-C021CE84E587}"/>
                </a:ext>
              </a:extLst>
            </p:cNvPr>
            <p:cNvSpPr/>
            <p:nvPr/>
          </p:nvSpPr>
          <p:spPr>
            <a:xfrm>
              <a:off x="2675941" y="5048629"/>
              <a:ext cx="89453" cy="0"/>
            </a:xfrm>
            <a:custGeom>
              <a:avLst/>
              <a:gdLst/>
              <a:ahLst/>
              <a:cxnLst/>
              <a:rect l="0" t="0" r="0" b="0"/>
              <a:pathLst>
                <a:path w="89453">
                  <a:moveTo>
                    <a:pt x="0" y="0"/>
                  </a:moveTo>
                  <a:lnTo>
                    <a:pt x="89453" y="0"/>
                  </a:lnTo>
                </a:path>
              </a:pathLst>
            </a:custGeom>
            <a:ln w="34092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l117">
              <a:extLst>
                <a:ext uri="{FF2B5EF4-FFF2-40B4-BE49-F238E27FC236}">
                  <a16:creationId xmlns:a16="http://schemas.microsoft.com/office/drawing/2014/main" id="{9B7D46E0-BE49-4BB1-AF4A-24662B430CE9}"/>
                </a:ext>
              </a:extLst>
            </p:cNvPr>
            <p:cNvSpPr/>
            <p:nvPr/>
          </p:nvSpPr>
          <p:spPr>
            <a:xfrm>
              <a:off x="2765394" y="5048629"/>
              <a:ext cx="163998" cy="0"/>
            </a:xfrm>
            <a:custGeom>
              <a:avLst/>
              <a:gdLst/>
              <a:ahLst/>
              <a:cxnLst/>
              <a:rect l="0" t="0" r="0" b="0"/>
              <a:pathLst>
                <a:path w="163998">
                  <a:moveTo>
                    <a:pt x="0" y="0"/>
                  </a:moveTo>
                  <a:lnTo>
                    <a:pt x="163998" y="0"/>
                  </a:lnTo>
                </a:path>
              </a:pathLst>
            </a:custGeom>
            <a:ln w="34092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l118">
              <a:extLst>
                <a:ext uri="{FF2B5EF4-FFF2-40B4-BE49-F238E27FC236}">
                  <a16:creationId xmlns:a16="http://schemas.microsoft.com/office/drawing/2014/main" id="{54866F7C-0060-4909-9CA2-55FD137688EC}"/>
                </a:ext>
              </a:extLst>
            </p:cNvPr>
            <p:cNvSpPr/>
            <p:nvPr/>
          </p:nvSpPr>
          <p:spPr>
            <a:xfrm>
              <a:off x="2929393" y="5048629"/>
              <a:ext cx="149089" cy="0"/>
            </a:xfrm>
            <a:custGeom>
              <a:avLst/>
              <a:gdLst/>
              <a:ahLst/>
              <a:cxnLst/>
              <a:rect l="0" t="0" r="0" b="0"/>
              <a:pathLst>
                <a:path w="149089">
                  <a:moveTo>
                    <a:pt x="0" y="0"/>
                  </a:moveTo>
                  <a:lnTo>
                    <a:pt x="149089" y="0"/>
                  </a:lnTo>
                </a:path>
              </a:pathLst>
            </a:custGeom>
            <a:ln w="43623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l119">
              <a:extLst>
                <a:ext uri="{FF2B5EF4-FFF2-40B4-BE49-F238E27FC236}">
                  <a16:creationId xmlns:a16="http://schemas.microsoft.com/office/drawing/2014/main" id="{FB1026BA-55B9-47F7-A66A-3D5BDEE049E7}"/>
                </a:ext>
              </a:extLst>
            </p:cNvPr>
            <p:cNvSpPr/>
            <p:nvPr/>
          </p:nvSpPr>
          <p:spPr>
            <a:xfrm>
              <a:off x="3078483" y="5048629"/>
              <a:ext cx="74544" cy="0"/>
            </a:xfrm>
            <a:custGeom>
              <a:avLst/>
              <a:gdLst/>
              <a:ahLst/>
              <a:cxnLst/>
              <a:rect l="0" t="0" r="0" b="0"/>
              <a:pathLst>
                <a:path w="74544">
                  <a:moveTo>
                    <a:pt x="0" y="0"/>
                  </a:moveTo>
                  <a:lnTo>
                    <a:pt x="74544" y="0"/>
                  </a:lnTo>
                </a:path>
              </a:pathLst>
            </a:custGeom>
            <a:ln w="44116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l120">
              <a:extLst>
                <a:ext uri="{FF2B5EF4-FFF2-40B4-BE49-F238E27FC236}">
                  <a16:creationId xmlns:a16="http://schemas.microsoft.com/office/drawing/2014/main" id="{C1F06952-F7C8-4E66-8183-115B74FE6D81}"/>
                </a:ext>
              </a:extLst>
            </p:cNvPr>
            <p:cNvSpPr/>
            <p:nvPr/>
          </p:nvSpPr>
          <p:spPr>
            <a:xfrm>
              <a:off x="3153028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4702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l121">
              <a:extLst>
                <a:ext uri="{FF2B5EF4-FFF2-40B4-BE49-F238E27FC236}">
                  <a16:creationId xmlns:a16="http://schemas.microsoft.com/office/drawing/2014/main" id="{EB1D926C-DE28-4F6E-BBD9-4A87E3739480}"/>
                </a:ext>
              </a:extLst>
            </p:cNvPr>
            <p:cNvSpPr/>
            <p:nvPr/>
          </p:nvSpPr>
          <p:spPr>
            <a:xfrm>
              <a:off x="3257390" y="5048629"/>
              <a:ext cx="14908" cy="0"/>
            </a:xfrm>
            <a:custGeom>
              <a:avLst/>
              <a:gdLst/>
              <a:ahLst/>
              <a:cxnLst/>
              <a:rect l="0" t="0" r="0" b="0"/>
              <a:pathLst>
                <a:path w="14908">
                  <a:moveTo>
                    <a:pt x="0" y="0"/>
                  </a:moveTo>
                  <a:lnTo>
                    <a:pt x="14908" y="0"/>
                  </a:lnTo>
                </a:path>
              </a:pathLst>
            </a:custGeom>
            <a:ln w="4762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l122">
              <a:extLst>
                <a:ext uri="{FF2B5EF4-FFF2-40B4-BE49-F238E27FC236}">
                  <a16:creationId xmlns:a16="http://schemas.microsoft.com/office/drawing/2014/main" id="{0A72F2DB-877E-4A2B-94C8-906179F6CEE5}"/>
                </a:ext>
              </a:extLst>
            </p:cNvPr>
            <p:cNvSpPr/>
            <p:nvPr/>
          </p:nvSpPr>
          <p:spPr>
            <a:xfrm>
              <a:off x="3272299" y="5048629"/>
              <a:ext cx="119271" cy="0"/>
            </a:xfrm>
            <a:custGeom>
              <a:avLst/>
              <a:gdLst/>
              <a:ahLst/>
              <a:cxnLst/>
              <a:rect l="0" t="0" r="0" b="0"/>
              <a:pathLst>
                <a:path w="119271">
                  <a:moveTo>
                    <a:pt x="0" y="0"/>
                  </a:moveTo>
                  <a:lnTo>
                    <a:pt x="119271" y="0"/>
                  </a:lnTo>
                </a:path>
              </a:pathLst>
            </a:custGeom>
            <a:ln w="47729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l123">
              <a:extLst>
                <a:ext uri="{FF2B5EF4-FFF2-40B4-BE49-F238E27FC236}">
                  <a16:creationId xmlns:a16="http://schemas.microsoft.com/office/drawing/2014/main" id="{9C5BB59C-1440-4463-94F9-8135CB4F5CE1}"/>
                </a:ext>
              </a:extLst>
            </p:cNvPr>
            <p:cNvSpPr/>
            <p:nvPr/>
          </p:nvSpPr>
          <p:spPr>
            <a:xfrm>
              <a:off x="3391571" y="5048629"/>
              <a:ext cx="89453" cy="0"/>
            </a:xfrm>
            <a:custGeom>
              <a:avLst/>
              <a:gdLst/>
              <a:ahLst/>
              <a:cxnLst/>
              <a:rect l="0" t="0" r="0" b="0"/>
              <a:pathLst>
                <a:path w="89453">
                  <a:moveTo>
                    <a:pt x="0" y="0"/>
                  </a:moveTo>
                  <a:lnTo>
                    <a:pt x="89453" y="0"/>
                  </a:lnTo>
                </a:path>
              </a:pathLst>
            </a:custGeom>
            <a:ln w="49116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pl124">
              <a:extLst>
                <a:ext uri="{FF2B5EF4-FFF2-40B4-BE49-F238E27FC236}">
                  <a16:creationId xmlns:a16="http://schemas.microsoft.com/office/drawing/2014/main" id="{5ED685E0-DED0-427C-9BE7-F9358A0045E5}"/>
                </a:ext>
              </a:extLst>
            </p:cNvPr>
            <p:cNvSpPr/>
            <p:nvPr/>
          </p:nvSpPr>
          <p:spPr>
            <a:xfrm>
              <a:off x="3481025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49116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pl125">
              <a:extLst>
                <a:ext uri="{FF2B5EF4-FFF2-40B4-BE49-F238E27FC236}">
                  <a16:creationId xmlns:a16="http://schemas.microsoft.com/office/drawing/2014/main" id="{0028ABF7-776F-419B-9FDB-B426BC0A5571}"/>
                </a:ext>
              </a:extLst>
            </p:cNvPr>
            <p:cNvSpPr/>
            <p:nvPr/>
          </p:nvSpPr>
          <p:spPr>
            <a:xfrm>
              <a:off x="3585388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49247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pl126">
              <a:extLst>
                <a:ext uri="{FF2B5EF4-FFF2-40B4-BE49-F238E27FC236}">
                  <a16:creationId xmlns:a16="http://schemas.microsoft.com/office/drawing/2014/main" id="{0668519C-ADC0-4ED2-9AC7-00FE8770044E}"/>
                </a:ext>
              </a:extLst>
            </p:cNvPr>
            <p:cNvSpPr/>
            <p:nvPr/>
          </p:nvSpPr>
          <p:spPr>
            <a:xfrm>
              <a:off x="3689751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49247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pl127">
              <a:extLst>
                <a:ext uri="{FF2B5EF4-FFF2-40B4-BE49-F238E27FC236}">
                  <a16:creationId xmlns:a16="http://schemas.microsoft.com/office/drawing/2014/main" id="{1ADECF24-E010-438B-9E10-EA3CD8E3897B}"/>
                </a:ext>
              </a:extLst>
            </p:cNvPr>
            <p:cNvSpPr/>
            <p:nvPr/>
          </p:nvSpPr>
          <p:spPr>
            <a:xfrm>
              <a:off x="3794113" y="5048629"/>
              <a:ext cx="89453" cy="0"/>
            </a:xfrm>
            <a:custGeom>
              <a:avLst/>
              <a:gdLst/>
              <a:ahLst/>
              <a:cxnLst/>
              <a:rect l="0" t="0" r="0" b="0"/>
              <a:pathLst>
                <a:path w="89453">
                  <a:moveTo>
                    <a:pt x="0" y="0"/>
                  </a:moveTo>
                  <a:lnTo>
                    <a:pt x="89453" y="0"/>
                  </a:lnTo>
                </a:path>
              </a:pathLst>
            </a:custGeom>
            <a:ln w="49247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l128">
              <a:extLst>
                <a:ext uri="{FF2B5EF4-FFF2-40B4-BE49-F238E27FC236}">
                  <a16:creationId xmlns:a16="http://schemas.microsoft.com/office/drawing/2014/main" id="{F81359B3-E932-4A45-8BB7-EF8A84A3001C}"/>
                </a:ext>
              </a:extLst>
            </p:cNvPr>
            <p:cNvSpPr/>
            <p:nvPr/>
          </p:nvSpPr>
          <p:spPr>
            <a:xfrm>
              <a:off x="3883567" y="5048629"/>
              <a:ext cx="134180" cy="0"/>
            </a:xfrm>
            <a:custGeom>
              <a:avLst/>
              <a:gdLst/>
              <a:ahLst/>
              <a:cxnLst/>
              <a:rect l="0" t="0" r="0" b="0"/>
              <a:pathLst>
                <a:path w="134180">
                  <a:moveTo>
                    <a:pt x="0" y="0"/>
                  </a:moveTo>
                  <a:lnTo>
                    <a:pt x="134180" y="0"/>
                  </a:lnTo>
                </a:path>
              </a:pathLst>
            </a:custGeom>
            <a:ln w="49247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pl129">
              <a:extLst>
                <a:ext uri="{FF2B5EF4-FFF2-40B4-BE49-F238E27FC236}">
                  <a16:creationId xmlns:a16="http://schemas.microsoft.com/office/drawing/2014/main" id="{15CEA034-528B-4434-B0CB-BFD340601B28}"/>
                </a:ext>
              </a:extLst>
            </p:cNvPr>
            <p:cNvSpPr/>
            <p:nvPr/>
          </p:nvSpPr>
          <p:spPr>
            <a:xfrm>
              <a:off x="4017748" y="5048629"/>
              <a:ext cx="178907" cy="0"/>
            </a:xfrm>
            <a:custGeom>
              <a:avLst/>
              <a:gdLst/>
              <a:ahLst/>
              <a:cxnLst/>
              <a:rect l="0" t="0" r="0" b="0"/>
              <a:pathLst>
                <a:path w="178907">
                  <a:moveTo>
                    <a:pt x="0" y="0"/>
                  </a:moveTo>
                  <a:lnTo>
                    <a:pt x="178907" y="0"/>
                  </a:lnTo>
                </a:path>
              </a:pathLst>
            </a:custGeom>
            <a:ln w="6706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pl130">
              <a:extLst>
                <a:ext uri="{FF2B5EF4-FFF2-40B4-BE49-F238E27FC236}">
                  <a16:creationId xmlns:a16="http://schemas.microsoft.com/office/drawing/2014/main" id="{E4D9FFAB-FE99-44BF-BD3E-531C41ED7443}"/>
                </a:ext>
              </a:extLst>
            </p:cNvPr>
            <p:cNvSpPr/>
            <p:nvPr/>
          </p:nvSpPr>
          <p:spPr>
            <a:xfrm>
              <a:off x="4196656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3552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pl131">
              <a:extLst>
                <a:ext uri="{FF2B5EF4-FFF2-40B4-BE49-F238E27FC236}">
                  <a16:creationId xmlns:a16="http://schemas.microsoft.com/office/drawing/2014/main" id="{88B57CC4-9C3B-4615-9DD6-179CE528E7FF}"/>
                </a:ext>
              </a:extLst>
            </p:cNvPr>
            <p:cNvSpPr/>
            <p:nvPr/>
          </p:nvSpPr>
          <p:spPr>
            <a:xfrm>
              <a:off x="4301018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3641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l132">
              <a:extLst>
                <a:ext uri="{FF2B5EF4-FFF2-40B4-BE49-F238E27FC236}">
                  <a16:creationId xmlns:a16="http://schemas.microsoft.com/office/drawing/2014/main" id="{B988E581-238C-4312-B736-B793B60DA99F}"/>
                </a:ext>
              </a:extLst>
            </p:cNvPr>
            <p:cNvSpPr/>
            <p:nvPr/>
          </p:nvSpPr>
          <p:spPr>
            <a:xfrm>
              <a:off x="4405381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3641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l133">
              <a:extLst>
                <a:ext uri="{FF2B5EF4-FFF2-40B4-BE49-F238E27FC236}">
                  <a16:creationId xmlns:a16="http://schemas.microsoft.com/office/drawing/2014/main" id="{D0D8953F-3200-489A-9552-491419CE1548}"/>
                </a:ext>
              </a:extLst>
            </p:cNvPr>
            <p:cNvSpPr/>
            <p:nvPr/>
          </p:nvSpPr>
          <p:spPr>
            <a:xfrm>
              <a:off x="4509744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5366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l134">
              <a:extLst>
                <a:ext uri="{FF2B5EF4-FFF2-40B4-BE49-F238E27FC236}">
                  <a16:creationId xmlns:a16="http://schemas.microsoft.com/office/drawing/2014/main" id="{FB4580D6-264A-40ED-91D8-BE753E14439B}"/>
                </a:ext>
              </a:extLst>
            </p:cNvPr>
            <p:cNvSpPr/>
            <p:nvPr/>
          </p:nvSpPr>
          <p:spPr>
            <a:xfrm>
              <a:off x="4614107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8395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l135">
              <a:extLst>
                <a:ext uri="{FF2B5EF4-FFF2-40B4-BE49-F238E27FC236}">
                  <a16:creationId xmlns:a16="http://schemas.microsoft.com/office/drawing/2014/main" id="{49299008-810D-4A1E-B351-358284093C93}"/>
                </a:ext>
              </a:extLst>
            </p:cNvPr>
            <p:cNvSpPr/>
            <p:nvPr/>
          </p:nvSpPr>
          <p:spPr>
            <a:xfrm>
              <a:off x="4718470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9162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l136">
              <a:extLst>
                <a:ext uri="{FF2B5EF4-FFF2-40B4-BE49-F238E27FC236}">
                  <a16:creationId xmlns:a16="http://schemas.microsoft.com/office/drawing/2014/main" id="{3D818077-7AB9-48C0-BB1F-393A3A65129C}"/>
                </a:ext>
              </a:extLst>
            </p:cNvPr>
            <p:cNvSpPr/>
            <p:nvPr/>
          </p:nvSpPr>
          <p:spPr>
            <a:xfrm>
              <a:off x="4822832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9162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l137">
              <a:extLst>
                <a:ext uri="{FF2B5EF4-FFF2-40B4-BE49-F238E27FC236}">
                  <a16:creationId xmlns:a16="http://schemas.microsoft.com/office/drawing/2014/main" id="{D8284A38-2E45-4AE0-893C-B255B0FA9D0A}"/>
                </a:ext>
              </a:extLst>
            </p:cNvPr>
            <p:cNvSpPr/>
            <p:nvPr/>
          </p:nvSpPr>
          <p:spPr>
            <a:xfrm>
              <a:off x="4927195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9162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l138">
              <a:extLst>
                <a:ext uri="{FF2B5EF4-FFF2-40B4-BE49-F238E27FC236}">
                  <a16:creationId xmlns:a16="http://schemas.microsoft.com/office/drawing/2014/main" id="{7735BEAD-88E6-4C7A-8695-47A6FA651928}"/>
                </a:ext>
              </a:extLst>
            </p:cNvPr>
            <p:cNvSpPr/>
            <p:nvPr/>
          </p:nvSpPr>
          <p:spPr>
            <a:xfrm>
              <a:off x="5031558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9596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l139">
              <a:extLst>
                <a:ext uri="{FF2B5EF4-FFF2-40B4-BE49-F238E27FC236}">
                  <a16:creationId xmlns:a16="http://schemas.microsoft.com/office/drawing/2014/main" id="{E3EEF942-62BA-4B79-88E8-EB5BB97EFAEE}"/>
                </a:ext>
              </a:extLst>
            </p:cNvPr>
            <p:cNvSpPr/>
            <p:nvPr/>
          </p:nvSpPr>
          <p:spPr>
            <a:xfrm>
              <a:off x="5135921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9596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l140">
              <a:extLst>
                <a:ext uri="{FF2B5EF4-FFF2-40B4-BE49-F238E27FC236}">
                  <a16:creationId xmlns:a16="http://schemas.microsoft.com/office/drawing/2014/main" id="{61367F1C-306E-4E50-8FED-77A5B353ECBA}"/>
                </a:ext>
              </a:extLst>
            </p:cNvPr>
            <p:cNvSpPr/>
            <p:nvPr/>
          </p:nvSpPr>
          <p:spPr>
            <a:xfrm>
              <a:off x="5240284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9596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l141">
              <a:extLst>
                <a:ext uri="{FF2B5EF4-FFF2-40B4-BE49-F238E27FC236}">
                  <a16:creationId xmlns:a16="http://schemas.microsoft.com/office/drawing/2014/main" id="{40AADFCA-A9E3-43B8-A7EA-AAF2D7827961}"/>
                </a:ext>
              </a:extLst>
            </p:cNvPr>
            <p:cNvSpPr/>
            <p:nvPr/>
          </p:nvSpPr>
          <p:spPr>
            <a:xfrm>
              <a:off x="5344646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9596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l142">
              <a:extLst>
                <a:ext uri="{FF2B5EF4-FFF2-40B4-BE49-F238E27FC236}">
                  <a16:creationId xmlns:a16="http://schemas.microsoft.com/office/drawing/2014/main" id="{7AB18107-4B60-46CE-9B62-C32E2762B6A9}"/>
                </a:ext>
              </a:extLst>
            </p:cNvPr>
            <p:cNvSpPr/>
            <p:nvPr/>
          </p:nvSpPr>
          <p:spPr>
            <a:xfrm>
              <a:off x="5449009" y="5048629"/>
              <a:ext cx="104362" cy="0"/>
            </a:xfrm>
            <a:custGeom>
              <a:avLst/>
              <a:gdLst/>
              <a:ahLst/>
              <a:cxnLst/>
              <a:rect l="0" t="0" r="0" b="0"/>
              <a:pathLst>
                <a:path w="104362">
                  <a:moveTo>
                    <a:pt x="0" y="0"/>
                  </a:moveTo>
                  <a:lnTo>
                    <a:pt x="104362" y="0"/>
                  </a:lnTo>
                </a:path>
              </a:pathLst>
            </a:custGeom>
            <a:ln w="79596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l143">
              <a:extLst>
                <a:ext uri="{FF2B5EF4-FFF2-40B4-BE49-F238E27FC236}">
                  <a16:creationId xmlns:a16="http://schemas.microsoft.com/office/drawing/2014/main" id="{EF3DBEA9-E755-4313-8F7E-94E6E83AACDF}"/>
                </a:ext>
              </a:extLst>
            </p:cNvPr>
            <p:cNvSpPr/>
            <p:nvPr/>
          </p:nvSpPr>
          <p:spPr>
            <a:xfrm>
              <a:off x="5553372" y="5048629"/>
              <a:ext cx="298179" cy="0"/>
            </a:xfrm>
            <a:custGeom>
              <a:avLst/>
              <a:gdLst/>
              <a:ahLst/>
              <a:cxnLst/>
              <a:rect l="0" t="0" r="0" b="0"/>
              <a:pathLst>
                <a:path w="298179">
                  <a:moveTo>
                    <a:pt x="0" y="0"/>
                  </a:moveTo>
                  <a:lnTo>
                    <a:pt x="298179" y="0"/>
                  </a:lnTo>
                </a:path>
              </a:pathLst>
            </a:custGeom>
            <a:ln w="79596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t144">
              <a:extLst>
                <a:ext uri="{FF2B5EF4-FFF2-40B4-BE49-F238E27FC236}">
                  <a16:creationId xmlns:a16="http://schemas.microsoft.com/office/drawing/2014/main" id="{1D8AFEF6-1953-4D29-826B-86DD288AAEEE}"/>
                </a:ext>
              </a:extLst>
            </p:cNvPr>
            <p:cNvSpPr/>
            <p:nvPr/>
          </p:nvSpPr>
          <p:spPr>
            <a:xfrm>
              <a:off x="2225715" y="5772991"/>
              <a:ext cx="35731" cy="3573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6" name="pt145">
              <a:extLst>
                <a:ext uri="{FF2B5EF4-FFF2-40B4-BE49-F238E27FC236}">
                  <a16:creationId xmlns:a16="http://schemas.microsoft.com/office/drawing/2014/main" id="{D9846BB7-82FE-4EE0-B764-347BFCE4AA3F}"/>
                </a:ext>
              </a:extLst>
            </p:cNvPr>
            <p:cNvSpPr/>
            <p:nvPr/>
          </p:nvSpPr>
          <p:spPr>
            <a:xfrm>
              <a:off x="2388035" y="5786221"/>
              <a:ext cx="9271" cy="927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7" name="pt146">
              <a:extLst>
                <a:ext uri="{FF2B5EF4-FFF2-40B4-BE49-F238E27FC236}">
                  <a16:creationId xmlns:a16="http://schemas.microsoft.com/office/drawing/2014/main" id="{BB84A781-D939-4731-B18F-804A263D56EE}"/>
                </a:ext>
              </a:extLst>
            </p:cNvPr>
            <p:cNvSpPr/>
            <p:nvPr/>
          </p:nvSpPr>
          <p:spPr>
            <a:xfrm>
              <a:off x="3067232" y="5779606"/>
              <a:ext cx="22501" cy="2250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8" name="pt147">
              <a:extLst>
                <a:ext uri="{FF2B5EF4-FFF2-40B4-BE49-F238E27FC236}">
                  <a16:creationId xmlns:a16="http://schemas.microsoft.com/office/drawing/2014/main" id="{9B9EA029-F774-42D6-833C-103266093E5F}"/>
                </a:ext>
              </a:extLst>
            </p:cNvPr>
            <p:cNvSpPr/>
            <p:nvPr/>
          </p:nvSpPr>
          <p:spPr>
            <a:xfrm>
              <a:off x="3250663" y="5784129"/>
              <a:ext cx="13454" cy="1345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9" name="pt148">
              <a:extLst>
                <a:ext uri="{FF2B5EF4-FFF2-40B4-BE49-F238E27FC236}">
                  <a16:creationId xmlns:a16="http://schemas.microsoft.com/office/drawing/2014/main" id="{493F0E8E-A78C-4487-815C-A068AEFFBF38}"/>
                </a:ext>
              </a:extLst>
            </p:cNvPr>
            <p:cNvSpPr/>
            <p:nvPr/>
          </p:nvSpPr>
          <p:spPr>
            <a:xfrm>
              <a:off x="3297848" y="5697134"/>
              <a:ext cx="187446" cy="187446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0" name="pt149">
              <a:extLst>
                <a:ext uri="{FF2B5EF4-FFF2-40B4-BE49-F238E27FC236}">
                  <a16:creationId xmlns:a16="http://schemas.microsoft.com/office/drawing/2014/main" id="{0991C731-76C7-4A7B-9AC6-E2796A4F773B}"/>
                </a:ext>
              </a:extLst>
            </p:cNvPr>
            <p:cNvSpPr/>
            <p:nvPr/>
          </p:nvSpPr>
          <p:spPr>
            <a:xfrm>
              <a:off x="3451697" y="5761529"/>
              <a:ext cx="58656" cy="58656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1" name="pt150">
              <a:extLst>
                <a:ext uri="{FF2B5EF4-FFF2-40B4-BE49-F238E27FC236}">
                  <a16:creationId xmlns:a16="http://schemas.microsoft.com/office/drawing/2014/main" id="{3DE60E29-EFAA-46E9-9247-DA679749E74C}"/>
                </a:ext>
              </a:extLst>
            </p:cNvPr>
            <p:cNvSpPr/>
            <p:nvPr/>
          </p:nvSpPr>
          <p:spPr>
            <a:xfrm>
              <a:off x="3863465" y="5770755"/>
              <a:ext cx="40204" cy="4020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2" name="pt151">
              <a:extLst>
                <a:ext uri="{FF2B5EF4-FFF2-40B4-BE49-F238E27FC236}">
                  <a16:creationId xmlns:a16="http://schemas.microsoft.com/office/drawing/2014/main" id="{B32319E9-83FE-4A48-AC70-D855382EE9DA}"/>
                </a:ext>
              </a:extLst>
            </p:cNvPr>
            <p:cNvSpPr/>
            <p:nvPr/>
          </p:nvSpPr>
          <p:spPr>
            <a:xfrm>
              <a:off x="4662267" y="5734654"/>
              <a:ext cx="112404" cy="11240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3" name="pt152">
              <a:extLst>
                <a:ext uri="{FF2B5EF4-FFF2-40B4-BE49-F238E27FC236}">
                  <a16:creationId xmlns:a16="http://schemas.microsoft.com/office/drawing/2014/main" id="{73D20553-B724-45AA-9D32-DC3692A2FC56}"/>
                </a:ext>
              </a:extLst>
            </p:cNvPr>
            <p:cNvSpPr/>
            <p:nvPr/>
          </p:nvSpPr>
          <p:spPr>
            <a:xfrm>
              <a:off x="4798425" y="5766450"/>
              <a:ext cx="48814" cy="4881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4" name="pt153">
              <a:extLst>
                <a:ext uri="{FF2B5EF4-FFF2-40B4-BE49-F238E27FC236}">
                  <a16:creationId xmlns:a16="http://schemas.microsoft.com/office/drawing/2014/main" id="{1A036416-01E6-4045-B5B4-4C7F1C2AEA1D}"/>
                </a:ext>
              </a:extLst>
            </p:cNvPr>
            <p:cNvSpPr/>
            <p:nvPr/>
          </p:nvSpPr>
          <p:spPr>
            <a:xfrm>
              <a:off x="5014966" y="5774265"/>
              <a:ext cx="33183" cy="3318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5" name="pt154">
              <a:extLst>
                <a:ext uri="{FF2B5EF4-FFF2-40B4-BE49-F238E27FC236}">
                  <a16:creationId xmlns:a16="http://schemas.microsoft.com/office/drawing/2014/main" id="{2A3DA5A4-425A-4A86-A93F-B1D23D140755}"/>
                </a:ext>
              </a:extLst>
            </p:cNvPr>
            <p:cNvSpPr/>
            <p:nvPr/>
          </p:nvSpPr>
          <p:spPr>
            <a:xfrm>
              <a:off x="5105693" y="5760630"/>
              <a:ext cx="60454" cy="6045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6" name="pt155">
              <a:extLst>
                <a:ext uri="{FF2B5EF4-FFF2-40B4-BE49-F238E27FC236}">
                  <a16:creationId xmlns:a16="http://schemas.microsoft.com/office/drawing/2014/main" id="{00ADEF7D-EFD0-4D8A-AA56-A19D5667A135}"/>
                </a:ext>
              </a:extLst>
            </p:cNvPr>
            <p:cNvSpPr/>
            <p:nvPr/>
          </p:nvSpPr>
          <p:spPr>
            <a:xfrm>
              <a:off x="5424382" y="5766229"/>
              <a:ext cx="49254" cy="4925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7" name="pt156">
              <a:extLst>
                <a:ext uri="{FF2B5EF4-FFF2-40B4-BE49-F238E27FC236}">
                  <a16:creationId xmlns:a16="http://schemas.microsoft.com/office/drawing/2014/main" id="{2A9587B8-F4B6-4934-AA49-656A5A8E884A}"/>
                </a:ext>
              </a:extLst>
            </p:cNvPr>
            <p:cNvSpPr/>
            <p:nvPr/>
          </p:nvSpPr>
          <p:spPr>
            <a:xfrm>
              <a:off x="5931692" y="5766635"/>
              <a:ext cx="48443" cy="4844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8" name="pt157">
              <a:extLst>
                <a:ext uri="{FF2B5EF4-FFF2-40B4-BE49-F238E27FC236}">
                  <a16:creationId xmlns:a16="http://schemas.microsoft.com/office/drawing/2014/main" id="{2B8038B2-AD40-414B-8633-17825A3FC1F9}"/>
                </a:ext>
              </a:extLst>
            </p:cNvPr>
            <p:cNvSpPr/>
            <p:nvPr/>
          </p:nvSpPr>
          <p:spPr>
            <a:xfrm>
              <a:off x="6367256" y="5769839"/>
              <a:ext cx="42036" cy="42036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9" name="pt158">
              <a:extLst>
                <a:ext uri="{FF2B5EF4-FFF2-40B4-BE49-F238E27FC236}">
                  <a16:creationId xmlns:a16="http://schemas.microsoft.com/office/drawing/2014/main" id="{684FF5C2-730B-4D64-8667-5AAB0A373601}"/>
                </a:ext>
              </a:extLst>
            </p:cNvPr>
            <p:cNvSpPr/>
            <p:nvPr/>
          </p:nvSpPr>
          <p:spPr>
            <a:xfrm>
              <a:off x="6674180" y="5778583"/>
              <a:ext cx="24548" cy="24548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0" name="pt159">
              <a:extLst>
                <a:ext uri="{FF2B5EF4-FFF2-40B4-BE49-F238E27FC236}">
                  <a16:creationId xmlns:a16="http://schemas.microsoft.com/office/drawing/2014/main" id="{4A0A8419-C9E2-4A2E-B1F8-B1C4672845D7}"/>
                </a:ext>
              </a:extLst>
            </p:cNvPr>
            <p:cNvSpPr/>
            <p:nvPr/>
          </p:nvSpPr>
          <p:spPr>
            <a:xfrm>
              <a:off x="6877095" y="5772772"/>
              <a:ext cx="36168" cy="36168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1" name="pt160">
              <a:extLst>
                <a:ext uri="{FF2B5EF4-FFF2-40B4-BE49-F238E27FC236}">
                  <a16:creationId xmlns:a16="http://schemas.microsoft.com/office/drawing/2014/main" id="{57E7CC06-842F-4E96-A158-D203C09F210E}"/>
                </a:ext>
              </a:extLst>
            </p:cNvPr>
            <p:cNvSpPr/>
            <p:nvPr/>
          </p:nvSpPr>
          <p:spPr>
            <a:xfrm>
              <a:off x="7492236" y="5761736"/>
              <a:ext cx="58240" cy="5824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2" name="pt161">
              <a:extLst>
                <a:ext uri="{FF2B5EF4-FFF2-40B4-BE49-F238E27FC236}">
                  <a16:creationId xmlns:a16="http://schemas.microsoft.com/office/drawing/2014/main" id="{8475F6FA-23FA-4548-B26E-1EABCEACF522}"/>
                </a:ext>
              </a:extLst>
            </p:cNvPr>
            <p:cNvSpPr/>
            <p:nvPr/>
          </p:nvSpPr>
          <p:spPr>
            <a:xfrm>
              <a:off x="8457775" y="5773102"/>
              <a:ext cx="35510" cy="3551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3" name="pt162">
              <a:extLst>
                <a:ext uri="{FF2B5EF4-FFF2-40B4-BE49-F238E27FC236}">
                  <a16:creationId xmlns:a16="http://schemas.microsoft.com/office/drawing/2014/main" id="{70BDF474-573D-405A-9737-6695AAA21C8A}"/>
                </a:ext>
              </a:extLst>
            </p:cNvPr>
            <p:cNvSpPr/>
            <p:nvPr/>
          </p:nvSpPr>
          <p:spPr>
            <a:xfrm>
              <a:off x="8757772" y="5760010"/>
              <a:ext cx="61693" cy="6169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4" name="pt163">
              <a:extLst>
                <a:ext uri="{FF2B5EF4-FFF2-40B4-BE49-F238E27FC236}">
                  <a16:creationId xmlns:a16="http://schemas.microsoft.com/office/drawing/2014/main" id="{0CCBD952-E359-478F-83E5-685C2463D322}"/>
                </a:ext>
              </a:extLst>
            </p:cNvPr>
            <p:cNvSpPr/>
            <p:nvPr/>
          </p:nvSpPr>
          <p:spPr>
            <a:xfrm>
              <a:off x="9071360" y="5775419"/>
              <a:ext cx="30875" cy="3087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5" name="pg164">
              <a:extLst>
                <a:ext uri="{FF2B5EF4-FFF2-40B4-BE49-F238E27FC236}">
                  <a16:creationId xmlns:a16="http://schemas.microsoft.com/office/drawing/2014/main" id="{991E7325-1444-42D1-88E2-DA14E54D3A96}"/>
                </a:ext>
              </a:extLst>
            </p:cNvPr>
            <p:cNvSpPr/>
            <p:nvPr/>
          </p:nvSpPr>
          <p:spPr>
            <a:xfrm>
              <a:off x="2186574" y="4982803"/>
              <a:ext cx="114013" cy="98738"/>
            </a:xfrm>
            <a:custGeom>
              <a:avLst/>
              <a:gdLst/>
              <a:ahLst/>
              <a:cxnLst/>
              <a:rect l="0" t="0" r="0" b="0"/>
              <a:pathLst>
                <a:path w="114013" h="98738">
                  <a:moveTo>
                    <a:pt x="57006" y="0"/>
                  </a:moveTo>
                  <a:lnTo>
                    <a:pt x="114013" y="98738"/>
                  </a:lnTo>
                  <a:lnTo>
                    <a:pt x="0" y="9873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6" name="pg165">
              <a:extLst>
                <a:ext uri="{FF2B5EF4-FFF2-40B4-BE49-F238E27FC236}">
                  <a16:creationId xmlns:a16="http://schemas.microsoft.com/office/drawing/2014/main" id="{5605EB8A-9490-4542-82D4-045DFD477B71}"/>
                </a:ext>
              </a:extLst>
            </p:cNvPr>
            <p:cNvSpPr/>
            <p:nvPr/>
          </p:nvSpPr>
          <p:spPr>
            <a:xfrm>
              <a:off x="2316693" y="4960898"/>
              <a:ext cx="151954" cy="131596"/>
            </a:xfrm>
            <a:custGeom>
              <a:avLst/>
              <a:gdLst/>
              <a:ahLst/>
              <a:cxnLst/>
              <a:rect l="0" t="0" r="0" b="0"/>
              <a:pathLst>
                <a:path w="151954" h="131596">
                  <a:moveTo>
                    <a:pt x="75977" y="0"/>
                  </a:moveTo>
                  <a:lnTo>
                    <a:pt x="151954" y="131596"/>
                  </a:lnTo>
                  <a:lnTo>
                    <a:pt x="0" y="13159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7" name="pg166">
              <a:extLst>
                <a:ext uri="{FF2B5EF4-FFF2-40B4-BE49-F238E27FC236}">
                  <a16:creationId xmlns:a16="http://schemas.microsoft.com/office/drawing/2014/main" id="{24DBDC1B-C4F4-4A51-B328-3543083BE06A}"/>
                </a:ext>
              </a:extLst>
            </p:cNvPr>
            <p:cNvSpPr/>
            <p:nvPr/>
          </p:nvSpPr>
          <p:spPr>
            <a:xfrm>
              <a:off x="2436881" y="4961956"/>
              <a:ext cx="150121" cy="130008"/>
            </a:xfrm>
            <a:custGeom>
              <a:avLst/>
              <a:gdLst/>
              <a:ahLst/>
              <a:cxnLst/>
              <a:rect l="0" t="0" r="0" b="0"/>
              <a:pathLst>
                <a:path w="150121" h="130008">
                  <a:moveTo>
                    <a:pt x="75060" y="0"/>
                  </a:moveTo>
                  <a:lnTo>
                    <a:pt x="150121" y="130008"/>
                  </a:lnTo>
                  <a:lnTo>
                    <a:pt x="0" y="1300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8" name="pg167">
              <a:extLst>
                <a:ext uri="{FF2B5EF4-FFF2-40B4-BE49-F238E27FC236}">
                  <a16:creationId xmlns:a16="http://schemas.microsoft.com/office/drawing/2014/main" id="{02F0ED2A-7E5B-43E0-A9BC-8B63A3A70FE8}"/>
                </a:ext>
              </a:extLst>
            </p:cNvPr>
            <p:cNvSpPr/>
            <p:nvPr/>
          </p:nvSpPr>
          <p:spPr>
            <a:xfrm>
              <a:off x="2558845" y="4947849"/>
              <a:ext cx="174556" cy="151170"/>
            </a:xfrm>
            <a:custGeom>
              <a:avLst/>
              <a:gdLst/>
              <a:ahLst/>
              <a:cxnLst/>
              <a:rect l="0" t="0" r="0" b="0"/>
              <a:pathLst>
                <a:path w="174556" h="151170">
                  <a:moveTo>
                    <a:pt x="87278" y="0"/>
                  </a:moveTo>
                  <a:lnTo>
                    <a:pt x="174556" y="151170"/>
                  </a:lnTo>
                  <a:lnTo>
                    <a:pt x="0" y="15117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9" name="pg168">
              <a:extLst>
                <a:ext uri="{FF2B5EF4-FFF2-40B4-BE49-F238E27FC236}">
                  <a16:creationId xmlns:a16="http://schemas.microsoft.com/office/drawing/2014/main" id="{A1B42FB8-3B8C-4045-B40E-B66DAEB3E124}"/>
                </a:ext>
              </a:extLst>
            </p:cNvPr>
            <p:cNvSpPr/>
            <p:nvPr/>
          </p:nvSpPr>
          <p:spPr>
            <a:xfrm>
              <a:off x="2814413" y="4915861"/>
              <a:ext cx="229960" cy="199151"/>
            </a:xfrm>
            <a:custGeom>
              <a:avLst/>
              <a:gdLst/>
              <a:ahLst/>
              <a:cxnLst/>
              <a:rect l="0" t="0" r="0" b="0"/>
              <a:pathLst>
                <a:path w="229960" h="199151">
                  <a:moveTo>
                    <a:pt x="114980" y="0"/>
                  </a:moveTo>
                  <a:lnTo>
                    <a:pt x="229960" y="199151"/>
                  </a:lnTo>
                  <a:lnTo>
                    <a:pt x="0" y="19915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0" name="pg169">
              <a:extLst>
                <a:ext uri="{FF2B5EF4-FFF2-40B4-BE49-F238E27FC236}">
                  <a16:creationId xmlns:a16="http://schemas.microsoft.com/office/drawing/2014/main" id="{86CA9B0A-F6A9-4D79-9516-73E32D010139}"/>
                </a:ext>
              </a:extLst>
            </p:cNvPr>
            <p:cNvSpPr/>
            <p:nvPr/>
          </p:nvSpPr>
          <p:spPr>
            <a:xfrm>
              <a:off x="3047411" y="5012751"/>
              <a:ext cx="62142" cy="53817"/>
            </a:xfrm>
            <a:custGeom>
              <a:avLst/>
              <a:gdLst/>
              <a:ahLst/>
              <a:cxnLst/>
              <a:rect l="0" t="0" r="0" b="0"/>
              <a:pathLst>
                <a:path w="62142" h="53817">
                  <a:moveTo>
                    <a:pt x="31071" y="0"/>
                  </a:moveTo>
                  <a:lnTo>
                    <a:pt x="62142" y="53817"/>
                  </a:lnTo>
                  <a:lnTo>
                    <a:pt x="0" y="5381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1" name="pg170">
              <a:extLst>
                <a:ext uri="{FF2B5EF4-FFF2-40B4-BE49-F238E27FC236}">
                  <a16:creationId xmlns:a16="http://schemas.microsoft.com/office/drawing/2014/main" id="{5BE39AD5-37F9-4BCD-B2AE-DF7B04DFCB9D}"/>
                </a:ext>
              </a:extLst>
            </p:cNvPr>
            <p:cNvSpPr/>
            <p:nvPr/>
          </p:nvSpPr>
          <p:spPr>
            <a:xfrm>
              <a:off x="3082109" y="4966740"/>
              <a:ext cx="141836" cy="122834"/>
            </a:xfrm>
            <a:custGeom>
              <a:avLst/>
              <a:gdLst/>
              <a:ahLst/>
              <a:cxnLst/>
              <a:rect l="0" t="0" r="0" b="0"/>
              <a:pathLst>
                <a:path w="141836" h="122834">
                  <a:moveTo>
                    <a:pt x="70918" y="0"/>
                  </a:moveTo>
                  <a:lnTo>
                    <a:pt x="141836" y="122834"/>
                  </a:lnTo>
                  <a:lnTo>
                    <a:pt x="0" y="12283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2" name="pg171">
              <a:extLst>
                <a:ext uri="{FF2B5EF4-FFF2-40B4-BE49-F238E27FC236}">
                  <a16:creationId xmlns:a16="http://schemas.microsoft.com/office/drawing/2014/main" id="{539AA2CD-5151-4E9F-A380-018E6AFEE4F8}"/>
                </a:ext>
              </a:extLst>
            </p:cNvPr>
            <p:cNvSpPr/>
            <p:nvPr/>
          </p:nvSpPr>
          <p:spPr>
            <a:xfrm>
              <a:off x="3222279" y="5008085"/>
              <a:ext cx="70223" cy="60815"/>
            </a:xfrm>
            <a:custGeom>
              <a:avLst/>
              <a:gdLst/>
              <a:ahLst/>
              <a:cxnLst/>
              <a:rect l="0" t="0" r="0" b="0"/>
              <a:pathLst>
                <a:path w="70223" h="60815">
                  <a:moveTo>
                    <a:pt x="35111" y="0"/>
                  </a:moveTo>
                  <a:lnTo>
                    <a:pt x="70223" y="60815"/>
                  </a:lnTo>
                  <a:lnTo>
                    <a:pt x="0" y="6081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3" name="pg172">
              <a:extLst>
                <a:ext uri="{FF2B5EF4-FFF2-40B4-BE49-F238E27FC236}">
                  <a16:creationId xmlns:a16="http://schemas.microsoft.com/office/drawing/2014/main" id="{FF81789D-9157-4D69-B526-72AFAC09089F}"/>
                </a:ext>
              </a:extLst>
            </p:cNvPr>
            <p:cNvSpPr/>
            <p:nvPr/>
          </p:nvSpPr>
          <p:spPr>
            <a:xfrm>
              <a:off x="3257147" y="5031133"/>
              <a:ext cx="30304" cy="26244"/>
            </a:xfrm>
            <a:custGeom>
              <a:avLst/>
              <a:gdLst/>
              <a:ahLst/>
              <a:cxnLst/>
              <a:rect l="0" t="0" r="0" b="0"/>
              <a:pathLst>
                <a:path w="30304" h="26244">
                  <a:moveTo>
                    <a:pt x="15152" y="0"/>
                  </a:moveTo>
                  <a:lnTo>
                    <a:pt x="30304" y="26244"/>
                  </a:lnTo>
                  <a:lnTo>
                    <a:pt x="0" y="2624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4" name="pg173">
              <a:extLst>
                <a:ext uri="{FF2B5EF4-FFF2-40B4-BE49-F238E27FC236}">
                  <a16:creationId xmlns:a16="http://schemas.microsoft.com/office/drawing/2014/main" id="{5C9E5DB5-2EB2-4A41-98F9-4ACD3F7D6CD6}"/>
                </a:ext>
              </a:extLst>
            </p:cNvPr>
            <p:cNvSpPr/>
            <p:nvPr/>
          </p:nvSpPr>
          <p:spPr>
            <a:xfrm>
              <a:off x="3339726" y="4988764"/>
              <a:ext cx="103689" cy="89798"/>
            </a:xfrm>
            <a:custGeom>
              <a:avLst/>
              <a:gdLst/>
              <a:ahLst/>
              <a:cxnLst/>
              <a:rect l="0" t="0" r="0" b="0"/>
              <a:pathLst>
                <a:path w="103689" h="89798">
                  <a:moveTo>
                    <a:pt x="51844" y="0"/>
                  </a:moveTo>
                  <a:lnTo>
                    <a:pt x="103689" y="89798"/>
                  </a:lnTo>
                  <a:lnTo>
                    <a:pt x="0" y="8979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5" name="pg174">
              <a:extLst>
                <a:ext uri="{FF2B5EF4-FFF2-40B4-BE49-F238E27FC236}">
                  <a16:creationId xmlns:a16="http://schemas.microsoft.com/office/drawing/2014/main" id="{EF10FAA2-FBE4-4E45-B4FE-21B2694EA967}"/>
                </a:ext>
              </a:extLst>
            </p:cNvPr>
            <p:cNvSpPr/>
            <p:nvPr/>
          </p:nvSpPr>
          <p:spPr>
            <a:xfrm>
              <a:off x="3567876" y="5028408"/>
              <a:ext cx="35024" cy="30331"/>
            </a:xfrm>
            <a:custGeom>
              <a:avLst/>
              <a:gdLst/>
              <a:ahLst/>
              <a:cxnLst/>
              <a:rect l="0" t="0" r="0" b="0"/>
              <a:pathLst>
                <a:path w="35024" h="30331">
                  <a:moveTo>
                    <a:pt x="17512" y="0"/>
                  </a:moveTo>
                  <a:lnTo>
                    <a:pt x="35024" y="30331"/>
                  </a:lnTo>
                  <a:lnTo>
                    <a:pt x="0" y="3033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6" name="pg175">
              <a:extLst>
                <a:ext uri="{FF2B5EF4-FFF2-40B4-BE49-F238E27FC236}">
                  <a16:creationId xmlns:a16="http://schemas.microsoft.com/office/drawing/2014/main" id="{9F17660B-09C5-4734-B97B-D0F7210CA2B5}"/>
                </a:ext>
              </a:extLst>
            </p:cNvPr>
            <p:cNvSpPr/>
            <p:nvPr/>
          </p:nvSpPr>
          <p:spPr>
            <a:xfrm>
              <a:off x="3829191" y="4830902"/>
              <a:ext cx="377113" cy="326589"/>
            </a:xfrm>
            <a:custGeom>
              <a:avLst/>
              <a:gdLst/>
              <a:ahLst/>
              <a:cxnLst/>
              <a:rect l="0" t="0" r="0" b="0"/>
              <a:pathLst>
                <a:path w="377113" h="326589">
                  <a:moveTo>
                    <a:pt x="188556" y="0"/>
                  </a:moveTo>
                  <a:lnTo>
                    <a:pt x="377113" y="326589"/>
                  </a:lnTo>
                  <a:lnTo>
                    <a:pt x="0" y="3265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7" name="pg176">
              <a:extLst>
                <a:ext uri="{FF2B5EF4-FFF2-40B4-BE49-F238E27FC236}">
                  <a16:creationId xmlns:a16="http://schemas.microsoft.com/office/drawing/2014/main" id="{0491E1BD-7F96-4441-B308-1E37A5A8F0C4}"/>
                </a:ext>
              </a:extLst>
            </p:cNvPr>
            <p:cNvSpPr/>
            <p:nvPr/>
          </p:nvSpPr>
          <p:spPr>
            <a:xfrm>
              <a:off x="4069662" y="4901990"/>
              <a:ext cx="253986" cy="219958"/>
            </a:xfrm>
            <a:custGeom>
              <a:avLst/>
              <a:gdLst/>
              <a:ahLst/>
              <a:cxnLst/>
              <a:rect l="0" t="0" r="0" b="0"/>
              <a:pathLst>
                <a:path w="253986" h="219958">
                  <a:moveTo>
                    <a:pt x="126993" y="0"/>
                  </a:moveTo>
                  <a:lnTo>
                    <a:pt x="253986" y="219958"/>
                  </a:lnTo>
                  <a:lnTo>
                    <a:pt x="0" y="21995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8" name="pg177">
              <a:extLst>
                <a:ext uri="{FF2B5EF4-FFF2-40B4-BE49-F238E27FC236}">
                  <a16:creationId xmlns:a16="http://schemas.microsoft.com/office/drawing/2014/main" id="{0265BF1A-32E9-4456-8575-A2B3722E4650}"/>
                </a:ext>
              </a:extLst>
            </p:cNvPr>
            <p:cNvSpPr/>
            <p:nvPr/>
          </p:nvSpPr>
          <p:spPr>
            <a:xfrm>
              <a:off x="4283274" y="5028139"/>
              <a:ext cx="35489" cy="30734"/>
            </a:xfrm>
            <a:custGeom>
              <a:avLst/>
              <a:gdLst/>
              <a:ahLst/>
              <a:cxnLst/>
              <a:rect l="0" t="0" r="0" b="0"/>
              <a:pathLst>
                <a:path w="35489" h="30734">
                  <a:moveTo>
                    <a:pt x="17744" y="0"/>
                  </a:moveTo>
                  <a:lnTo>
                    <a:pt x="35489" y="30734"/>
                  </a:lnTo>
                  <a:lnTo>
                    <a:pt x="0" y="3073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9" name="pg178">
              <a:extLst>
                <a:ext uri="{FF2B5EF4-FFF2-40B4-BE49-F238E27FC236}">
                  <a16:creationId xmlns:a16="http://schemas.microsoft.com/office/drawing/2014/main" id="{C32EE398-DA3A-4ACA-84BA-BE62B0280CEF}"/>
                </a:ext>
              </a:extLst>
            </p:cNvPr>
            <p:cNvSpPr/>
            <p:nvPr/>
          </p:nvSpPr>
          <p:spPr>
            <a:xfrm>
              <a:off x="4439836" y="4967906"/>
              <a:ext cx="139816" cy="121084"/>
            </a:xfrm>
            <a:custGeom>
              <a:avLst/>
              <a:gdLst/>
              <a:ahLst/>
              <a:cxnLst/>
              <a:rect l="0" t="0" r="0" b="0"/>
              <a:pathLst>
                <a:path w="139816" h="121084">
                  <a:moveTo>
                    <a:pt x="69908" y="0"/>
                  </a:moveTo>
                  <a:lnTo>
                    <a:pt x="139816" y="121084"/>
                  </a:lnTo>
                  <a:lnTo>
                    <a:pt x="0" y="1210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0" name="pg179">
              <a:extLst>
                <a:ext uri="{FF2B5EF4-FFF2-40B4-BE49-F238E27FC236}">
                  <a16:creationId xmlns:a16="http://schemas.microsoft.com/office/drawing/2014/main" id="{CD9256BB-CB76-4FF6-BFEC-DB03C787D680}"/>
                </a:ext>
              </a:extLst>
            </p:cNvPr>
            <p:cNvSpPr/>
            <p:nvPr/>
          </p:nvSpPr>
          <p:spPr>
            <a:xfrm>
              <a:off x="4521794" y="4942035"/>
              <a:ext cx="184625" cy="159890"/>
            </a:xfrm>
            <a:custGeom>
              <a:avLst/>
              <a:gdLst/>
              <a:ahLst/>
              <a:cxnLst/>
              <a:rect l="0" t="0" r="0" b="0"/>
              <a:pathLst>
                <a:path w="184625" h="159890">
                  <a:moveTo>
                    <a:pt x="92312" y="0"/>
                  </a:moveTo>
                  <a:lnTo>
                    <a:pt x="184625" y="159890"/>
                  </a:lnTo>
                  <a:lnTo>
                    <a:pt x="0" y="15989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1" name="pg180">
              <a:extLst>
                <a:ext uri="{FF2B5EF4-FFF2-40B4-BE49-F238E27FC236}">
                  <a16:creationId xmlns:a16="http://schemas.microsoft.com/office/drawing/2014/main" id="{432C39D4-5125-4F48-8E5C-734BF7E20872}"/>
                </a:ext>
              </a:extLst>
            </p:cNvPr>
            <p:cNvSpPr/>
            <p:nvPr/>
          </p:nvSpPr>
          <p:spPr>
            <a:xfrm>
              <a:off x="4669069" y="4991586"/>
              <a:ext cx="98801" cy="85564"/>
            </a:xfrm>
            <a:custGeom>
              <a:avLst/>
              <a:gdLst/>
              <a:ahLst/>
              <a:cxnLst/>
              <a:rect l="0" t="0" r="0" b="0"/>
              <a:pathLst>
                <a:path w="98801" h="85564">
                  <a:moveTo>
                    <a:pt x="49400" y="0"/>
                  </a:moveTo>
                  <a:lnTo>
                    <a:pt x="98801" y="85564"/>
                  </a:lnTo>
                  <a:lnTo>
                    <a:pt x="0" y="8556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2" name="pg181">
              <a:extLst>
                <a:ext uri="{FF2B5EF4-FFF2-40B4-BE49-F238E27FC236}">
                  <a16:creationId xmlns:a16="http://schemas.microsoft.com/office/drawing/2014/main" id="{0FA008A3-FCBF-4A09-8770-FA080FA392AE}"/>
                </a:ext>
              </a:extLst>
            </p:cNvPr>
            <p:cNvSpPr/>
            <p:nvPr/>
          </p:nvSpPr>
          <p:spPr>
            <a:xfrm>
              <a:off x="4993234" y="5004376"/>
              <a:ext cx="76647" cy="66379"/>
            </a:xfrm>
            <a:custGeom>
              <a:avLst/>
              <a:gdLst/>
              <a:ahLst/>
              <a:cxnLst/>
              <a:rect l="0" t="0" r="0" b="0"/>
              <a:pathLst>
                <a:path w="76647" h="66379">
                  <a:moveTo>
                    <a:pt x="38323" y="0"/>
                  </a:moveTo>
                  <a:lnTo>
                    <a:pt x="76647" y="66379"/>
                  </a:lnTo>
                  <a:lnTo>
                    <a:pt x="0" y="663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3" name="pg182">
              <a:extLst>
                <a:ext uri="{FF2B5EF4-FFF2-40B4-BE49-F238E27FC236}">
                  <a16:creationId xmlns:a16="http://schemas.microsoft.com/office/drawing/2014/main" id="{5CB20324-8FB6-416C-B2FE-B9F30C331460}"/>
                </a:ext>
              </a:extLst>
            </p:cNvPr>
            <p:cNvSpPr/>
            <p:nvPr/>
          </p:nvSpPr>
          <p:spPr>
            <a:xfrm>
              <a:off x="5779457" y="4965382"/>
              <a:ext cx="144187" cy="124870"/>
            </a:xfrm>
            <a:custGeom>
              <a:avLst/>
              <a:gdLst/>
              <a:ahLst/>
              <a:cxnLst/>
              <a:rect l="0" t="0" r="0" b="0"/>
              <a:pathLst>
                <a:path w="144187" h="124870">
                  <a:moveTo>
                    <a:pt x="72093" y="0"/>
                  </a:moveTo>
                  <a:lnTo>
                    <a:pt x="144187" y="124870"/>
                  </a:lnTo>
                  <a:lnTo>
                    <a:pt x="0" y="12487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4" name="pl183">
              <a:extLst>
                <a:ext uri="{FF2B5EF4-FFF2-40B4-BE49-F238E27FC236}">
                  <a16:creationId xmlns:a16="http://schemas.microsoft.com/office/drawing/2014/main" id="{DC03C93F-861A-49D0-A6B8-F191E346ADF3}"/>
                </a:ext>
              </a:extLst>
            </p:cNvPr>
            <p:cNvSpPr/>
            <p:nvPr/>
          </p:nvSpPr>
          <p:spPr>
            <a:xfrm>
              <a:off x="3391571" y="4603292"/>
              <a:ext cx="0" cy="1632901"/>
            </a:xfrm>
            <a:custGeom>
              <a:avLst/>
              <a:gdLst/>
              <a:ahLst/>
              <a:cxnLst/>
              <a:rect l="0" t="0" r="0" b="0"/>
              <a:pathLst>
                <a:path h="1632901">
                  <a:moveTo>
                    <a:pt x="0" y="163290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5400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rc184">
              <a:extLst>
                <a:ext uri="{FF2B5EF4-FFF2-40B4-BE49-F238E27FC236}">
                  <a16:creationId xmlns:a16="http://schemas.microsoft.com/office/drawing/2014/main" id="{15AD9CBC-D033-4648-B9A1-6D08A7EA1E86}"/>
                </a:ext>
              </a:extLst>
            </p:cNvPr>
            <p:cNvSpPr/>
            <p:nvPr/>
          </p:nvSpPr>
          <p:spPr>
            <a:xfrm>
              <a:off x="1736675" y="4603292"/>
              <a:ext cx="8199934" cy="1632901"/>
            </a:xfrm>
            <a:prstGeom prst="rect">
              <a:avLst/>
            </a:prstGeom>
            <a:ln w="27101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l187">
              <a:extLst>
                <a:ext uri="{FF2B5EF4-FFF2-40B4-BE49-F238E27FC236}">
                  <a16:creationId xmlns:a16="http://schemas.microsoft.com/office/drawing/2014/main" id="{705E38A3-DB6D-47FF-9DC8-9070D01CB4F2}"/>
                </a:ext>
              </a:extLst>
            </p:cNvPr>
            <p:cNvSpPr/>
            <p:nvPr/>
          </p:nvSpPr>
          <p:spPr>
            <a:xfrm>
              <a:off x="1667086" y="5790857"/>
              <a:ext cx="69589" cy="0"/>
            </a:xfrm>
            <a:custGeom>
              <a:avLst/>
              <a:gdLst/>
              <a:ahLst/>
              <a:cxnLst/>
              <a:rect l="0" t="0" r="0" b="0"/>
              <a:pathLst>
                <a:path w="69589">
                  <a:moveTo>
                    <a:pt x="0" y="0"/>
                  </a:moveTo>
                  <a:lnTo>
                    <a:pt x="6958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l188">
              <a:extLst>
                <a:ext uri="{FF2B5EF4-FFF2-40B4-BE49-F238E27FC236}">
                  <a16:creationId xmlns:a16="http://schemas.microsoft.com/office/drawing/2014/main" id="{4417A140-8D53-4204-861F-EE077ADFDFB5}"/>
                </a:ext>
              </a:extLst>
            </p:cNvPr>
            <p:cNvSpPr/>
            <p:nvPr/>
          </p:nvSpPr>
          <p:spPr>
            <a:xfrm>
              <a:off x="1667086" y="5048629"/>
              <a:ext cx="69589" cy="0"/>
            </a:xfrm>
            <a:custGeom>
              <a:avLst/>
              <a:gdLst/>
              <a:ahLst/>
              <a:cxnLst/>
              <a:rect l="0" t="0" r="0" b="0"/>
              <a:pathLst>
                <a:path w="69589">
                  <a:moveTo>
                    <a:pt x="0" y="0"/>
                  </a:moveTo>
                  <a:lnTo>
                    <a:pt x="6958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pl189">
              <a:extLst>
                <a:ext uri="{FF2B5EF4-FFF2-40B4-BE49-F238E27FC236}">
                  <a16:creationId xmlns:a16="http://schemas.microsoft.com/office/drawing/2014/main" id="{35326E70-6A4F-43B8-A1D7-10ED03135E1B}"/>
                </a:ext>
              </a:extLst>
            </p:cNvPr>
            <p:cNvSpPr/>
            <p:nvPr/>
          </p:nvSpPr>
          <p:spPr>
            <a:xfrm>
              <a:off x="2854848" y="6236194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l190">
              <a:extLst>
                <a:ext uri="{FF2B5EF4-FFF2-40B4-BE49-F238E27FC236}">
                  <a16:creationId xmlns:a16="http://schemas.microsoft.com/office/drawing/2014/main" id="{91B19ED7-6408-4983-9560-984C1931998D}"/>
                </a:ext>
              </a:extLst>
            </p:cNvPr>
            <p:cNvSpPr/>
            <p:nvPr/>
          </p:nvSpPr>
          <p:spPr>
            <a:xfrm>
              <a:off x="4345745" y="6236194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l191">
              <a:extLst>
                <a:ext uri="{FF2B5EF4-FFF2-40B4-BE49-F238E27FC236}">
                  <a16:creationId xmlns:a16="http://schemas.microsoft.com/office/drawing/2014/main" id="{E27F8A30-F05A-4F4B-A0C3-3CAF0C9B3E84}"/>
                </a:ext>
              </a:extLst>
            </p:cNvPr>
            <p:cNvSpPr/>
            <p:nvPr/>
          </p:nvSpPr>
          <p:spPr>
            <a:xfrm>
              <a:off x="5836642" y="6236194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l192">
              <a:extLst>
                <a:ext uri="{FF2B5EF4-FFF2-40B4-BE49-F238E27FC236}">
                  <a16:creationId xmlns:a16="http://schemas.microsoft.com/office/drawing/2014/main" id="{2E69A95D-D304-463F-B49B-E7297C29782C}"/>
                </a:ext>
              </a:extLst>
            </p:cNvPr>
            <p:cNvSpPr/>
            <p:nvPr/>
          </p:nvSpPr>
          <p:spPr>
            <a:xfrm>
              <a:off x="7327540" y="6236194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pl193">
              <a:extLst>
                <a:ext uri="{FF2B5EF4-FFF2-40B4-BE49-F238E27FC236}">
                  <a16:creationId xmlns:a16="http://schemas.microsoft.com/office/drawing/2014/main" id="{D5E705B3-778E-4746-A24C-D1375E2824C8}"/>
                </a:ext>
              </a:extLst>
            </p:cNvPr>
            <p:cNvSpPr/>
            <p:nvPr/>
          </p:nvSpPr>
          <p:spPr>
            <a:xfrm>
              <a:off x="8818437" y="6236194"/>
              <a:ext cx="0" cy="69589"/>
            </a:xfrm>
            <a:custGeom>
              <a:avLst/>
              <a:gdLst/>
              <a:ahLst/>
              <a:cxnLst/>
              <a:rect l="0" t="0" r="0" b="0"/>
              <a:pathLst>
                <a:path h="69589">
                  <a:moveTo>
                    <a:pt x="0" y="6958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tx194">
              <a:extLst>
                <a:ext uri="{FF2B5EF4-FFF2-40B4-BE49-F238E27FC236}">
                  <a16:creationId xmlns:a16="http://schemas.microsoft.com/office/drawing/2014/main" id="{D6B07D1C-FC05-48CE-906E-C062470B44A5}"/>
                </a:ext>
              </a:extLst>
            </p:cNvPr>
            <p:cNvSpPr/>
            <p:nvPr/>
          </p:nvSpPr>
          <p:spPr>
            <a:xfrm>
              <a:off x="2668382" y="6358071"/>
              <a:ext cx="372933" cy="1633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376" name="tx195">
              <a:extLst>
                <a:ext uri="{FF2B5EF4-FFF2-40B4-BE49-F238E27FC236}">
                  <a16:creationId xmlns:a16="http://schemas.microsoft.com/office/drawing/2014/main" id="{C04CE255-D0EF-4871-8571-90E089FC1369}"/>
                </a:ext>
              </a:extLst>
            </p:cNvPr>
            <p:cNvSpPr/>
            <p:nvPr/>
          </p:nvSpPr>
          <p:spPr>
            <a:xfrm>
              <a:off x="4159279" y="6357961"/>
              <a:ext cx="372933" cy="1634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377" name="tx196">
              <a:extLst>
                <a:ext uri="{FF2B5EF4-FFF2-40B4-BE49-F238E27FC236}">
                  <a16:creationId xmlns:a16="http://schemas.microsoft.com/office/drawing/2014/main" id="{BD807DAB-9261-4814-B0A6-17709445FD82}"/>
                </a:ext>
              </a:extLst>
            </p:cNvPr>
            <p:cNvSpPr/>
            <p:nvPr/>
          </p:nvSpPr>
          <p:spPr>
            <a:xfrm>
              <a:off x="5650176" y="6358071"/>
              <a:ext cx="372933" cy="1633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378" name="tx197">
              <a:extLst>
                <a:ext uri="{FF2B5EF4-FFF2-40B4-BE49-F238E27FC236}">
                  <a16:creationId xmlns:a16="http://schemas.microsoft.com/office/drawing/2014/main" id="{DF57E30B-70DF-4219-9BE9-5EF4FA84DE86}"/>
                </a:ext>
              </a:extLst>
            </p:cNvPr>
            <p:cNvSpPr/>
            <p:nvPr/>
          </p:nvSpPr>
          <p:spPr>
            <a:xfrm>
              <a:off x="7141073" y="6358071"/>
              <a:ext cx="372933" cy="1633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379" name="tx198">
              <a:extLst>
                <a:ext uri="{FF2B5EF4-FFF2-40B4-BE49-F238E27FC236}">
                  <a16:creationId xmlns:a16="http://schemas.microsoft.com/office/drawing/2014/main" id="{39752AC1-5204-4708-9F04-76FDAB74C95A}"/>
                </a:ext>
              </a:extLst>
            </p:cNvPr>
            <p:cNvSpPr/>
            <p:nvPr/>
          </p:nvSpPr>
          <p:spPr>
            <a:xfrm>
              <a:off x="8631970" y="6358071"/>
              <a:ext cx="372933" cy="1633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600</a:t>
              </a:r>
            </a:p>
          </p:txBody>
        </p:sp>
        <p:sp>
          <p:nvSpPr>
            <p:cNvPr id="380" name="tx199">
              <a:extLst>
                <a:ext uri="{FF2B5EF4-FFF2-40B4-BE49-F238E27FC236}">
                  <a16:creationId xmlns:a16="http://schemas.microsoft.com/office/drawing/2014/main" id="{75FEC89C-B543-4B72-A307-5CF4568A249D}"/>
                </a:ext>
              </a:extLst>
            </p:cNvPr>
            <p:cNvSpPr/>
            <p:nvPr/>
          </p:nvSpPr>
          <p:spPr>
            <a:xfrm>
              <a:off x="4928183" y="6579283"/>
              <a:ext cx="1816918" cy="2587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Pandemic Day</a:t>
              </a:r>
            </a:p>
          </p:txBody>
        </p:sp>
      </p:grpSp>
      <p:sp>
        <p:nvSpPr>
          <p:cNvPr id="381" name="tx54">
            <a:extLst>
              <a:ext uri="{FF2B5EF4-FFF2-40B4-BE49-F238E27FC236}">
                <a16:creationId xmlns:a16="http://schemas.microsoft.com/office/drawing/2014/main" id="{50DAFA33-0FF3-4805-99E9-7FD7997C9BE2}"/>
              </a:ext>
            </a:extLst>
          </p:cNvPr>
          <p:cNvSpPr/>
          <p:nvPr/>
        </p:nvSpPr>
        <p:spPr>
          <a:xfrm>
            <a:off x="509834" y="1367088"/>
            <a:ext cx="1486958" cy="74040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14"/>
              </a:lnSpc>
            </a:pPr>
            <a:r>
              <a:rPr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Odds-ratio</a:t>
            </a:r>
            <a:b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for death</a:t>
            </a:r>
          </a:p>
        </p:txBody>
      </p:sp>
      <p:sp>
        <p:nvSpPr>
          <p:cNvPr id="382" name="tx57">
            <a:extLst>
              <a:ext uri="{FF2B5EF4-FFF2-40B4-BE49-F238E27FC236}">
                <a16:creationId xmlns:a16="http://schemas.microsoft.com/office/drawing/2014/main" id="{D65AF814-47BB-4936-A22B-6800B44C0F11}"/>
              </a:ext>
            </a:extLst>
          </p:cNvPr>
          <p:cNvSpPr/>
          <p:nvPr/>
        </p:nvSpPr>
        <p:spPr>
          <a:xfrm>
            <a:off x="1028573" y="196482"/>
            <a:ext cx="1152131" cy="2045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176"/>
              </a:lnSpc>
            </a:pPr>
            <a:r>
              <a:rPr lang="en-US" sz="2176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Hydroxychloroquine</a:t>
            </a:r>
          </a:p>
        </p:txBody>
      </p: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EFB72660-5223-4DFA-8AE1-FBCEB3D25B19}"/>
              </a:ext>
            </a:extLst>
          </p:cNvPr>
          <p:cNvGrpSpPr/>
          <p:nvPr/>
        </p:nvGrpSpPr>
        <p:grpSpPr>
          <a:xfrm>
            <a:off x="2136252" y="792856"/>
            <a:ext cx="8253639" cy="763748"/>
            <a:chOff x="817451" y="598224"/>
            <a:chExt cx="8253639" cy="763748"/>
          </a:xfrm>
        </p:grpSpPr>
        <p:sp>
          <p:nvSpPr>
            <p:cNvPr id="384" name="tx55">
              <a:extLst>
                <a:ext uri="{FF2B5EF4-FFF2-40B4-BE49-F238E27FC236}">
                  <a16:creationId xmlns:a16="http://schemas.microsoft.com/office/drawing/2014/main" id="{FAD35E72-BEE9-4B63-8BE4-92D8D4B8742C}"/>
                </a:ext>
              </a:extLst>
            </p:cNvPr>
            <p:cNvSpPr/>
            <p:nvPr/>
          </p:nvSpPr>
          <p:spPr>
            <a:xfrm>
              <a:off x="817451" y="667960"/>
              <a:ext cx="8253639" cy="6940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814"/>
                </a:lnSpc>
              </a:pPr>
              <a:r>
                <a:rPr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Cumulative Estimates of Mortality Odds Ratio </a:t>
              </a:r>
              <a:r>
                <a:rPr lang="en-US"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</a:t>
              </a:r>
              <a:r>
                <a:rPr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and 95% CI</a:t>
              </a:r>
              <a:br>
                <a:rPr lang="en-US"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</a:br>
              <a:r>
                <a:rPr lang="en-US" sz="1814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weighted by degree of heterogeneity</a:t>
              </a:r>
            </a:p>
            <a:p>
              <a:pPr>
                <a:lnSpc>
                  <a:spcPts val="1814"/>
                </a:lnSpc>
              </a:pPr>
              <a:endParaRPr sz="1814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A539AC78-DE56-4DAA-95D8-1E06F6998847}"/>
                </a:ext>
              </a:extLst>
            </p:cNvPr>
            <p:cNvSpPr/>
            <p:nvPr/>
          </p:nvSpPr>
          <p:spPr>
            <a:xfrm>
              <a:off x="6434299" y="746471"/>
              <a:ext cx="414589" cy="77638"/>
            </a:xfrm>
            <a:prstGeom prst="rect">
              <a:avLst/>
            </a:prstGeom>
            <a:solidFill>
              <a:srgbClr val="73A0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/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B28D3157-29BA-40BF-9B59-3A8C9BF3F332}"/>
                </a:ext>
              </a:extLst>
            </p:cNvPr>
            <p:cNvSpPr/>
            <p:nvPr/>
          </p:nvSpPr>
          <p:spPr>
            <a:xfrm>
              <a:off x="8166636" y="598224"/>
              <a:ext cx="616087" cy="296492"/>
            </a:xfrm>
            <a:prstGeom prst="rect">
              <a:avLst/>
            </a:prstGeom>
            <a:solidFill>
              <a:srgbClr val="A2C0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/>
            </a:p>
          </p:txBody>
        </p:sp>
      </p:grpSp>
      <p:sp>
        <p:nvSpPr>
          <p:cNvPr id="388" name="TextBox 387">
            <a:extLst>
              <a:ext uri="{FF2B5EF4-FFF2-40B4-BE49-F238E27FC236}">
                <a16:creationId xmlns:a16="http://schemas.microsoft.com/office/drawing/2014/main" id="{E4D2B93B-881B-4F8F-86E0-081C60975088}"/>
              </a:ext>
            </a:extLst>
          </p:cNvPr>
          <p:cNvSpPr txBox="1"/>
          <p:nvPr/>
        </p:nvSpPr>
        <p:spPr>
          <a:xfrm>
            <a:off x="7113289" y="3785040"/>
            <a:ext cx="200288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rgbClr val="969696"/>
                </a:solidFill>
                <a:latin typeface="Arial"/>
                <a:cs typeface="Arial"/>
              </a:rPr>
              <a:t>Understanding did not</a:t>
            </a:r>
            <a:br>
              <a:rPr lang="en-US" sz="1270" dirty="0">
                <a:solidFill>
                  <a:srgbClr val="969696"/>
                </a:solidFill>
                <a:latin typeface="Arial"/>
                <a:cs typeface="Arial"/>
              </a:rPr>
            </a:br>
            <a:r>
              <a:rPr lang="en-US" sz="1270" dirty="0">
                <a:solidFill>
                  <a:srgbClr val="969696"/>
                </a:solidFill>
                <a:latin typeface="Arial"/>
                <a:cs typeface="Arial"/>
              </a:rPr>
              <a:t>change despite adding</a:t>
            </a: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72239B55-1741-41BE-B499-01A0857DBDA2}"/>
              </a:ext>
            </a:extLst>
          </p:cNvPr>
          <p:cNvSpPr txBox="1"/>
          <p:nvPr/>
        </p:nvSpPr>
        <p:spPr>
          <a:xfrm>
            <a:off x="8860182" y="3813326"/>
            <a:ext cx="19334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&gt;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40 000 RWS 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patients</a:t>
            </a:r>
            <a:b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</a:br>
            <a:r>
              <a:rPr lang="en-US" sz="1270" b="1" dirty="0">
                <a:solidFill>
                  <a:srgbClr val="000000"/>
                </a:solidFill>
                <a:latin typeface="Arial"/>
                <a:cs typeface="Arial"/>
              </a:rPr>
              <a:t>&gt; 11 000 RCT </a:t>
            </a:r>
            <a:r>
              <a:rPr lang="en-US" sz="1270" dirty="0">
                <a:solidFill>
                  <a:srgbClr val="000000"/>
                </a:solidFill>
                <a:latin typeface="Arial"/>
                <a:cs typeface="Arial"/>
              </a:rPr>
              <a:t>patients</a:t>
            </a:r>
          </a:p>
        </p:txBody>
      </p: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58731B0C-3993-4437-A686-3A2BA716F9D8}"/>
              </a:ext>
            </a:extLst>
          </p:cNvPr>
          <p:cNvGrpSpPr/>
          <p:nvPr/>
        </p:nvGrpSpPr>
        <p:grpSpPr>
          <a:xfrm>
            <a:off x="2058128" y="1522078"/>
            <a:ext cx="487526" cy="2016865"/>
            <a:chOff x="2101450" y="1576145"/>
            <a:chExt cx="487526" cy="2016865"/>
          </a:xfrm>
        </p:grpSpPr>
        <p:sp>
          <p:nvSpPr>
            <p:cNvPr id="391" name="tx54">
              <a:extLst>
                <a:ext uri="{FF2B5EF4-FFF2-40B4-BE49-F238E27FC236}">
                  <a16:creationId xmlns:a16="http://schemas.microsoft.com/office/drawing/2014/main" id="{FC8DB686-31D2-4353-9896-507B46CB51AC}"/>
                </a:ext>
              </a:extLst>
            </p:cNvPr>
            <p:cNvSpPr/>
            <p:nvPr/>
          </p:nvSpPr>
          <p:spPr>
            <a:xfrm rot="16200000">
              <a:off x="1710116" y="2985406"/>
              <a:ext cx="998938" cy="2162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814"/>
                </a:lnSpc>
              </a:pPr>
              <a:r>
                <a:rPr lang="en-US" sz="1451" dirty="0">
                  <a:solidFill>
                    <a:schemeClr val="bg1">
                      <a:lumMod val="65000"/>
                    </a:schemeClr>
                  </a:solidFill>
                  <a:latin typeface="Arial"/>
                  <a:cs typeface="Arial"/>
                </a:rPr>
                <a:t>HCQ Better</a:t>
              </a:r>
              <a:endParaRPr sz="145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endParaRPr>
            </a:p>
          </p:txBody>
        </p: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6E97A333-F1D2-4467-8A13-9D4AE7DF78B4}"/>
                </a:ext>
              </a:extLst>
            </p:cNvPr>
            <p:cNvGrpSpPr/>
            <p:nvPr/>
          </p:nvGrpSpPr>
          <p:grpSpPr>
            <a:xfrm rot="16200000">
              <a:off x="2105140" y="3009737"/>
              <a:ext cx="760377" cy="207295"/>
              <a:chOff x="7470589" y="6844408"/>
              <a:chExt cx="838527" cy="228600"/>
            </a:xfrm>
          </p:grpSpPr>
          <p:sp>
            <p:nvSpPr>
              <p:cNvPr id="397" name="pl81">
                <a:extLst>
                  <a:ext uri="{FF2B5EF4-FFF2-40B4-BE49-F238E27FC236}">
                    <a16:creationId xmlns:a16="http://schemas.microsoft.com/office/drawing/2014/main" id="{D6B57F1F-E437-4628-A557-4D033775F289}"/>
                  </a:ext>
                </a:extLst>
              </p:cNvPr>
              <p:cNvSpPr/>
              <p:nvPr/>
            </p:nvSpPr>
            <p:spPr>
              <a:xfrm flipV="1">
                <a:off x="7470590" y="6912989"/>
                <a:ext cx="838526" cy="45719"/>
              </a:xfrm>
              <a:custGeom>
                <a:avLst/>
                <a:gdLst/>
                <a:ahLst/>
                <a:cxnLst/>
                <a:rect l="0" t="0" r="0" b="0"/>
                <a:pathLst>
                  <a:path w="2022349">
                    <a:moveTo>
                      <a:pt x="0" y="0"/>
                    </a:moveTo>
                    <a:lnTo>
                      <a:pt x="2022349" y="0"/>
                    </a:lnTo>
                  </a:path>
                </a:pathLst>
              </a:custGeom>
              <a:ln w="27101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632"/>
              </a:p>
            </p:txBody>
          </p:sp>
          <p:sp>
            <p:nvSpPr>
              <p:cNvPr id="398" name="pl84">
                <a:extLst>
                  <a:ext uri="{FF2B5EF4-FFF2-40B4-BE49-F238E27FC236}">
                    <a16:creationId xmlns:a16="http://schemas.microsoft.com/office/drawing/2014/main" id="{5CE62AAD-B061-4C72-ABBB-CA9B76646868}"/>
                  </a:ext>
                </a:extLst>
              </p:cNvPr>
              <p:cNvSpPr/>
              <p:nvPr/>
            </p:nvSpPr>
            <p:spPr>
              <a:xfrm>
                <a:off x="7470589" y="6844408"/>
                <a:ext cx="197973" cy="228600"/>
              </a:xfrm>
              <a:custGeom>
                <a:avLst/>
                <a:gdLst/>
                <a:ahLst/>
                <a:cxnLst/>
                <a:rect l="0" t="0" r="0" b="0"/>
                <a:pathLst>
                  <a:path w="197973" h="228600">
                    <a:moveTo>
                      <a:pt x="197973" y="0"/>
                    </a:moveTo>
                    <a:lnTo>
                      <a:pt x="0" y="114300"/>
                    </a:lnTo>
                    <a:lnTo>
                      <a:pt x="197973" y="228600"/>
                    </a:lnTo>
                  </a:path>
                </a:pathLst>
              </a:custGeom>
              <a:ln w="27101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632"/>
              </a:p>
            </p:txBody>
          </p:sp>
        </p:grpSp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4DFE40C7-E03C-4794-B174-59E3A342AA20}"/>
                </a:ext>
              </a:extLst>
            </p:cNvPr>
            <p:cNvGrpSpPr/>
            <p:nvPr/>
          </p:nvGrpSpPr>
          <p:grpSpPr>
            <a:xfrm rot="5400000">
              <a:off x="2087139" y="1982623"/>
              <a:ext cx="760377" cy="207295"/>
              <a:chOff x="7470589" y="6844408"/>
              <a:chExt cx="838527" cy="228600"/>
            </a:xfrm>
          </p:grpSpPr>
          <p:sp>
            <p:nvSpPr>
              <p:cNvPr id="395" name="pl81">
                <a:extLst>
                  <a:ext uri="{FF2B5EF4-FFF2-40B4-BE49-F238E27FC236}">
                    <a16:creationId xmlns:a16="http://schemas.microsoft.com/office/drawing/2014/main" id="{19F76D1F-C88E-42BC-944F-9A93256B4FE2}"/>
                  </a:ext>
                </a:extLst>
              </p:cNvPr>
              <p:cNvSpPr/>
              <p:nvPr/>
            </p:nvSpPr>
            <p:spPr>
              <a:xfrm flipV="1">
                <a:off x="7470590" y="6912989"/>
                <a:ext cx="838526" cy="45719"/>
              </a:xfrm>
              <a:custGeom>
                <a:avLst/>
                <a:gdLst/>
                <a:ahLst/>
                <a:cxnLst/>
                <a:rect l="0" t="0" r="0" b="0"/>
                <a:pathLst>
                  <a:path w="2022349">
                    <a:moveTo>
                      <a:pt x="0" y="0"/>
                    </a:moveTo>
                    <a:lnTo>
                      <a:pt x="2022349" y="0"/>
                    </a:lnTo>
                  </a:path>
                </a:pathLst>
              </a:custGeom>
              <a:ln w="27101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632"/>
              </a:p>
            </p:txBody>
          </p:sp>
          <p:sp>
            <p:nvSpPr>
              <p:cNvPr id="396" name="pl84">
                <a:extLst>
                  <a:ext uri="{FF2B5EF4-FFF2-40B4-BE49-F238E27FC236}">
                    <a16:creationId xmlns:a16="http://schemas.microsoft.com/office/drawing/2014/main" id="{4E4D401E-C458-4964-9448-11CEB63EF3A9}"/>
                  </a:ext>
                </a:extLst>
              </p:cNvPr>
              <p:cNvSpPr/>
              <p:nvPr/>
            </p:nvSpPr>
            <p:spPr>
              <a:xfrm>
                <a:off x="7470589" y="6844408"/>
                <a:ext cx="197973" cy="228600"/>
              </a:xfrm>
              <a:custGeom>
                <a:avLst/>
                <a:gdLst/>
                <a:ahLst/>
                <a:cxnLst/>
                <a:rect l="0" t="0" r="0" b="0"/>
                <a:pathLst>
                  <a:path w="197973" h="228600">
                    <a:moveTo>
                      <a:pt x="197973" y="0"/>
                    </a:moveTo>
                    <a:lnTo>
                      <a:pt x="0" y="114300"/>
                    </a:lnTo>
                    <a:lnTo>
                      <a:pt x="197973" y="228600"/>
                    </a:lnTo>
                  </a:path>
                </a:pathLst>
              </a:custGeom>
              <a:ln w="27101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sz="1632"/>
              </a:p>
            </p:txBody>
          </p:sp>
        </p:grpSp>
        <p:sp>
          <p:nvSpPr>
            <p:cNvPr id="394" name="tx54">
              <a:extLst>
                <a:ext uri="{FF2B5EF4-FFF2-40B4-BE49-F238E27FC236}">
                  <a16:creationId xmlns:a16="http://schemas.microsoft.com/office/drawing/2014/main" id="{D2FE8A3C-A3B0-4AF2-B0EE-82F917627FBE}"/>
                </a:ext>
              </a:extLst>
            </p:cNvPr>
            <p:cNvSpPr/>
            <p:nvPr/>
          </p:nvSpPr>
          <p:spPr>
            <a:xfrm rot="16200000">
              <a:off x="1723887" y="1967479"/>
              <a:ext cx="998938" cy="2162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814"/>
                </a:lnSpc>
              </a:pPr>
              <a:r>
                <a:rPr lang="en-US" sz="1451" dirty="0">
                  <a:solidFill>
                    <a:schemeClr val="bg1">
                      <a:lumMod val="65000"/>
                    </a:schemeClr>
                  </a:solidFill>
                  <a:latin typeface="Arial"/>
                  <a:cs typeface="Arial"/>
                </a:rPr>
                <a:t>HCQ Worst</a:t>
              </a:r>
              <a:endParaRPr sz="145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endParaRPr>
            </a:p>
          </p:txBody>
        </p:sp>
      </p:grpSp>
      <p:sp>
        <p:nvSpPr>
          <p:cNvPr id="399" name="pl30">
            <a:extLst>
              <a:ext uri="{FF2B5EF4-FFF2-40B4-BE49-F238E27FC236}">
                <a16:creationId xmlns:a16="http://schemas.microsoft.com/office/drawing/2014/main" id="{1C483ACF-8685-4550-8A23-59B6F2C9EDF4}"/>
              </a:ext>
            </a:extLst>
          </p:cNvPr>
          <p:cNvSpPr/>
          <p:nvPr/>
        </p:nvSpPr>
        <p:spPr>
          <a:xfrm>
            <a:off x="4713652" y="1914042"/>
            <a:ext cx="751091" cy="322258"/>
          </a:xfrm>
          <a:custGeom>
            <a:avLst/>
            <a:gdLst/>
            <a:ahLst/>
            <a:cxnLst/>
            <a:rect l="0" t="0" r="0" b="0"/>
            <a:pathLst>
              <a:path w="736350" h="322258">
                <a:moveTo>
                  <a:pt x="736350" y="0"/>
                </a:moveTo>
                <a:lnTo>
                  <a:pt x="734480" y="2299"/>
                </a:lnTo>
                <a:lnTo>
                  <a:pt x="724591" y="14463"/>
                </a:lnTo>
                <a:lnTo>
                  <a:pt x="707615" y="35345"/>
                </a:lnTo>
                <a:lnTo>
                  <a:pt x="689633" y="57424"/>
                </a:lnTo>
                <a:lnTo>
                  <a:pt x="673171" y="77081"/>
                </a:lnTo>
                <a:lnTo>
                  <a:pt x="657691" y="94446"/>
                </a:lnTo>
                <a:lnTo>
                  <a:pt x="645313" y="107370"/>
                </a:lnTo>
                <a:lnTo>
                  <a:pt x="629314" y="122951"/>
                </a:lnTo>
                <a:lnTo>
                  <a:pt x="613553" y="137239"/>
                </a:lnTo>
                <a:lnTo>
                  <a:pt x="598774" y="149861"/>
                </a:lnTo>
                <a:lnTo>
                  <a:pt x="584524" y="161694"/>
                </a:lnTo>
                <a:lnTo>
                  <a:pt x="569054" y="174092"/>
                </a:lnTo>
                <a:lnTo>
                  <a:pt x="551789" y="187059"/>
                </a:lnTo>
                <a:lnTo>
                  <a:pt x="537336" y="197197"/>
                </a:lnTo>
                <a:lnTo>
                  <a:pt x="518629" y="209396"/>
                </a:lnTo>
                <a:lnTo>
                  <a:pt x="500407" y="220371"/>
                </a:lnTo>
                <a:lnTo>
                  <a:pt x="483469" y="229902"/>
                </a:lnTo>
                <a:lnTo>
                  <a:pt x="467201" y="238761"/>
                </a:lnTo>
                <a:lnTo>
                  <a:pt x="449629" y="247939"/>
                </a:lnTo>
                <a:lnTo>
                  <a:pt x="430185" y="257328"/>
                </a:lnTo>
                <a:lnTo>
                  <a:pt x="414047" y="264485"/>
                </a:lnTo>
                <a:lnTo>
                  <a:pt x="393337" y="272842"/>
                </a:lnTo>
                <a:lnTo>
                  <a:pt x="373337" y="280092"/>
                </a:lnTo>
                <a:lnTo>
                  <a:pt x="354878" y="286174"/>
                </a:lnTo>
                <a:lnTo>
                  <a:pt x="337206" y="291725"/>
                </a:lnTo>
                <a:lnTo>
                  <a:pt x="318193" y="297337"/>
                </a:lnTo>
                <a:lnTo>
                  <a:pt x="297302" y="302795"/>
                </a:lnTo>
                <a:lnTo>
                  <a:pt x="280085" y="306702"/>
                </a:lnTo>
                <a:lnTo>
                  <a:pt x="258151" y="310902"/>
                </a:lnTo>
                <a:lnTo>
                  <a:pt x="237128" y="314155"/>
                </a:lnTo>
                <a:lnTo>
                  <a:pt x="217842" y="316557"/>
                </a:lnTo>
                <a:lnTo>
                  <a:pt x="199431" y="318592"/>
                </a:lnTo>
                <a:lnTo>
                  <a:pt x="179692" y="320428"/>
                </a:lnTo>
                <a:lnTo>
                  <a:pt x="158140" y="321749"/>
                </a:lnTo>
                <a:lnTo>
                  <a:pt x="140493" y="322258"/>
                </a:lnTo>
                <a:lnTo>
                  <a:pt x="117968" y="322116"/>
                </a:lnTo>
                <a:lnTo>
                  <a:pt x="94361" y="321047"/>
                </a:lnTo>
                <a:lnTo>
                  <a:pt x="68187" y="319129"/>
                </a:lnTo>
                <a:lnTo>
                  <a:pt x="39483" y="316740"/>
                </a:lnTo>
                <a:lnTo>
                  <a:pt x="14220" y="314630"/>
                </a:lnTo>
                <a:lnTo>
                  <a:pt x="1550" y="313572"/>
                </a:lnTo>
                <a:lnTo>
                  <a:pt x="0" y="313442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tailEnd type="arrow"/>
          </a:ln>
        </p:spPr>
        <p:txBody>
          <a:bodyPr/>
          <a:lstStyle/>
          <a:p>
            <a:endParaRPr dirty="0"/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F030BC09-50ED-44B8-A812-E6ADA9BEC7BA}"/>
              </a:ext>
            </a:extLst>
          </p:cNvPr>
          <p:cNvSpPr txBox="1"/>
          <p:nvPr/>
        </p:nvSpPr>
        <p:spPr>
          <a:xfrm>
            <a:off x="5490494" y="1737290"/>
            <a:ext cx="29426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  <a:latin typeface="Arial"/>
                <a:cs typeface="Arial"/>
              </a:rPr>
              <a:t>HCQ never showed any promising effect on mortality before or after Day 236</a:t>
            </a:r>
          </a:p>
        </p:txBody>
      </p:sp>
      <p:sp>
        <p:nvSpPr>
          <p:cNvPr id="401" name="tx105">
            <a:extLst>
              <a:ext uri="{FF2B5EF4-FFF2-40B4-BE49-F238E27FC236}">
                <a16:creationId xmlns:a16="http://schemas.microsoft.com/office/drawing/2014/main" id="{DFE35087-18EF-4655-BE4B-4E948D5A6A4E}"/>
              </a:ext>
            </a:extLst>
          </p:cNvPr>
          <p:cNvSpPr/>
          <p:nvPr/>
        </p:nvSpPr>
        <p:spPr>
          <a:xfrm>
            <a:off x="148416" y="4333958"/>
            <a:ext cx="1766249" cy="5039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995"/>
              </a:lnSpc>
            </a:pPr>
            <a:r>
              <a:rPr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Cumulative</a:t>
            </a:r>
            <a: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N</a:t>
            </a:r>
          </a:p>
          <a:p>
            <a:pPr>
              <a:lnSpc>
                <a:spcPts val="1995"/>
              </a:lnSpc>
            </a:pPr>
            <a: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and</a:t>
            </a:r>
          </a:p>
          <a:p>
            <a:pPr>
              <a:lnSpc>
                <a:spcPts val="1995"/>
              </a:lnSpc>
            </a:pPr>
            <a:r>
              <a:rPr lang="en-US" sz="1451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N of patients</a:t>
            </a:r>
            <a:endParaRPr sz="1451" b="1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402" name="tx112">
            <a:extLst>
              <a:ext uri="{FF2B5EF4-FFF2-40B4-BE49-F238E27FC236}">
                <a16:creationId xmlns:a16="http://schemas.microsoft.com/office/drawing/2014/main" id="{95DB51B3-0FAE-4891-AD61-EE8FC9AF7F12}"/>
              </a:ext>
            </a:extLst>
          </p:cNvPr>
          <p:cNvSpPr/>
          <p:nvPr/>
        </p:nvSpPr>
        <p:spPr>
          <a:xfrm>
            <a:off x="1868350" y="5250752"/>
            <a:ext cx="1128947" cy="57225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596"/>
              </a:lnSpc>
            </a:pPr>
            <a: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Randomized</a:t>
            </a:r>
            <a:b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Controlled</a:t>
            </a:r>
            <a:b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</a:br>
            <a:r>
              <a:rPr lang="en-US" sz="1596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Trials</a:t>
            </a:r>
            <a:endParaRPr sz="1596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403" name="tx111">
            <a:extLst>
              <a:ext uri="{FF2B5EF4-FFF2-40B4-BE49-F238E27FC236}">
                <a16:creationId xmlns:a16="http://schemas.microsoft.com/office/drawing/2014/main" id="{D7D34C27-41A1-4A54-9E7A-17B57016EC96}"/>
              </a:ext>
            </a:extLst>
          </p:cNvPr>
          <p:cNvSpPr/>
          <p:nvPr/>
        </p:nvSpPr>
        <p:spPr>
          <a:xfrm>
            <a:off x="1930233" y="4524042"/>
            <a:ext cx="899622" cy="3488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596"/>
              </a:lnSpc>
            </a:pPr>
            <a:r>
              <a:rPr lang="en-US" sz="1596" dirty="0">
                <a:solidFill>
                  <a:srgbClr val="000000"/>
                </a:solidFill>
                <a:latin typeface="Arial"/>
                <a:cs typeface="Arial"/>
              </a:rPr>
              <a:t>Real World</a:t>
            </a:r>
            <a:br>
              <a:rPr lang="en-US" sz="1596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1596" dirty="0">
                <a:solidFill>
                  <a:srgbClr val="000000"/>
                </a:solidFill>
                <a:latin typeface="Arial"/>
                <a:cs typeface="Arial"/>
              </a:rPr>
              <a:t>Studies</a:t>
            </a:r>
            <a:endParaRPr sz="1596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04" name="pl30">
            <a:extLst>
              <a:ext uri="{FF2B5EF4-FFF2-40B4-BE49-F238E27FC236}">
                <a16:creationId xmlns:a16="http://schemas.microsoft.com/office/drawing/2014/main" id="{41A344C5-C712-4709-B212-BA7568251B07}"/>
              </a:ext>
            </a:extLst>
          </p:cNvPr>
          <p:cNvSpPr/>
          <p:nvPr/>
        </p:nvSpPr>
        <p:spPr>
          <a:xfrm>
            <a:off x="7292676" y="4045744"/>
            <a:ext cx="1661293" cy="678437"/>
          </a:xfrm>
          <a:custGeom>
            <a:avLst/>
            <a:gdLst/>
            <a:ahLst/>
            <a:cxnLst/>
            <a:rect l="0" t="0" r="0" b="0"/>
            <a:pathLst>
              <a:path w="736350" h="322258">
                <a:moveTo>
                  <a:pt x="736350" y="0"/>
                </a:moveTo>
                <a:lnTo>
                  <a:pt x="734480" y="2299"/>
                </a:lnTo>
                <a:lnTo>
                  <a:pt x="724591" y="14463"/>
                </a:lnTo>
                <a:lnTo>
                  <a:pt x="707615" y="35345"/>
                </a:lnTo>
                <a:lnTo>
                  <a:pt x="689633" y="57424"/>
                </a:lnTo>
                <a:lnTo>
                  <a:pt x="673171" y="77081"/>
                </a:lnTo>
                <a:lnTo>
                  <a:pt x="657691" y="94446"/>
                </a:lnTo>
                <a:lnTo>
                  <a:pt x="645313" y="107370"/>
                </a:lnTo>
                <a:lnTo>
                  <a:pt x="629314" y="122951"/>
                </a:lnTo>
                <a:lnTo>
                  <a:pt x="613553" y="137239"/>
                </a:lnTo>
                <a:lnTo>
                  <a:pt x="598774" y="149861"/>
                </a:lnTo>
                <a:lnTo>
                  <a:pt x="584524" y="161694"/>
                </a:lnTo>
                <a:lnTo>
                  <a:pt x="569054" y="174092"/>
                </a:lnTo>
                <a:lnTo>
                  <a:pt x="551789" y="187059"/>
                </a:lnTo>
                <a:lnTo>
                  <a:pt x="537336" y="197197"/>
                </a:lnTo>
                <a:lnTo>
                  <a:pt x="518629" y="209396"/>
                </a:lnTo>
                <a:lnTo>
                  <a:pt x="500407" y="220371"/>
                </a:lnTo>
                <a:lnTo>
                  <a:pt x="483469" y="229902"/>
                </a:lnTo>
                <a:lnTo>
                  <a:pt x="467201" y="238761"/>
                </a:lnTo>
                <a:lnTo>
                  <a:pt x="449629" y="247939"/>
                </a:lnTo>
                <a:lnTo>
                  <a:pt x="430185" y="257328"/>
                </a:lnTo>
                <a:lnTo>
                  <a:pt x="414047" y="264485"/>
                </a:lnTo>
                <a:lnTo>
                  <a:pt x="393337" y="272842"/>
                </a:lnTo>
                <a:lnTo>
                  <a:pt x="373337" y="280092"/>
                </a:lnTo>
                <a:lnTo>
                  <a:pt x="354878" y="286174"/>
                </a:lnTo>
                <a:lnTo>
                  <a:pt x="337206" y="291725"/>
                </a:lnTo>
                <a:lnTo>
                  <a:pt x="318193" y="297337"/>
                </a:lnTo>
                <a:lnTo>
                  <a:pt x="297302" y="302795"/>
                </a:lnTo>
                <a:lnTo>
                  <a:pt x="280085" y="306702"/>
                </a:lnTo>
                <a:lnTo>
                  <a:pt x="258151" y="310902"/>
                </a:lnTo>
                <a:lnTo>
                  <a:pt x="237128" y="314155"/>
                </a:lnTo>
                <a:lnTo>
                  <a:pt x="217842" y="316557"/>
                </a:lnTo>
                <a:lnTo>
                  <a:pt x="199431" y="318592"/>
                </a:lnTo>
                <a:lnTo>
                  <a:pt x="179692" y="320428"/>
                </a:lnTo>
                <a:lnTo>
                  <a:pt x="158140" y="321749"/>
                </a:lnTo>
                <a:lnTo>
                  <a:pt x="140493" y="322258"/>
                </a:lnTo>
                <a:lnTo>
                  <a:pt x="117968" y="322116"/>
                </a:lnTo>
                <a:lnTo>
                  <a:pt x="94361" y="321047"/>
                </a:lnTo>
                <a:lnTo>
                  <a:pt x="68187" y="319129"/>
                </a:lnTo>
                <a:lnTo>
                  <a:pt x="39483" y="316740"/>
                </a:lnTo>
                <a:lnTo>
                  <a:pt x="14220" y="314630"/>
                </a:lnTo>
                <a:lnTo>
                  <a:pt x="1550" y="313572"/>
                </a:lnTo>
                <a:lnTo>
                  <a:pt x="0" y="313442"/>
                </a:lnTo>
              </a:path>
            </a:pathLst>
          </a:custGeom>
          <a:ln w="27101" cap="flat">
            <a:solidFill>
              <a:srgbClr val="BEBEBE"/>
            </a:solidFill>
            <a:prstDash val="solid"/>
            <a:round/>
            <a:tailEnd type="arrow"/>
          </a:ln>
        </p:spPr>
        <p:txBody>
          <a:bodyPr/>
          <a:lstStyle/>
          <a:p>
            <a:endParaRPr dirty="0"/>
          </a:p>
        </p:txBody>
      </p:sp>
      <p:sp>
        <p:nvSpPr>
          <p:cNvPr id="405" name="Freeform: Shape 404">
            <a:extLst>
              <a:ext uri="{FF2B5EF4-FFF2-40B4-BE49-F238E27FC236}">
                <a16:creationId xmlns:a16="http://schemas.microsoft.com/office/drawing/2014/main" id="{EC496637-1F16-4019-9F62-4A2BF5E2168C}"/>
              </a:ext>
            </a:extLst>
          </p:cNvPr>
          <p:cNvSpPr/>
          <p:nvPr/>
        </p:nvSpPr>
        <p:spPr>
          <a:xfrm>
            <a:off x="9721871" y="4218474"/>
            <a:ext cx="935194" cy="1101191"/>
          </a:xfrm>
          <a:custGeom>
            <a:avLst/>
            <a:gdLst>
              <a:gd name="connsiteX0" fmla="*/ 0 w 679450"/>
              <a:gd name="connsiteY0" fmla="*/ 0 h 774700"/>
              <a:gd name="connsiteX1" fmla="*/ 38100 w 679450"/>
              <a:gd name="connsiteY1" fmla="*/ 298450 h 774700"/>
              <a:gd name="connsiteX2" fmla="*/ 101600 w 679450"/>
              <a:gd name="connsiteY2" fmla="*/ 539750 h 774700"/>
              <a:gd name="connsiteX3" fmla="*/ 254000 w 679450"/>
              <a:gd name="connsiteY3" fmla="*/ 666750 h 774700"/>
              <a:gd name="connsiteX4" fmla="*/ 679450 w 679450"/>
              <a:gd name="connsiteY4" fmla="*/ 774700 h 774700"/>
              <a:gd name="connsiteX5" fmla="*/ 679450 w 679450"/>
              <a:gd name="connsiteY5" fmla="*/ 774700 h 77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9450" h="774700">
                <a:moveTo>
                  <a:pt x="0" y="0"/>
                </a:moveTo>
                <a:cubicBezTo>
                  <a:pt x="10583" y="104246"/>
                  <a:pt x="21167" y="208492"/>
                  <a:pt x="38100" y="298450"/>
                </a:cubicBezTo>
                <a:cubicBezTo>
                  <a:pt x="55033" y="388408"/>
                  <a:pt x="65617" y="478367"/>
                  <a:pt x="101600" y="539750"/>
                </a:cubicBezTo>
                <a:cubicBezTo>
                  <a:pt x="137583" y="601133"/>
                  <a:pt x="157692" y="627592"/>
                  <a:pt x="254000" y="666750"/>
                </a:cubicBezTo>
                <a:cubicBezTo>
                  <a:pt x="350308" y="705908"/>
                  <a:pt x="679450" y="774700"/>
                  <a:pt x="679450" y="774700"/>
                </a:cubicBezTo>
                <a:lnTo>
                  <a:pt x="679450" y="774700"/>
                </a:lnTo>
              </a:path>
            </a:pathLst>
          </a:custGeom>
          <a:noFill/>
          <a:ln w="27051">
            <a:solidFill>
              <a:srgbClr val="00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FD367F6E-7CC5-4231-8C97-DD2F65C20225}"/>
              </a:ext>
            </a:extLst>
          </p:cNvPr>
          <p:cNvSpPr txBox="1"/>
          <p:nvPr/>
        </p:nvSpPr>
        <p:spPr>
          <a:xfrm>
            <a:off x="7218853" y="4305638"/>
            <a:ext cx="1638542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400" b="1" dirty="0">
                <a:solidFill>
                  <a:srgbClr val="BEBEBE"/>
                </a:solidFill>
                <a:latin typeface="Arial"/>
                <a:cs typeface="Arial"/>
              </a:rPr>
              <a:t>40304</a:t>
            </a:r>
          </a:p>
        </p:txBody>
      </p:sp>
      <p:sp>
        <p:nvSpPr>
          <p:cNvPr id="495" name="tx79">
            <a:extLst>
              <a:ext uri="{FF2B5EF4-FFF2-40B4-BE49-F238E27FC236}">
                <a16:creationId xmlns:a16="http://schemas.microsoft.com/office/drawing/2014/main" id="{35081AD8-7EF8-4F9F-BABA-FDA0259B3A93}"/>
              </a:ext>
            </a:extLst>
          </p:cNvPr>
          <p:cNvSpPr/>
          <p:nvPr/>
        </p:nvSpPr>
        <p:spPr>
          <a:xfrm>
            <a:off x="10778685" y="5256547"/>
            <a:ext cx="389873" cy="10255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BEBEBE"/>
                </a:solidFill>
                <a:latin typeface="Arial"/>
                <a:cs typeface="Arial"/>
              </a:rPr>
              <a:t>11379</a:t>
            </a:r>
            <a:endParaRPr sz="1200" b="1" dirty="0">
              <a:solidFill>
                <a:srgbClr val="BEBEBE"/>
              </a:solidFill>
              <a:latin typeface="Arial"/>
              <a:cs typeface="Arial"/>
            </a:endParaRPr>
          </a:p>
        </p:txBody>
      </p:sp>
      <p:sp>
        <p:nvSpPr>
          <p:cNvPr id="496" name="Right Brace 495">
            <a:extLst>
              <a:ext uri="{FF2B5EF4-FFF2-40B4-BE49-F238E27FC236}">
                <a16:creationId xmlns:a16="http://schemas.microsoft.com/office/drawing/2014/main" id="{75AE74D4-5140-4075-B123-5250943E246D}"/>
              </a:ext>
            </a:extLst>
          </p:cNvPr>
          <p:cNvSpPr/>
          <p:nvPr/>
        </p:nvSpPr>
        <p:spPr>
          <a:xfrm>
            <a:off x="11328937" y="5279632"/>
            <a:ext cx="208775" cy="424882"/>
          </a:xfrm>
          <a:prstGeom prst="rightBrace">
            <a:avLst/>
          </a:prstGeom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71B8D087-4060-4111-8949-22F574B55D8B}"/>
              </a:ext>
            </a:extLst>
          </p:cNvPr>
          <p:cNvSpPr txBox="1"/>
          <p:nvPr/>
        </p:nvSpPr>
        <p:spPr>
          <a:xfrm>
            <a:off x="10651425" y="5599637"/>
            <a:ext cx="1304708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rgbClr val="969696"/>
                </a:solidFill>
                <a:latin typeface="Arial"/>
                <a:cs typeface="Arial"/>
              </a:rPr>
              <a:t>Height proportional to Cumulative N</a:t>
            </a:r>
          </a:p>
        </p:txBody>
      </p:sp>
      <p:sp>
        <p:nvSpPr>
          <p:cNvPr id="711" name="pl32">
            <a:extLst>
              <a:ext uri="{FF2B5EF4-FFF2-40B4-BE49-F238E27FC236}">
                <a16:creationId xmlns:a16="http://schemas.microsoft.com/office/drawing/2014/main" id="{350A4B2B-BF48-4615-B4CA-8971B749B51B}"/>
              </a:ext>
            </a:extLst>
          </p:cNvPr>
          <p:cNvSpPr/>
          <p:nvPr/>
        </p:nvSpPr>
        <p:spPr>
          <a:xfrm rot="15712211">
            <a:off x="4309071" y="3848886"/>
            <a:ext cx="441012" cy="335644"/>
          </a:xfrm>
          <a:custGeom>
            <a:avLst/>
            <a:gdLst/>
            <a:ahLst/>
            <a:cxnLst/>
            <a:rect l="0" t="0" r="0" b="0"/>
            <a:pathLst>
              <a:path w="753729" h="297339">
                <a:moveTo>
                  <a:pt x="753729" y="0"/>
                </a:moveTo>
                <a:lnTo>
                  <a:pt x="751764" y="2208"/>
                </a:lnTo>
                <a:lnTo>
                  <a:pt x="741353" y="13909"/>
                </a:lnTo>
                <a:lnTo>
                  <a:pt x="723443" y="34038"/>
                </a:lnTo>
                <a:lnTo>
                  <a:pt x="704431" y="55370"/>
                </a:lnTo>
                <a:lnTo>
                  <a:pt x="687044" y="74359"/>
                </a:lnTo>
                <a:lnTo>
                  <a:pt x="670753" y="91091"/>
                </a:lnTo>
                <a:lnTo>
                  <a:pt x="657473" y="103785"/>
                </a:lnTo>
                <a:lnTo>
                  <a:pt x="640750" y="118681"/>
                </a:lnTo>
                <a:lnTo>
                  <a:pt x="624320" y="132297"/>
                </a:lnTo>
                <a:lnTo>
                  <a:pt x="608944" y="144292"/>
                </a:lnTo>
                <a:lnTo>
                  <a:pt x="594144" y="155510"/>
                </a:lnTo>
                <a:lnTo>
                  <a:pt x="578117" y="167231"/>
                </a:lnTo>
                <a:lnTo>
                  <a:pt x="560266" y="179448"/>
                </a:lnTo>
                <a:lnTo>
                  <a:pt x="544985" y="189189"/>
                </a:lnTo>
                <a:lnTo>
                  <a:pt x="525700" y="200576"/>
                </a:lnTo>
                <a:lnTo>
                  <a:pt x="506950" y="210763"/>
                </a:lnTo>
                <a:lnTo>
                  <a:pt x="489548" y="219563"/>
                </a:lnTo>
                <a:lnTo>
                  <a:pt x="472860" y="227713"/>
                </a:lnTo>
                <a:lnTo>
                  <a:pt x="454871" y="236119"/>
                </a:lnTo>
                <a:lnTo>
                  <a:pt x="434997" y="244658"/>
                </a:lnTo>
                <a:lnTo>
                  <a:pt x="418123" y="251266"/>
                </a:lnTo>
                <a:lnTo>
                  <a:pt x="397002" y="258715"/>
                </a:lnTo>
                <a:lnTo>
                  <a:pt x="376638" y="265091"/>
                </a:lnTo>
                <a:lnTo>
                  <a:pt x="357864" y="270365"/>
                </a:lnTo>
                <a:lnTo>
                  <a:pt x="339917" y="275138"/>
                </a:lnTo>
                <a:lnTo>
                  <a:pt x="320643" y="279913"/>
                </a:lnTo>
                <a:lnTo>
                  <a:pt x="299495" y="284455"/>
                </a:lnTo>
                <a:lnTo>
                  <a:pt x="281662" y="287680"/>
                </a:lnTo>
                <a:lnTo>
                  <a:pt x="259501" y="290910"/>
                </a:lnTo>
                <a:lnTo>
                  <a:pt x="238289" y="293234"/>
                </a:lnTo>
                <a:lnTo>
                  <a:pt x="218850" y="294784"/>
                </a:lnTo>
                <a:lnTo>
                  <a:pt x="200318" y="296003"/>
                </a:lnTo>
                <a:lnTo>
                  <a:pt x="180486" y="296966"/>
                </a:lnTo>
                <a:lnTo>
                  <a:pt x="158858" y="297339"/>
                </a:lnTo>
                <a:lnTo>
                  <a:pt x="140738" y="297060"/>
                </a:lnTo>
                <a:lnTo>
                  <a:pt x="118180" y="295913"/>
                </a:lnTo>
                <a:lnTo>
                  <a:pt x="94587" y="293794"/>
                </a:lnTo>
                <a:lnTo>
                  <a:pt x="68472" y="290711"/>
                </a:lnTo>
                <a:lnTo>
                  <a:pt x="39833" y="287037"/>
                </a:lnTo>
                <a:lnTo>
                  <a:pt x="14510" y="283782"/>
                </a:lnTo>
                <a:lnTo>
                  <a:pt x="1645" y="282129"/>
                </a:lnTo>
                <a:lnTo>
                  <a:pt x="0" y="281917"/>
                </a:lnTo>
              </a:path>
            </a:pathLst>
          </a:custGeom>
          <a:ln w="27101" cap="flat">
            <a:solidFill>
              <a:srgbClr val="7F7F7F"/>
            </a:solidFill>
            <a:prstDash val="solid"/>
            <a:round/>
            <a:headEnd type="none"/>
            <a:tailEnd type="arrow"/>
          </a:ln>
        </p:spPr>
        <p:txBody>
          <a:bodyPr/>
          <a:lstStyle/>
          <a:p>
            <a:endParaRPr>
              <a:solidFill>
                <a:srgbClr val="7F7F7F"/>
              </a:solidFill>
            </a:endParaRPr>
          </a:p>
        </p:txBody>
      </p:sp>
      <p:sp>
        <p:nvSpPr>
          <p:cNvPr id="712" name="TextBox 711">
            <a:extLst>
              <a:ext uri="{FF2B5EF4-FFF2-40B4-BE49-F238E27FC236}">
                <a16:creationId xmlns:a16="http://schemas.microsoft.com/office/drawing/2014/main" id="{9A3B59F6-9C86-437E-9B11-DED2ADB5B169}"/>
              </a:ext>
            </a:extLst>
          </p:cNvPr>
          <p:cNvSpPr txBox="1"/>
          <p:nvPr/>
        </p:nvSpPr>
        <p:spPr>
          <a:xfrm>
            <a:off x="1911983" y="3743918"/>
            <a:ext cx="25491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8"/>
              </a:lnSpc>
            </a:pP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Day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236: 14798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RWS patients +</a:t>
            </a:r>
          </a:p>
          <a:p>
            <a:pPr>
              <a:lnSpc>
                <a:spcPts val="1548"/>
              </a:lnSpc>
            </a:pP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                  </a:t>
            </a:r>
            <a:r>
              <a:rPr lang="en-US" sz="1270" b="1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5744</a:t>
            </a:r>
            <a:r>
              <a:rPr lang="en-US" sz="1270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 RCT patients</a:t>
            </a:r>
          </a:p>
        </p:txBody>
      </p:sp>
    </p:spTree>
    <p:extLst>
      <p:ext uri="{BB962C8B-B14F-4D97-AF65-F5344CB8AC3E}">
        <p14:creationId xmlns:p14="http://schemas.microsoft.com/office/powerpoint/2010/main" val="2597689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746714" y="414590"/>
            <a:ext cx="8995223" cy="6267683"/>
            <a:chOff x="552785" y="457200"/>
            <a:chExt cx="9919732" cy="6911862"/>
          </a:xfrm>
        </p:grpSpPr>
        <p:sp>
          <p:nvSpPr>
            <p:cNvPr id="3" name="rc3"/>
            <p:cNvSpPr/>
            <p:nvPr/>
          </p:nvSpPr>
          <p:spPr>
            <a:xfrm>
              <a:off x="552785" y="457200"/>
              <a:ext cx="9592591" cy="66484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" name="rc4"/>
            <p:cNvSpPr/>
            <p:nvPr/>
          </p:nvSpPr>
          <p:spPr>
            <a:xfrm>
              <a:off x="552785" y="457200"/>
              <a:ext cx="9592591" cy="66484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" name="rc5"/>
            <p:cNvSpPr/>
            <p:nvPr/>
          </p:nvSpPr>
          <p:spPr>
            <a:xfrm>
              <a:off x="622374" y="526789"/>
              <a:ext cx="9453413" cy="38640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22173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" name="rc6"/>
            <p:cNvSpPr/>
            <p:nvPr/>
          </p:nvSpPr>
          <p:spPr>
            <a:xfrm>
              <a:off x="1502088" y="1802481"/>
              <a:ext cx="1623641" cy="25313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" name="pl7"/>
            <p:cNvSpPr/>
            <p:nvPr/>
          </p:nvSpPr>
          <p:spPr>
            <a:xfrm>
              <a:off x="1502088" y="4054645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" name="pl8"/>
            <p:cNvSpPr/>
            <p:nvPr/>
          </p:nvSpPr>
          <p:spPr>
            <a:xfrm>
              <a:off x="1502088" y="3361897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9" name="pl9"/>
            <p:cNvSpPr/>
            <p:nvPr/>
          </p:nvSpPr>
          <p:spPr>
            <a:xfrm>
              <a:off x="1502088" y="246653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0" name="pl10"/>
            <p:cNvSpPr/>
            <p:nvPr/>
          </p:nvSpPr>
          <p:spPr>
            <a:xfrm>
              <a:off x="1575889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1" name="pl11"/>
            <p:cNvSpPr/>
            <p:nvPr/>
          </p:nvSpPr>
          <p:spPr>
            <a:xfrm>
              <a:off x="1871097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2" name="pl12"/>
            <p:cNvSpPr/>
            <p:nvPr/>
          </p:nvSpPr>
          <p:spPr>
            <a:xfrm>
              <a:off x="2166305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3" name="pl13"/>
            <p:cNvSpPr/>
            <p:nvPr/>
          </p:nvSpPr>
          <p:spPr>
            <a:xfrm>
              <a:off x="2461512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4" name="pl14"/>
            <p:cNvSpPr/>
            <p:nvPr/>
          </p:nvSpPr>
          <p:spPr>
            <a:xfrm>
              <a:off x="2756720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5" name="pl15"/>
            <p:cNvSpPr/>
            <p:nvPr/>
          </p:nvSpPr>
          <p:spPr>
            <a:xfrm>
              <a:off x="3051927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6" name="pl16"/>
            <p:cNvSpPr/>
            <p:nvPr/>
          </p:nvSpPr>
          <p:spPr>
            <a:xfrm>
              <a:off x="1502088" y="3708271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7" name="pl17"/>
            <p:cNvSpPr/>
            <p:nvPr/>
          </p:nvSpPr>
          <p:spPr>
            <a:xfrm>
              <a:off x="1502088" y="301552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8" name="pl18"/>
            <p:cNvSpPr/>
            <p:nvPr/>
          </p:nvSpPr>
          <p:spPr>
            <a:xfrm>
              <a:off x="1502088" y="1917544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9" name="pl19"/>
            <p:cNvSpPr/>
            <p:nvPr/>
          </p:nvSpPr>
          <p:spPr>
            <a:xfrm>
              <a:off x="1723493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0" name="pl20"/>
            <p:cNvSpPr/>
            <p:nvPr/>
          </p:nvSpPr>
          <p:spPr>
            <a:xfrm>
              <a:off x="2018701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1" name="pl21"/>
            <p:cNvSpPr/>
            <p:nvPr/>
          </p:nvSpPr>
          <p:spPr>
            <a:xfrm>
              <a:off x="2313908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2" name="pl22"/>
            <p:cNvSpPr/>
            <p:nvPr/>
          </p:nvSpPr>
          <p:spPr>
            <a:xfrm>
              <a:off x="2609116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3" name="pl23"/>
            <p:cNvSpPr/>
            <p:nvPr/>
          </p:nvSpPr>
          <p:spPr>
            <a:xfrm>
              <a:off x="2904323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4" name="pg24"/>
            <p:cNvSpPr/>
            <p:nvPr/>
          </p:nvSpPr>
          <p:spPr>
            <a:xfrm>
              <a:off x="1617218" y="2143433"/>
              <a:ext cx="1371239" cy="1910856"/>
            </a:xfrm>
            <a:custGeom>
              <a:avLst/>
              <a:gdLst/>
              <a:ahLst/>
              <a:cxnLst/>
              <a:rect l="0" t="0" r="0" b="0"/>
              <a:pathLst>
                <a:path w="1371239" h="1910856">
                  <a:moveTo>
                    <a:pt x="0" y="0"/>
                  </a:moveTo>
                  <a:lnTo>
                    <a:pt x="26568" y="4253"/>
                  </a:lnTo>
                  <a:lnTo>
                    <a:pt x="41329" y="115128"/>
                  </a:lnTo>
                  <a:lnTo>
                    <a:pt x="54613" y="115128"/>
                  </a:lnTo>
                  <a:lnTo>
                    <a:pt x="66421" y="197277"/>
                  </a:lnTo>
                  <a:lnTo>
                    <a:pt x="69373" y="197277"/>
                  </a:lnTo>
                  <a:lnTo>
                    <a:pt x="79706" y="197277"/>
                  </a:lnTo>
                  <a:lnTo>
                    <a:pt x="104798" y="197277"/>
                  </a:lnTo>
                  <a:lnTo>
                    <a:pt x="135795" y="344225"/>
                  </a:lnTo>
                  <a:lnTo>
                    <a:pt x="157936" y="382963"/>
                  </a:lnTo>
                  <a:lnTo>
                    <a:pt x="175648" y="497437"/>
                  </a:lnTo>
                  <a:lnTo>
                    <a:pt x="187456" y="484772"/>
                  </a:lnTo>
                  <a:lnTo>
                    <a:pt x="200741" y="531193"/>
                  </a:lnTo>
                  <a:lnTo>
                    <a:pt x="221405" y="664783"/>
                  </a:lnTo>
                  <a:lnTo>
                    <a:pt x="240594" y="664140"/>
                  </a:lnTo>
                  <a:lnTo>
                    <a:pt x="261258" y="663474"/>
                  </a:lnTo>
                  <a:lnTo>
                    <a:pt x="281923" y="663474"/>
                  </a:lnTo>
                  <a:lnTo>
                    <a:pt x="301111" y="663474"/>
                  </a:lnTo>
                  <a:lnTo>
                    <a:pt x="323252" y="662894"/>
                  </a:lnTo>
                  <a:lnTo>
                    <a:pt x="343916" y="677107"/>
                  </a:lnTo>
                  <a:lnTo>
                    <a:pt x="361629" y="677107"/>
                  </a:lnTo>
                  <a:lnTo>
                    <a:pt x="382293" y="684370"/>
                  </a:lnTo>
                  <a:lnTo>
                    <a:pt x="402958" y="688044"/>
                  </a:lnTo>
                  <a:lnTo>
                    <a:pt x="423622" y="688044"/>
                  </a:lnTo>
                  <a:lnTo>
                    <a:pt x="444287" y="694132"/>
                  </a:lnTo>
                  <a:lnTo>
                    <a:pt x="464951" y="690481"/>
                  </a:lnTo>
                  <a:lnTo>
                    <a:pt x="485616" y="680917"/>
                  </a:lnTo>
                  <a:lnTo>
                    <a:pt x="506280" y="682660"/>
                  </a:lnTo>
                  <a:lnTo>
                    <a:pt x="526945" y="682660"/>
                  </a:lnTo>
                  <a:lnTo>
                    <a:pt x="547610" y="691284"/>
                  </a:lnTo>
                  <a:lnTo>
                    <a:pt x="568274" y="692885"/>
                  </a:lnTo>
                  <a:lnTo>
                    <a:pt x="588939" y="692885"/>
                  </a:lnTo>
                  <a:lnTo>
                    <a:pt x="609603" y="692885"/>
                  </a:lnTo>
                  <a:lnTo>
                    <a:pt x="630268" y="692989"/>
                  </a:lnTo>
                  <a:lnTo>
                    <a:pt x="670121" y="692989"/>
                  </a:lnTo>
                  <a:lnTo>
                    <a:pt x="709974" y="690140"/>
                  </a:lnTo>
                  <a:lnTo>
                    <a:pt x="740970" y="692381"/>
                  </a:lnTo>
                  <a:lnTo>
                    <a:pt x="766063" y="692381"/>
                  </a:lnTo>
                  <a:lnTo>
                    <a:pt x="776395" y="692381"/>
                  </a:lnTo>
                  <a:lnTo>
                    <a:pt x="794108" y="692381"/>
                  </a:lnTo>
                  <a:lnTo>
                    <a:pt x="816248" y="702711"/>
                  </a:lnTo>
                  <a:lnTo>
                    <a:pt x="835437" y="702711"/>
                  </a:lnTo>
                  <a:lnTo>
                    <a:pt x="854625" y="702711"/>
                  </a:lnTo>
                  <a:lnTo>
                    <a:pt x="885622" y="708079"/>
                  </a:lnTo>
                  <a:lnTo>
                    <a:pt x="916619" y="708041"/>
                  </a:lnTo>
                  <a:lnTo>
                    <a:pt x="957948" y="708041"/>
                  </a:lnTo>
                  <a:lnTo>
                    <a:pt x="1009609" y="708041"/>
                  </a:lnTo>
                  <a:lnTo>
                    <a:pt x="1050938" y="708969"/>
                  </a:lnTo>
                  <a:lnTo>
                    <a:pt x="1084887" y="708969"/>
                  </a:lnTo>
                  <a:lnTo>
                    <a:pt x="1158689" y="708969"/>
                  </a:lnTo>
                  <a:lnTo>
                    <a:pt x="1250204" y="709927"/>
                  </a:lnTo>
                  <a:lnTo>
                    <a:pt x="1310721" y="706295"/>
                  </a:lnTo>
                  <a:lnTo>
                    <a:pt x="1371239" y="698149"/>
                  </a:lnTo>
                  <a:lnTo>
                    <a:pt x="1371239" y="917804"/>
                  </a:lnTo>
                  <a:lnTo>
                    <a:pt x="1310721" y="926490"/>
                  </a:lnTo>
                  <a:lnTo>
                    <a:pt x="1250204" y="932634"/>
                  </a:lnTo>
                  <a:lnTo>
                    <a:pt x="1158689" y="931765"/>
                  </a:lnTo>
                  <a:lnTo>
                    <a:pt x="1084887" y="931765"/>
                  </a:lnTo>
                  <a:lnTo>
                    <a:pt x="1050938" y="931765"/>
                  </a:lnTo>
                  <a:lnTo>
                    <a:pt x="1009609" y="930927"/>
                  </a:lnTo>
                  <a:lnTo>
                    <a:pt x="957948" y="930927"/>
                  </a:lnTo>
                  <a:lnTo>
                    <a:pt x="916619" y="930927"/>
                  </a:lnTo>
                  <a:lnTo>
                    <a:pt x="885622" y="931054"/>
                  </a:lnTo>
                  <a:lnTo>
                    <a:pt x="854625" y="926182"/>
                  </a:lnTo>
                  <a:lnTo>
                    <a:pt x="835437" y="926182"/>
                  </a:lnTo>
                  <a:lnTo>
                    <a:pt x="816248" y="926182"/>
                  </a:lnTo>
                  <a:lnTo>
                    <a:pt x="794108" y="920632"/>
                  </a:lnTo>
                  <a:lnTo>
                    <a:pt x="776395" y="920632"/>
                  </a:lnTo>
                  <a:lnTo>
                    <a:pt x="766063" y="920632"/>
                  </a:lnTo>
                  <a:lnTo>
                    <a:pt x="740970" y="920632"/>
                  </a:lnTo>
                  <a:lnTo>
                    <a:pt x="709974" y="919736"/>
                  </a:lnTo>
                  <a:lnTo>
                    <a:pt x="670121" y="923282"/>
                  </a:lnTo>
                  <a:lnTo>
                    <a:pt x="630268" y="923282"/>
                  </a:lnTo>
                  <a:lnTo>
                    <a:pt x="609603" y="923277"/>
                  </a:lnTo>
                  <a:lnTo>
                    <a:pt x="588939" y="923277"/>
                  </a:lnTo>
                  <a:lnTo>
                    <a:pt x="568274" y="923277"/>
                  </a:lnTo>
                  <a:lnTo>
                    <a:pt x="547610" y="925093"/>
                  </a:lnTo>
                  <a:lnTo>
                    <a:pt x="526945" y="917458"/>
                  </a:lnTo>
                  <a:lnTo>
                    <a:pt x="506280" y="917458"/>
                  </a:lnTo>
                  <a:lnTo>
                    <a:pt x="485616" y="917135"/>
                  </a:lnTo>
                  <a:lnTo>
                    <a:pt x="464951" y="945658"/>
                  </a:lnTo>
                  <a:lnTo>
                    <a:pt x="444287" y="950293"/>
                  </a:lnTo>
                  <a:lnTo>
                    <a:pt x="423622" y="946096"/>
                  </a:lnTo>
                  <a:lnTo>
                    <a:pt x="402958" y="946096"/>
                  </a:lnTo>
                  <a:lnTo>
                    <a:pt x="382293" y="943100"/>
                  </a:lnTo>
                  <a:lnTo>
                    <a:pt x="361629" y="936656"/>
                  </a:lnTo>
                  <a:lnTo>
                    <a:pt x="343916" y="936656"/>
                  </a:lnTo>
                  <a:lnTo>
                    <a:pt x="323252" y="925176"/>
                  </a:lnTo>
                  <a:lnTo>
                    <a:pt x="301111" y="927282"/>
                  </a:lnTo>
                  <a:lnTo>
                    <a:pt x="281923" y="927282"/>
                  </a:lnTo>
                  <a:lnTo>
                    <a:pt x="261258" y="927282"/>
                  </a:lnTo>
                  <a:lnTo>
                    <a:pt x="240594" y="928038"/>
                  </a:lnTo>
                  <a:lnTo>
                    <a:pt x="221405" y="930579"/>
                  </a:lnTo>
                  <a:lnTo>
                    <a:pt x="200741" y="1398183"/>
                  </a:lnTo>
                  <a:lnTo>
                    <a:pt x="187456" y="1373288"/>
                  </a:lnTo>
                  <a:lnTo>
                    <a:pt x="175648" y="1435983"/>
                  </a:lnTo>
                  <a:lnTo>
                    <a:pt x="157936" y="1375488"/>
                  </a:lnTo>
                  <a:lnTo>
                    <a:pt x="135795" y="1373696"/>
                  </a:lnTo>
                  <a:lnTo>
                    <a:pt x="104798" y="1343386"/>
                  </a:lnTo>
                  <a:lnTo>
                    <a:pt x="79706" y="1343386"/>
                  </a:lnTo>
                  <a:lnTo>
                    <a:pt x="69373" y="1343386"/>
                  </a:lnTo>
                  <a:lnTo>
                    <a:pt x="66421" y="1343386"/>
                  </a:lnTo>
                  <a:lnTo>
                    <a:pt x="54613" y="1365305"/>
                  </a:lnTo>
                  <a:lnTo>
                    <a:pt x="41329" y="1365305"/>
                  </a:lnTo>
                  <a:lnTo>
                    <a:pt x="26568" y="1390950"/>
                  </a:lnTo>
                  <a:lnTo>
                    <a:pt x="0" y="1910856"/>
                  </a:lnTo>
                  <a:close/>
                </a:path>
              </a:pathLst>
            </a:custGeom>
            <a:solidFill>
              <a:srgbClr val="4682B4">
                <a:alpha val="50196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25" name="pl25"/>
            <p:cNvSpPr/>
            <p:nvPr/>
          </p:nvSpPr>
          <p:spPr>
            <a:xfrm>
              <a:off x="1617218" y="2143433"/>
              <a:ext cx="1371239" cy="709927"/>
            </a:xfrm>
            <a:custGeom>
              <a:avLst/>
              <a:gdLst/>
              <a:ahLst/>
              <a:cxnLst/>
              <a:rect l="0" t="0" r="0" b="0"/>
              <a:pathLst>
                <a:path w="1371239" h="709927">
                  <a:moveTo>
                    <a:pt x="0" y="0"/>
                  </a:moveTo>
                  <a:lnTo>
                    <a:pt x="26568" y="4253"/>
                  </a:lnTo>
                  <a:lnTo>
                    <a:pt x="41329" y="115128"/>
                  </a:lnTo>
                  <a:lnTo>
                    <a:pt x="54613" y="115128"/>
                  </a:lnTo>
                  <a:lnTo>
                    <a:pt x="66421" y="197277"/>
                  </a:lnTo>
                  <a:lnTo>
                    <a:pt x="69373" y="197277"/>
                  </a:lnTo>
                  <a:lnTo>
                    <a:pt x="79706" y="197277"/>
                  </a:lnTo>
                  <a:lnTo>
                    <a:pt x="104798" y="197277"/>
                  </a:lnTo>
                  <a:lnTo>
                    <a:pt x="135795" y="344225"/>
                  </a:lnTo>
                  <a:lnTo>
                    <a:pt x="157936" y="382963"/>
                  </a:lnTo>
                  <a:lnTo>
                    <a:pt x="175648" y="497437"/>
                  </a:lnTo>
                  <a:lnTo>
                    <a:pt x="187456" y="484772"/>
                  </a:lnTo>
                  <a:lnTo>
                    <a:pt x="200741" y="531193"/>
                  </a:lnTo>
                  <a:lnTo>
                    <a:pt x="221405" y="664783"/>
                  </a:lnTo>
                  <a:lnTo>
                    <a:pt x="240594" y="664140"/>
                  </a:lnTo>
                  <a:lnTo>
                    <a:pt x="261258" y="663474"/>
                  </a:lnTo>
                  <a:lnTo>
                    <a:pt x="281923" y="663474"/>
                  </a:lnTo>
                  <a:lnTo>
                    <a:pt x="301111" y="663474"/>
                  </a:lnTo>
                  <a:lnTo>
                    <a:pt x="323252" y="662894"/>
                  </a:lnTo>
                  <a:lnTo>
                    <a:pt x="343916" y="677107"/>
                  </a:lnTo>
                  <a:lnTo>
                    <a:pt x="361629" y="677107"/>
                  </a:lnTo>
                  <a:lnTo>
                    <a:pt x="382293" y="684370"/>
                  </a:lnTo>
                  <a:lnTo>
                    <a:pt x="402958" y="688044"/>
                  </a:lnTo>
                  <a:lnTo>
                    <a:pt x="423622" y="688044"/>
                  </a:lnTo>
                  <a:lnTo>
                    <a:pt x="444287" y="694132"/>
                  </a:lnTo>
                  <a:lnTo>
                    <a:pt x="464951" y="690481"/>
                  </a:lnTo>
                  <a:lnTo>
                    <a:pt x="485616" y="680917"/>
                  </a:lnTo>
                  <a:lnTo>
                    <a:pt x="506280" y="682660"/>
                  </a:lnTo>
                  <a:lnTo>
                    <a:pt x="526945" y="682660"/>
                  </a:lnTo>
                  <a:lnTo>
                    <a:pt x="547610" y="691284"/>
                  </a:lnTo>
                  <a:lnTo>
                    <a:pt x="568274" y="692885"/>
                  </a:lnTo>
                  <a:lnTo>
                    <a:pt x="588939" y="692885"/>
                  </a:lnTo>
                  <a:lnTo>
                    <a:pt x="609603" y="692885"/>
                  </a:lnTo>
                  <a:lnTo>
                    <a:pt x="630268" y="692989"/>
                  </a:lnTo>
                  <a:lnTo>
                    <a:pt x="670121" y="692989"/>
                  </a:lnTo>
                  <a:lnTo>
                    <a:pt x="709974" y="690140"/>
                  </a:lnTo>
                  <a:lnTo>
                    <a:pt x="740970" y="692381"/>
                  </a:lnTo>
                  <a:lnTo>
                    <a:pt x="766063" y="692381"/>
                  </a:lnTo>
                  <a:lnTo>
                    <a:pt x="776395" y="692381"/>
                  </a:lnTo>
                  <a:lnTo>
                    <a:pt x="794108" y="692381"/>
                  </a:lnTo>
                  <a:lnTo>
                    <a:pt x="816248" y="702711"/>
                  </a:lnTo>
                  <a:lnTo>
                    <a:pt x="835437" y="702711"/>
                  </a:lnTo>
                  <a:lnTo>
                    <a:pt x="854625" y="702711"/>
                  </a:lnTo>
                  <a:lnTo>
                    <a:pt x="885622" y="708079"/>
                  </a:lnTo>
                  <a:lnTo>
                    <a:pt x="916619" y="708041"/>
                  </a:lnTo>
                  <a:lnTo>
                    <a:pt x="957948" y="708041"/>
                  </a:lnTo>
                  <a:lnTo>
                    <a:pt x="1009609" y="708041"/>
                  </a:lnTo>
                  <a:lnTo>
                    <a:pt x="1050938" y="708969"/>
                  </a:lnTo>
                  <a:lnTo>
                    <a:pt x="1084887" y="708969"/>
                  </a:lnTo>
                  <a:lnTo>
                    <a:pt x="1158689" y="708969"/>
                  </a:lnTo>
                  <a:lnTo>
                    <a:pt x="1250204" y="709927"/>
                  </a:lnTo>
                  <a:lnTo>
                    <a:pt x="1310721" y="706295"/>
                  </a:lnTo>
                  <a:lnTo>
                    <a:pt x="1371239" y="698149"/>
                  </a:lnTo>
                </a:path>
              </a:pathLst>
            </a:custGeom>
          </p:spPr>
          <p:txBody>
            <a:bodyPr/>
            <a:lstStyle/>
            <a:p>
              <a:endParaRPr sz="1632"/>
            </a:p>
          </p:txBody>
        </p:sp>
        <p:sp>
          <p:nvSpPr>
            <p:cNvPr id="26" name="pl26"/>
            <p:cNvSpPr/>
            <p:nvPr/>
          </p:nvSpPr>
          <p:spPr>
            <a:xfrm>
              <a:off x="1617218" y="3060569"/>
              <a:ext cx="1371239" cy="993720"/>
            </a:xfrm>
            <a:custGeom>
              <a:avLst/>
              <a:gdLst/>
              <a:ahLst/>
              <a:cxnLst/>
              <a:rect l="0" t="0" r="0" b="0"/>
              <a:pathLst>
                <a:path w="1371239" h="993720">
                  <a:moveTo>
                    <a:pt x="1371239" y="668"/>
                  </a:moveTo>
                  <a:lnTo>
                    <a:pt x="1310721" y="9354"/>
                  </a:lnTo>
                  <a:lnTo>
                    <a:pt x="1250204" y="15499"/>
                  </a:lnTo>
                  <a:lnTo>
                    <a:pt x="1158689" y="14630"/>
                  </a:lnTo>
                  <a:lnTo>
                    <a:pt x="1084887" y="14630"/>
                  </a:lnTo>
                  <a:lnTo>
                    <a:pt x="1050938" y="14630"/>
                  </a:lnTo>
                  <a:lnTo>
                    <a:pt x="1009609" y="13792"/>
                  </a:lnTo>
                  <a:lnTo>
                    <a:pt x="957948" y="13792"/>
                  </a:lnTo>
                  <a:lnTo>
                    <a:pt x="916619" y="13792"/>
                  </a:lnTo>
                  <a:lnTo>
                    <a:pt x="885622" y="13919"/>
                  </a:lnTo>
                  <a:lnTo>
                    <a:pt x="854625" y="9047"/>
                  </a:lnTo>
                  <a:lnTo>
                    <a:pt x="835437" y="9047"/>
                  </a:lnTo>
                  <a:lnTo>
                    <a:pt x="816248" y="9047"/>
                  </a:lnTo>
                  <a:lnTo>
                    <a:pt x="794108" y="3496"/>
                  </a:lnTo>
                  <a:lnTo>
                    <a:pt x="776395" y="3496"/>
                  </a:lnTo>
                  <a:lnTo>
                    <a:pt x="766063" y="3496"/>
                  </a:lnTo>
                  <a:lnTo>
                    <a:pt x="740970" y="3496"/>
                  </a:lnTo>
                  <a:lnTo>
                    <a:pt x="709974" y="2601"/>
                  </a:lnTo>
                  <a:lnTo>
                    <a:pt x="670121" y="6147"/>
                  </a:lnTo>
                  <a:lnTo>
                    <a:pt x="630268" y="6147"/>
                  </a:lnTo>
                  <a:lnTo>
                    <a:pt x="609603" y="6142"/>
                  </a:lnTo>
                  <a:lnTo>
                    <a:pt x="588939" y="6142"/>
                  </a:lnTo>
                  <a:lnTo>
                    <a:pt x="568274" y="6142"/>
                  </a:lnTo>
                  <a:lnTo>
                    <a:pt x="547610" y="7958"/>
                  </a:lnTo>
                  <a:lnTo>
                    <a:pt x="526945" y="323"/>
                  </a:lnTo>
                  <a:lnTo>
                    <a:pt x="506280" y="323"/>
                  </a:lnTo>
                  <a:lnTo>
                    <a:pt x="485616" y="0"/>
                  </a:lnTo>
                  <a:lnTo>
                    <a:pt x="464951" y="28522"/>
                  </a:lnTo>
                  <a:lnTo>
                    <a:pt x="444287" y="33158"/>
                  </a:lnTo>
                  <a:lnTo>
                    <a:pt x="423622" y="28961"/>
                  </a:lnTo>
                  <a:lnTo>
                    <a:pt x="402958" y="28961"/>
                  </a:lnTo>
                  <a:lnTo>
                    <a:pt x="382293" y="25965"/>
                  </a:lnTo>
                  <a:lnTo>
                    <a:pt x="361629" y="19521"/>
                  </a:lnTo>
                  <a:lnTo>
                    <a:pt x="343916" y="19521"/>
                  </a:lnTo>
                  <a:lnTo>
                    <a:pt x="323252" y="8041"/>
                  </a:lnTo>
                  <a:lnTo>
                    <a:pt x="301111" y="10147"/>
                  </a:lnTo>
                  <a:lnTo>
                    <a:pt x="281923" y="10147"/>
                  </a:lnTo>
                  <a:lnTo>
                    <a:pt x="261258" y="10147"/>
                  </a:lnTo>
                  <a:lnTo>
                    <a:pt x="240594" y="10903"/>
                  </a:lnTo>
                  <a:lnTo>
                    <a:pt x="221405" y="13444"/>
                  </a:lnTo>
                  <a:lnTo>
                    <a:pt x="200741" y="481048"/>
                  </a:lnTo>
                  <a:lnTo>
                    <a:pt x="187456" y="456152"/>
                  </a:lnTo>
                  <a:lnTo>
                    <a:pt x="175648" y="518848"/>
                  </a:lnTo>
                  <a:lnTo>
                    <a:pt x="157936" y="458353"/>
                  </a:lnTo>
                  <a:lnTo>
                    <a:pt x="135795" y="456561"/>
                  </a:lnTo>
                  <a:lnTo>
                    <a:pt x="104798" y="426251"/>
                  </a:lnTo>
                  <a:lnTo>
                    <a:pt x="79706" y="426251"/>
                  </a:lnTo>
                  <a:lnTo>
                    <a:pt x="69373" y="426251"/>
                  </a:lnTo>
                  <a:lnTo>
                    <a:pt x="66421" y="426251"/>
                  </a:lnTo>
                  <a:lnTo>
                    <a:pt x="54613" y="448170"/>
                  </a:lnTo>
                  <a:lnTo>
                    <a:pt x="41329" y="448170"/>
                  </a:lnTo>
                  <a:lnTo>
                    <a:pt x="26568" y="473814"/>
                  </a:lnTo>
                  <a:lnTo>
                    <a:pt x="0" y="993720"/>
                  </a:lnTo>
                </a:path>
              </a:pathLst>
            </a:custGeom>
          </p:spPr>
          <p:txBody>
            <a:bodyPr/>
            <a:lstStyle/>
            <a:p>
              <a:endParaRPr sz="1632"/>
            </a:p>
          </p:txBody>
        </p:sp>
        <p:sp>
          <p:nvSpPr>
            <p:cNvPr id="27" name="pl27"/>
            <p:cNvSpPr/>
            <p:nvPr/>
          </p:nvSpPr>
          <p:spPr>
            <a:xfrm>
              <a:off x="1617218" y="2841035"/>
              <a:ext cx="1371239" cy="269108"/>
            </a:xfrm>
            <a:custGeom>
              <a:avLst/>
              <a:gdLst/>
              <a:ahLst/>
              <a:cxnLst/>
              <a:rect l="0" t="0" r="0" b="0"/>
              <a:pathLst>
                <a:path w="1371239" h="269108">
                  <a:moveTo>
                    <a:pt x="0" y="257826"/>
                  </a:moveTo>
                  <a:lnTo>
                    <a:pt x="26568" y="0"/>
                  </a:lnTo>
                  <a:lnTo>
                    <a:pt x="41329" y="42615"/>
                  </a:lnTo>
                  <a:lnTo>
                    <a:pt x="54613" y="42615"/>
                  </a:lnTo>
                  <a:lnTo>
                    <a:pt x="66421" y="72730"/>
                  </a:lnTo>
                  <a:lnTo>
                    <a:pt x="69373" y="72730"/>
                  </a:lnTo>
                  <a:lnTo>
                    <a:pt x="79706" y="72730"/>
                  </a:lnTo>
                  <a:lnTo>
                    <a:pt x="104798" y="72730"/>
                  </a:lnTo>
                  <a:lnTo>
                    <a:pt x="135795" y="161359"/>
                  </a:lnTo>
                  <a:lnTo>
                    <a:pt x="157936" y="181624"/>
                  </a:lnTo>
                  <a:lnTo>
                    <a:pt x="175648" y="269108"/>
                  </a:lnTo>
                  <a:lnTo>
                    <a:pt x="187456" y="231428"/>
                  </a:lnTo>
                  <a:lnTo>
                    <a:pt x="200741" y="267086"/>
                  </a:lnTo>
                  <a:lnTo>
                    <a:pt x="221405" y="100079"/>
                  </a:lnTo>
                  <a:lnTo>
                    <a:pt x="240594" y="98487"/>
                  </a:lnTo>
                  <a:lnTo>
                    <a:pt x="261258" y="97776"/>
                  </a:lnTo>
                  <a:lnTo>
                    <a:pt x="281923" y="97776"/>
                  </a:lnTo>
                  <a:lnTo>
                    <a:pt x="301111" y="97776"/>
                  </a:lnTo>
                  <a:lnTo>
                    <a:pt x="323252" y="96433"/>
                  </a:lnTo>
                  <a:lnTo>
                    <a:pt x="343916" y="109280"/>
                  </a:lnTo>
                  <a:lnTo>
                    <a:pt x="361629" y="109280"/>
                  </a:lnTo>
                  <a:lnTo>
                    <a:pt x="382293" y="116133"/>
                  </a:lnTo>
                  <a:lnTo>
                    <a:pt x="402958" y="119468"/>
                  </a:lnTo>
                  <a:lnTo>
                    <a:pt x="423622" y="119468"/>
                  </a:lnTo>
                  <a:lnTo>
                    <a:pt x="444287" y="124610"/>
                  </a:lnTo>
                  <a:lnTo>
                    <a:pt x="464951" y="120468"/>
                  </a:lnTo>
                  <a:lnTo>
                    <a:pt x="485616" y="101424"/>
                  </a:lnTo>
                  <a:lnTo>
                    <a:pt x="506280" y="102457"/>
                  </a:lnTo>
                  <a:lnTo>
                    <a:pt x="526945" y="102457"/>
                  </a:lnTo>
                  <a:lnTo>
                    <a:pt x="547610" y="110587"/>
                  </a:lnTo>
                  <a:lnTo>
                    <a:pt x="568274" y="110479"/>
                  </a:lnTo>
                  <a:lnTo>
                    <a:pt x="588939" y="110479"/>
                  </a:lnTo>
                  <a:lnTo>
                    <a:pt x="609603" y="110479"/>
                  </a:lnTo>
                  <a:lnTo>
                    <a:pt x="630268" y="110534"/>
                  </a:lnTo>
                  <a:lnTo>
                    <a:pt x="670121" y="110534"/>
                  </a:lnTo>
                  <a:lnTo>
                    <a:pt x="709974" y="107336"/>
                  </a:lnTo>
                  <a:lnTo>
                    <a:pt x="740970" y="108904"/>
                  </a:lnTo>
                  <a:lnTo>
                    <a:pt x="766063" y="108904"/>
                  </a:lnTo>
                  <a:lnTo>
                    <a:pt x="776395" y="108904"/>
                  </a:lnTo>
                  <a:lnTo>
                    <a:pt x="794108" y="108904"/>
                  </a:lnTo>
                  <a:lnTo>
                    <a:pt x="816248" y="116845"/>
                  </a:lnTo>
                  <a:lnTo>
                    <a:pt x="835437" y="116845"/>
                  </a:lnTo>
                  <a:lnTo>
                    <a:pt x="854625" y="116845"/>
                  </a:lnTo>
                  <a:lnTo>
                    <a:pt x="885622" y="121965"/>
                  </a:lnTo>
                  <a:lnTo>
                    <a:pt x="916619" y="121882"/>
                  </a:lnTo>
                  <a:lnTo>
                    <a:pt x="957948" y="121882"/>
                  </a:lnTo>
                  <a:lnTo>
                    <a:pt x="1009609" y="121882"/>
                  </a:lnTo>
                  <a:lnTo>
                    <a:pt x="1050938" y="122765"/>
                  </a:lnTo>
                  <a:lnTo>
                    <a:pt x="1084887" y="122765"/>
                  </a:lnTo>
                  <a:lnTo>
                    <a:pt x="1158689" y="122765"/>
                  </a:lnTo>
                  <a:lnTo>
                    <a:pt x="1250204" y="123679"/>
                  </a:lnTo>
                  <a:lnTo>
                    <a:pt x="1310721" y="118790"/>
                  </a:lnTo>
                  <a:lnTo>
                    <a:pt x="1371239" y="110375"/>
                  </a:lnTo>
                </a:path>
              </a:pathLst>
            </a:custGeom>
            <a:ln w="81303" cap="flat">
              <a:solidFill>
                <a:srgbClr val="4682B4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8" name="pl28"/>
            <p:cNvSpPr/>
            <p:nvPr/>
          </p:nvSpPr>
          <p:spPr>
            <a:xfrm>
              <a:off x="1502088" y="301552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40651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9" name="rc29"/>
            <p:cNvSpPr/>
            <p:nvPr/>
          </p:nvSpPr>
          <p:spPr>
            <a:xfrm>
              <a:off x="1502088" y="1802481"/>
              <a:ext cx="1623641" cy="2531385"/>
            </a:xfrm>
            <a:prstGeom prst="rect">
              <a:avLst/>
            </a:prstGeom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0" name="rc30"/>
            <p:cNvSpPr/>
            <p:nvPr/>
          </p:nvSpPr>
          <p:spPr>
            <a:xfrm>
              <a:off x="3239602" y="1802481"/>
              <a:ext cx="1623641" cy="25313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31" name="pl31"/>
            <p:cNvSpPr/>
            <p:nvPr/>
          </p:nvSpPr>
          <p:spPr>
            <a:xfrm>
              <a:off x="3239602" y="4054645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2" name="pl32"/>
            <p:cNvSpPr/>
            <p:nvPr/>
          </p:nvSpPr>
          <p:spPr>
            <a:xfrm>
              <a:off x="3239602" y="3361897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3" name="pl33"/>
            <p:cNvSpPr/>
            <p:nvPr/>
          </p:nvSpPr>
          <p:spPr>
            <a:xfrm>
              <a:off x="3239602" y="246653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4" name="pl34"/>
            <p:cNvSpPr/>
            <p:nvPr/>
          </p:nvSpPr>
          <p:spPr>
            <a:xfrm>
              <a:off x="3313404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5" name="pl35"/>
            <p:cNvSpPr/>
            <p:nvPr/>
          </p:nvSpPr>
          <p:spPr>
            <a:xfrm>
              <a:off x="3608612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6" name="pl36"/>
            <p:cNvSpPr/>
            <p:nvPr/>
          </p:nvSpPr>
          <p:spPr>
            <a:xfrm>
              <a:off x="3903819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7" name="pl37"/>
            <p:cNvSpPr/>
            <p:nvPr/>
          </p:nvSpPr>
          <p:spPr>
            <a:xfrm>
              <a:off x="4199027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8" name="pl38"/>
            <p:cNvSpPr/>
            <p:nvPr/>
          </p:nvSpPr>
          <p:spPr>
            <a:xfrm>
              <a:off x="4494234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9" name="pl39"/>
            <p:cNvSpPr/>
            <p:nvPr/>
          </p:nvSpPr>
          <p:spPr>
            <a:xfrm>
              <a:off x="4789442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0" name="pl40"/>
            <p:cNvSpPr/>
            <p:nvPr/>
          </p:nvSpPr>
          <p:spPr>
            <a:xfrm>
              <a:off x="3239602" y="3708271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1" name="pl41"/>
            <p:cNvSpPr/>
            <p:nvPr/>
          </p:nvSpPr>
          <p:spPr>
            <a:xfrm>
              <a:off x="3239602" y="301552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2" name="pl42"/>
            <p:cNvSpPr/>
            <p:nvPr/>
          </p:nvSpPr>
          <p:spPr>
            <a:xfrm>
              <a:off x="3239602" y="1917544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3" name="pl43"/>
            <p:cNvSpPr/>
            <p:nvPr/>
          </p:nvSpPr>
          <p:spPr>
            <a:xfrm>
              <a:off x="3461008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4" name="pl44"/>
            <p:cNvSpPr/>
            <p:nvPr/>
          </p:nvSpPr>
          <p:spPr>
            <a:xfrm>
              <a:off x="3756215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5" name="pl45"/>
            <p:cNvSpPr/>
            <p:nvPr/>
          </p:nvSpPr>
          <p:spPr>
            <a:xfrm>
              <a:off x="4051423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6" name="pl46"/>
            <p:cNvSpPr/>
            <p:nvPr/>
          </p:nvSpPr>
          <p:spPr>
            <a:xfrm>
              <a:off x="4346631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7" name="pl47"/>
            <p:cNvSpPr/>
            <p:nvPr/>
          </p:nvSpPr>
          <p:spPr>
            <a:xfrm>
              <a:off x="4641838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8" name="pg48"/>
            <p:cNvSpPr/>
            <p:nvPr/>
          </p:nvSpPr>
          <p:spPr>
            <a:xfrm>
              <a:off x="3504678" y="1802481"/>
              <a:ext cx="1221294" cy="2531385"/>
            </a:xfrm>
            <a:custGeom>
              <a:avLst/>
              <a:gdLst/>
              <a:ahLst/>
              <a:cxnLst/>
              <a:rect l="0" t="0" r="0" b="0"/>
              <a:pathLst>
                <a:path w="1221294" h="2531385">
                  <a:moveTo>
                    <a:pt x="4700" y="0"/>
                  </a:moveTo>
                  <a:lnTo>
                    <a:pt x="7991" y="627126"/>
                  </a:lnTo>
                  <a:lnTo>
                    <a:pt x="25703" y="627126"/>
                  </a:lnTo>
                  <a:lnTo>
                    <a:pt x="37511" y="627126"/>
                  </a:lnTo>
                  <a:lnTo>
                    <a:pt x="50796" y="627126"/>
                  </a:lnTo>
                  <a:lnTo>
                    <a:pt x="71460" y="627126"/>
                  </a:lnTo>
                  <a:lnTo>
                    <a:pt x="90649" y="627126"/>
                  </a:lnTo>
                  <a:lnTo>
                    <a:pt x="111313" y="636706"/>
                  </a:lnTo>
                  <a:lnTo>
                    <a:pt x="131978" y="636706"/>
                  </a:lnTo>
                  <a:lnTo>
                    <a:pt x="151166" y="637245"/>
                  </a:lnTo>
                  <a:lnTo>
                    <a:pt x="173307" y="637245"/>
                  </a:lnTo>
                  <a:lnTo>
                    <a:pt x="193971" y="637245"/>
                  </a:lnTo>
                  <a:lnTo>
                    <a:pt x="211684" y="637245"/>
                  </a:lnTo>
                  <a:lnTo>
                    <a:pt x="232348" y="637245"/>
                  </a:lnTo>
                  <a:lnTo>
                    <a:pt x="253013" y="637245"/>
                  </a:lnTo>
                  <a:lnTo>
                    <a:pt x="273677" y="637245"/>
                  </a:lnTo>
                  <a:lnTo>
                    <a:pt x="294342" y="630883"/>
                  </a:lnTo>
                  <a:lnTo>
                    <a:pt x="315007" y="630883"/>
                  </a:lnTo>
                  <a:lnTo>
                    <a:pt x="335671" y="630883"/>
                  </a:lnTo>
                  <a:lnTo>
                    <a:pt x="356336" y="630883"/>
                  </a:lnTo>
                  <a:lnTo>
                    <a:pt x="377000" y="643417"/>
                  </a:lnTo>
                  <a:lnTo>
                    <a:pt x="397665" y="643417"/>
                  </a:lnTo>
                  <a:lnTo>
                    <a:pt x="418329" y="643417"/>
                  </a:lnTo>
                  <a:lnTo>
                    <a:pt x="438994" y="643417"/>
                  </a:lnTo>
                  <a:lnTo>
                    <a:pt x="459658" y="643417"/>
                  </a:lnTo>
                  <a:lnTo>
                    <a:pt x="480323" y="643417"/>
                  </a:lnTo>
                  <a:lnTo>
                    <a:pt x="520176" y="643417"/>
                  </a:lnTo>
                  <a:lnTo>
                    <a:pt x="560029" y="643417"/>
                  </a:lnTo>
                  <a:lnTo>
                    <a:pt x="591026" y="643417"/>
                  </a:lnTo>
                  <a:lnTo>
                    <a:pt x="616118" y="643417"/>
                  </a:lnTo>
                  <a:lnTo>
                    <a:pt x="626451" y="643417"/>
                  </a:lnTo>
                  <a:lnTo>
                    <a:pt x="644163" y="644949"/>
                  </a:lnTo>
                  <a:lnTo>
                    <a:pt x="666304" y="644949"/>
                  </a:lnTo>
                  <a:lnTo>
                    <a:pt x="685492" y="644949"/>
                  </a:lnTo>
                  <a:lnTo>
                    <a:pt x="704681" y="644949"/>
                  </a:lnTo>
                  <a:lnTo>
                    <a:pt x="735677" y="644949"/>
                  </a:lnTo>
                  <a:lnTo>
                    <a:pt x="766674" y="644949"/>
                  </a:lnTo>
                  <a:lnTo>
                    <a:pt x="808003" y="644949"/>
                  </a:lnTo>
                  <a:lnTo>
                    <a:pt x="859665" y="644949"/>
                  </a:lnTo>
                  <a:lnTo>
                    <a:pt x="900994" y="644949"/>
                  </a:lnTo>
                  <a:lnTo>
                    <a:pt x="934942" y="644949"/>
                  </a:lnTo>
                  <a:lnTo>
                    <a:pt x="1008744" y="644949"/>
                  </a:lnTo>
                  <a:lnTo>
                    <a:pt x="1100259" y="644949"/>
                  </a:lnTo>
                  <a:lnTo>
                    <a:pt x="1160776" y="644949"/>
                  </a:lnTo>
                  <a:lnTo>
                    <a:pt x="1221294" y="644949"/>
                  </a:lnTo>
                  <a:lnTo>
                    <a:pt x="1221294" y="1214217"/>
                  </a:lnTo>
                  <a:lnTo>
                    <a:pt x="1160776" y="1214217"/>
                  </a:lnTo>
                  <a:lnTo>
                    <a:pt x="1100259" y="1214217"/>
                  </a:lnTo>
                  <a:lnTo>
                    <a:pt x="1008744" y="1214217"/>
                  </a:lnTo>
                  <a:lnTo>
                    <a:pt x="934942" y="1214217"/>
                  </a:lnTo>
                  <a:lnTo>
                    <a:pt x="900994" y="1214217"/>
                  </a:lnTo>
                  <a:lnTo>
                    <a:pt x="859665" y="1214217"/>
                  </a:lnTo>
                  <a:lnTo>
                    <a:pt x="808003" y="1214217"/>
                  </a:lnTo>
                  <a:lnTo>
                    <a:pt x="766674" y="1214217"/>
                  </a:lnTo>
                  <a:lnTo>
                    <a:pt x="735677" y="1214217"/>
                  </a:lnTo>
                  <a:lnTo>
                    <a:pt x="704681" y="1214217"/>
                  </a:lnTo>
                  <a:lnTo>
                    <a:pt x="685492" y="1214217"/>
                  </a:lnTo>
                  <a:lnTo>
                    <a:pt x="666304" y="1214217"/>
                  </a:lnTo>
                  <a:lnTo>
                    <a:pt x="644163" y="1214217"/>
                  </a:lnTo>
                  <a:lnTo>
                    <a:pt x="626451" y="1214162"/>
                  </a:lnTo>
                  <a:lnTo>
                    <a:pt x="616118" y="1214162"/>
                  </a:lnTo>
                  <a:lnTo>
                    <a:pt x="591026" y="1214162"/>
                  </a:lnTo>
                  <a:lnTo>
                    <a:pt x="560029" y="1214162"/>
                  </a:lnTo>
                  <a:lnTo>
                    <a:pt x="520176" y="1214162"/>
                  </a:lnTo>
                  <a:lnTo>
                    <a:pt x="480323" y="1214162"/>
                  </a:lnTo>
                  <a:lnTo>
                    <a:pt x="459658" y="1214162"/>
                  </a:lnTo>
                  <a:lnTo>
                    <a:pt x="438994" y="1214162"/>
                  </a:lnTo>
                  <a:lnTo>
                    <a:pt x="418329" y="1214162"/>
                  </a:lnTo>
                  <a:lnTo>
                    <a:pt x="397665" y="1214162"/>
                  </a:lnTo>
                  <a:lnTo>
                    <a:pt x="377000" y="1214162"/>
                  </a:lnTo>
                  <a:lnTo>
                    <a:pt x="356336" y="1211764"/>
                  </a:lnTo>
                  <a:lnTo>
                    <a:pt x="335671" y="1211764"/>
                  </a:lnTo>
                  <a:lnTo>
                    <a:pt x="315007" y="1211764"/>
                  </a:lnTo>
                  <a:lnTo>
                    <a:pt x="294342" y="1211764"/>
                  </a:lnTo>
                  <a:lnTo>
                    <a:pt x="273677" y="1220108"/>
                  </a:lnTo>
                  <a:lnTo>
                    <a:pt x="253013" y="1220108"/>
                  </a:lnTo>
                  <a:lnTo>
                    <a:pt x="232348" y="1220108"/>
                  </a:lnTo>
                  <a:lnTo>
                    <a:pt x="211684" y="1220108"/>
                  </a:lnTo>
                  <a:lnTo>
                    <a:pt x="193971" y="1220108"/>
                  </a:lnTo>
                  <a:lnTo>
                    <a:pt x="173307" y="1220108"/>
                  </a:lnTo>
                  <a:lnTo>
                    <a:pt x="151166" y="1220108"/>
                  </a:lnTo>
                  <a:lnTo>
                    <a:pt x="131978" y="1221165"/>
                  </a:lnTo>
                  <a:lnTo>
                    <a:pt x="111313" y="1221165"/>
                  </a:lnTo>
                  <a:lnTo>
                    <a:pt x="90649" y="1214444"/>
                  </a:lnTo>
                  <a:lnTo>
                    <a:pt x="71460" y="1214444"/>
                  </a:lnTo>
                  <a:lnTo>
                    <a:pt x="50796" y="1214444"/>
                  </a:lnTo>
                  <a:lnTo>
                    <a:pt x="37511" y="1214444"/>
                  </a:lnTo>
                  <a:lnTo>
                    <a:pt x="25703" y="1214444"/>
                  </a:lnTo>
                  <a:lnTo>
                    <a:pt x="7991" y="1214444"/>
                  </a:lnTo>
                  <a:lnTo>
                    <a:pt x="0" y="2531385"/>
                  </a:lnTo>
                  <a:close/>
                </a:path>
              </a:pathLst>
            </a:custGeom>
            <a:solidFill>
              <a:srgbClr val="4682B4">
                <a:alpha val="50196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9" name="pl49"/>
            <p:cNvSpPr/>
            <p:nvPr/>
          </p:nvSpPr>
          <p:spPr>
            <a:xfrm>
              <a:off x="3509379" y="1802481"/>
              <a:ext cx="1216593" cy="644949"/>
            </a:xfrm>
            <a:custGeom>
              <a:avLst/>
              <a:gdLst/>
              <a:ahLst/>
              <a:cxnLst/>
              <a:rect l="0" t="0" r="0" b="0"/>
              <a:pathLst>
                <a:path w="1216593" h="644949">
                  <a:moveTo>
                    <a:pt x="0" y="0"/>
                  </a:moveTo>
                  <a:lnTo>
                    <a:pt x="3290" y="627126"/>
                  </a:lnTo>
                  <a:lnTo>
                    <a:pt x="21002" y="627126"/>
                  </a:lnTo>
                  <a:lnTo>
                    <a:pt x="32811" y="627126"/>
                  </a:lnTo>
                  <a:lnTo>
                    <a:pt x="46095" y="627126"/>
                  </a:lnTo>
                  <a:lnTo>
                    <a:pt x="66760" y="627126"/>
                  </a:lnTo>
                  <a:lnTo>
                    <a:pt x="85948" y="627126"/>
                  </a:lnTo>
                  <a:lnTo>
                    <a:pt x="106613" y="636706"/>
                  </a:lnTo>
                  <a:lnTo>
                    <a:pt x="127277" y="636706"/>
                  </a:lnTo>
                  <a:lnTo>
                    <a:pt x="146466" y="637245"/>
                  </a:lnTo>
                  <a:lnTo>
                    <a:pt x="168606" y="637245"/>
                  </a:lnTo>
                  <a:lnTo>
                    <a:pt x="189271" y="637245"/>
                  </a:lnTo>
                  <a:lnTo>
                    <a:pt x="206983" y="637245"/>
                  </a:lnTo>
                  <a:lnTo>
                    <a:pt x="227648" y="637245"/>
                  </a:lnTo>
                  <a:lnTo>
                    <a:pt x="248312" y="637245"/>
                  </a:lnTo>
                  <a:lnTo>
                    <a:pt x="268977" y="637245"/>
                  </a:lnTo>
                  <a:lnTo>
                    <a:pt x="289641" y="630883"/>
                  </a:lnTo>
                  <a:lnTo>
                    <a:pt x="310306" y="630883"/>
                  </a:lnTo>
                  <a:lnTo>
                    <a:pt x="330970" y="630883"/>
                  </a:lnTo>
                  <a:lnTo>
                    <a:pt x="351635" y="630883"/>
                  </a:lnTo>
                  <a:lnTo>
                    <a:pt x="372299" y="643417"/>
                  </a:lnTo>
                  <a:lnTo>
                    <a:pt x="392964" y="643417"/>
                  </a:lnTo>
                  <a:lnTo>
                    <a:pt x="413629" y="643417"/>
                  </a:lnTo>
                  <a:lnTo>
                    <a:pt x="434293" y="643417"/>
                  </a:lnTo>
                  <a:lnTo>
                    <a:pt x="454958" y="643417"/>
                  </a:lnTo>
                  <a:lnTo>
                    <a:pt x="475622" y="643417"/>
                  </a:lnTo>
                  <a:lnTo>
                    <a:pt x="515475" y="643417"/>
                  </a:lnTo>
                  <a:lnTo>
                    <a:pt x="555328" y="643417"/>
                  </a:lnTo>
                  <a:lnTo>
                    <a:pt x="586325" y="643417"/>
                  </a:lnTo>
                  <a:lnTo>
                    <a:pt x="611418" y="643417"/>
                  </a:lnTo>
                  <a:lnTo>
                    <a:pt x="621750" y="643417"/>
                  </a:lnTo>
                  <a:lnTo>
                    <a:pt x="639462" y="644949"/>
                  </a:lnTo>
                  <a:lnTo>
                    <a:pt x="661603" y="644949"/>
                  </a:lnTo>
                  <a:lnTo>
                    <a:pt x="680791" y="644949"/>
                  </a:lnTo>
                  <a:lnTo>
                    <a:pt x="699980" y="644949"/>
                  </a:lnTo>
                  <a:lnTo>
                    <a:pt x="730977" y="644949"/>
                  </a:lnTo>
                  <a:lnTo>
                    <a:pt x="761973" y="644949"/>
                  </a:lnTo>
                  <a:lnTo>
                    <a:pt x="803302" y="644949"/>
                  </a:lnTo>
                  <a:lnTo>
                    <a:pt x="854964" y="644949"/>
                  </a:lnTo>
                  <a:lnTo>
                    <a:pt x="896293" y="644949"/>
                  </a:lnTo>
                  <a:lnTo>
                    <a:pt x="930242" y="644949"/>
                  </a:lnTo>
                  <a:lnTo>
                    <a:pt x="1004044" y="644949"/>
                  </a:lnTo>
                  <a:lnTo>
                    <a:pt x="1095558" y="644949"/>
                  </a:lnTo>
                  <a:lnTo>
                    <a:pt x="1156076" y="644949"/>
                  </a:lnTo>
                  <a:lnTo>
                    <a:pt x="1216593" y="644949"/>
                  </a:lnTo>
                </a:path>
              </a:pathLst>
            </a:custGeom>
          </p:spPr>
          <p:txBody>
            <a:bodyPr/>
            <a:lstStyle/>
            <a:p>
              <a:endParaRPr sz="1632"/>
            </a:p>
          </p:txBody>
        </p:sp>
        <p:sp>
          <p:nvSpPr>
            <p:cNvPr id="50" name="pl50"/>
            <p:cNvSpPr/>
            <p:nvPr/>
          </p:nvSpPr>
          <p:spPr>
            <a:xfrm>
              <a:off x="3504678" y="3014245"/>
              <a:ext cx="1221294" cy="1319620"/>
            </a:xfrm>
            <a:custGeom>
              <a:avLst/>
              <a:gdLst/>
              <a:ahLst/>
              <a:cxnLst/>
              <a:rect l="0" t="0" r="0" b="0"/>
              <a:pathLst>
                <a:path w="1221294" h="1319620">
                  <a:moveTo>
                    <a:pt x="1221294" y="2453"/>
                  </a:moveTo>
                  <a:lnTo>
                    <a:pt x="1160776" y="2453"/>
                  </a:lnTo>
                  <a:lnTo>
                    <a:pt x="1100259" y="2453"/>
                  </a:lnTo>
                  <a:lnTo>
                    <a:pt x="1008744" y="2453"/>
                  </a:lnTo>
                  <a:lnTo>
                    <a:pt x="934942" y="2453"/>
                  </a:lnTo>
                  <a:lnTo>
                    <a:pt x="900994" y="2453"/>
                  </a:lnTo>
                  <a:lnTo>
                    <a:pt x="859665" y="2453"/>
                  </a:lnTo>
                  <a:lnTo>
                    <a:pt x="808003" y="2453"/>
                  </a:lnTo>
                  <a:lnTo>
                    <a:pt x="766674" y="2453"/>
                  </a:lnTo>
                  <a:lnTo>
                    <a:pt x="735677" y="2453"/>
                  </a:lnTo>
                  <a:lnTo>
                    <a:pt x="704681" y="2453"/>
                  </a:lnTo>
                  <a:lnTo>
                    <a:pt x="685492" y="2453"/>
                  </a:lnTo>
                  <a:lnTo>
                    <a:pt x="666304" y="2453"/>
                  </a:lnTo>
                  <a:lnTo>
                    <a:pt x="644163" y="2453"/>
                  </a:lnTo>
                  <a:lnTo>
                    <a:pt x="626451" y="2397"/>
                  </a:lnTo>
                  <a:lnTo>
                    <a:pt x="616118" y="2397"/>
                  </a:lnTo>
                  <a:lnTo>
                    <a:pt x="591026" y="2397"/>
                  </a:lnTo>
                  <a:lnTo>
                    <a:pt x="560029" y="2397"/>
                  </a:lnTo>
                  <a:lnTo>
                    <a:pt x="520176" y="2397"/>
                  </a:lnTo>
                  <a:lnTo>
                    <a:pt x="480323" y="2397"/>
                  </a:lnTo>
                  <a:lnTo>
                    <a:pt x="459658" y="2397"/>
                  </a:lnTo>
                  <a:lnTo>
                    <a:pt x="438994" y="2397"/>
                  </a:lnTo>
                  <a:lnTo>
                    <a:pt x="418329" y="2397"/>
                  </a:lnTo>
                  <a:lnTo>
                    <a:pt x="397665" y="2397"/>
                  </a:lnTo>
                  <a:lnTo>
                    <a:pt x="377000" y="2397"/>
                  </a:lnTo>
                  <a:lnTo>
                    <a:pt x="356336" y="0"/>
                  </a:lnTo>
                  <a:lnTo>
                    <a:pt x="335671" y="0"/>
                  </a:lnTo>
                  <a:lnTo>
                    <a:pt x="315007" y="0"/>
                  </a:lnTo>
                  <a:lnTo>
                    <a:pt x="294342" y="0"/>
                  </a:lnTo>
                  <a:lnTo>
                    <a:pt x="273677" y="8343"/>
                  </a:lnTo>
                  <a:lnTo>
                    <a:pt x="253013" y="8343"/>
                  </a:lnTo>
                  <a:lnTo>
                    <a:pt x="232348" y="8343"/>
                  </a:lnTo>
                  <a:lnTo>
                    <a:pt x="211684" y="8343"/>
                  </a:lnTo>
                  <a:lnTo>
                    <a:pt x="193971" y="8343"/>
                  </a:lnTo>
                  <a:lnTo>
                    <a:pt x="173307" y="8343"/>
                  </a:lnTo>
                  <a:lnTo>
                    <a:pt x="151166" y="8343"/>
                  </a:lnTo>
                  <a:lnTo>
                    <a:pt x="131978" y="9401"/>
                  </a:lnTo>
                  <a:lnTo>
                    <a:pt x="111313" y="9401"/>
                  </a:lnTo>
                  <a:lnTo>
                    <a:pt x="90649" y="2679"/>
                  </a:lnTo>
                  <a:lnTo>
                    <a:pt x="71460" y="2679"/>
                  </a:lnTo>
                  <a:lnTo>
                    <a:pt x="50796" y="2679"/>
                  </a:lnTo>
                  <a:lnTo>
                    <a:pt x="37511" y="2679"/>
                  </a:lnTo>
                  <a:lnTo>
                    <a:pt x="25703" y="2679"/>
                  </a:lnTo>
                  <a:lnTo>
                    <a:pt x="7991" y="2679"/>
                  </a:lnTo>
                  <a:lnTo>
                    <a:pt x="0" y="1319620"/>
                  </a:lnTo>
                </a:path>
              </a:pathLst>
            </a:custGeom>
          </p:spPr>
          <p:txBody>
            <a:bodyPr/>
            <a:lstStyle/>
            <a:p>
              <a:endParaRPr sz="1632"/>
            </a:p>
          </p:txBody>
        </p:sp>
        <p:sp>
          <p:nvSpPr>
            <p:cNvPr id="51" name="pl51"/>
            <p:cNvSpPr/>
            <p:nvPr/>
          </p:nvSpPr>
          <p:spPr>
            <a:xfrm>
              <a:off x="3354733" y="2437778"/>
              <a:ext cx="1371239" cy="294286"/>
            </a:xfrm>
            <a:custGeom>
              <a:avLst/>
              <a:gdLst/>
              <a:ahLst/>
              <a:cxnLst/>
              <a:rect l="0" t="0" r="0" b="0"/>
              <a:pathLst>
                <a:path w="1371239" h="294286">
                  <a:moveTo>
                    <a:pt x="0" y="0"/>
                  </a:moveTo>
                  <a:lnTo>
                    <a:pt x="26568" y="0"/>
                  </a:lnTo>
                  <a:lnTo>
                    <a:pt x="41329" y="0"/>
                  </a:lnTo>
                  <a:lnTo>
                    <a:pt x="54613" y="0"/>
                  </a:lnTo>
                  <a:lnTo>
                    <a:pt x="66421" y="0"/>
                  </a:lnTo>
                  <a:lnTo>
                    <a:pt x="69373" y="0"/>
                  </a:lnTo>
                  <a:lnTo>
                    <a:pt x="79706" y="0"/>
                  </a:lnTo>
                  <a:lnTo>
                    <a:pt x="104798" y="0"/>
                  </a:lnTo>
                  <a:lnTo>
                    <a:pt x="135795" y="0"/>
                  </a:lnTo>
                  <a:lnTo>
                    <a:pt x="157936" y="285487"/>
                  </a:lnTo>
                  <a:lnTo>
                    <a:pt x="175648" y="285487"/>
                  </a:lnTo>
                  <a:lnTo>
                    <a:pt x="187456" y="285487"/>
                  </a:lnTo>
                  <a:lnTo>
                    <a:pt x="200741" y="285487"/>
                  </a:lnTo>
                  <a:lnTo>
                    <a:pt x="221405" y="285487"/>
                  </a:lnTo>
                  <a:lnTo>
                    <a:pt x="240594" y="285487"/>
                  </a:lnTo>
                  <a:lnTo>
                    <a:pt x="261258" y="293638"/>
                  </a:lnTo>
                  <a:lnTo>
                    <a:pt x="281923" y="293638"/>
                  </a:lnTo>
                  <a:lnTo>
                    <a:pt x="301111" y="293379"/>
                  </a:lnTo>
                  <a:lnTo>
                    <a:pt x="323252" y="293379"/>
                  </a:lnTo>
                  <a:lnTo>
                    <a:pt x="343916" y="293379"/>
                  </a:lnTo>
                  <a:lnTo>
                    <a:pt x="361629" y="293379"/>
                  </a:lnTo>
                  <a:lnTo>
                    <a:pt x="382293" y="293379"/>
                  </a:lnTo>
                  <a:lnTo>
                    <a:pt x="402958" y="293379"/>
                  </a:lnTo>
                  <a:lnTo>
                    <a:pt x="423622" y="293379"/>
                  </a:lnTo>
                  <a:lnTo>
                    <a:pt x="444287" y="286026"/>
                  </a:lnTo>
                  <a:lnTo>
                    <a:pt x="464951" y="286026"/>
                  </a:lnTo>
                  <a:lnTo>
                    <a:pt x="485616" y="286026"/>
                  </a:lnTo>
                  <a:lnTo>
                    <a:pt x="506280" y="286026"/>
                  </a:lnTo>
                  <a:lnTo>
                    <a:pt x="526945" y="293492"/>
                  </a:lnTo>
                  <a:lnTo>
                    <a:pt x="547610" y="293492"/>
                  </a:lnTo>
                  <a:lnTo>
                    <a:pt x="568274" y="293492"/>
                  </a:lnTo>
                  <a:lnTo>
                    <a:pt x="588939" y="293492"/>
                  </a:lnTo>
                  <a:lnTo>
                    <a:pt x="609603" y="293492"/>
                  </a:lnTo>
                  <a:lnTo>
                    <a:pt x="630268" y="293492"/>
                  </a:lnTo>
                  <a:lnTo>
                    <a:pt x="670121" y="293492"/>
                  </a:lnTo>
                  <a:lnTo>
                    <a:pt x="709974" y="293492"/>
                  </a:lnTo>
                  <a:lnTo>
                    <a:pt x="740970" y="293492"/>
                  </a:lnTo>
                  <a:lnTo>
                    <a:pt x="766063" y="293492"/>
                  </a:lnTo>
                  <a:lnTo>
                    <a:pt x="776395" y="293492"/>
                  </a:lnTo>
                  <a:lnTo>
                    <a:pt x="794108" y="294286"/>
                  </a:lnTo>
                  <a:lnTo>
                    <a:pt x="816248" y="294286"/>
                  </a:lnTo>
                  <a:lnTo>
                    <a:pt x="835437" y="294286"/>
                  </a:lnTo>
                  <a:lnTo>
                    <a:pt x="854625" y="294286"/>
                  </a:lnTo>
                  <a:lnTo>
                    <a:pt x="885622" y="294286"/>
                  </a:lnTo>
                  <a:lnTo>
                    <a:pt x="916619" y="294286"/>
                  </a:lnTo>
                  <a:lnTo>
                    <a:pt x="957948" y="294286"/>
                  </a:lnTo>
                  <a:lnTo>
                    <a:pt x="1009609" y="294286"/>
                  </a:lnTo>
                  <a:lnTo>
                    <a:pt x="1050938" y="294286"/>
                  </a:lnTo>
                  <a:lnTo>
                    <a:pt x="1084887" y="294286"/>
                  </a:lnTo>
                  <a:lnTo>
                    <a:pt x="1158689" y="294286"/>
                  </a:lnTo>
                  <a:lnTo>
                    <a:pt x="1250204" y="294286"/>
                  </a:lnTo>
                  <a:lnTo>
                    <a:pt x="1310721" y="294286"/>
                  </a:lnTo>
                  <a:lnTo>
                    <a:pt x="1371239" y="294286"/>
                  </a:lnTo>
                </a:path>
              </a:pathLst>
            </a:custGeom>
            <a:ln w="81303" cap="flat">
              <a:solidFill>
                <a:srgbClr val="4682B4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2" name="pl52"/>
            <p:cNvSpPr/>
            <p:nvPr/>
          </p:nvSpPr>
          <p:spPr>
            <a:xfrm>
              <a:off x="3239602" y="301552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40651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3" name="rc53"/>
            <p:cNvSpPr/>
            <p:nvPr/>
          </p:nvSpPr>
          <p:spPr>
            <a:xfrm>
              <a:off x="3239602" y="1802481"/>
              <a:ext cx="1623641" cy="2531385"/>
            </a:xfrm>
            <a:prstGeom prst="rect">
              <a:avLst/>
            </a:prstGeom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4" name="rc54"/>
            <p:cNvSpPr/>
            <p:nvPr/>
          </p:nvSpPr>
          <p:spPr>
            <a:xfrm>
              <a:off x="4977117" y="1802481"/>
              <a:ext cx="1623641" cy="25313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55" name="pl55"/>
            <p:cNvSpPr/>
            <p:nvPr/>
          </p:nvSpPr>
          <p:spPr>
            <a:xfrm>
              <a:off x="4977117" y="4054645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6" name="pl56"/>
            <p:cNvSpPr/>
            <p:nvPr/>
          </p:nvSpPr>
          <p:spPr>
            <a:xfrm>
              <a:off x="4977117" y="3361897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7" name="pl57"/>
            <p:cNvSpPr/>
            <p:nvPr/>
          </p:nvSpPr>
          <p:spPr>
            <a:xfrm>
              <a:off x="4977117" y="246653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8" name="pl58"/>
            <p:cNvSpPr/>
            <p:nvPr/>
          </p:nvSpPr>
          <p:spPr>
            <a:xfrm>
              <a:off x="5050919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9" name="pl59"/>
            <p:cNvSpPr/>
            <p:nvPr/>
          </p:nvSpPr>
          <p:spPr>
            <a:xfrm>
              <a:off x="5346126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0" name="pl60"/>
            <p:cNvSpPr/>
            <p:nvPr/>
          </p:nvSpPr>
          <p:spPr>
            <a:xfrm>
              <a:off x="5641334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1" name="pl61"/>
            <p:cNvSpPr/>
            <p:nvPr/>
          </p:nvSpPr>
          <p:spPr>
            <a:xfrm>
              <a:off x="5936541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2" name="pl62"/>
            <p:cNvSpPr/>
            <p:nvPr/>
          </p:nvSpPr>
          <p:spPr>
            <a:xfrm>
              <a:off x="6231749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3" name="pl63"/>
            <p:cNvSpPr/>
            <p:nvPr/>
          </p:nvSpPr>
          <p:spPr>
            <a:xfrm>
              <a:off x="6526956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4" name="pl64"/>
            <p:cNvSpPr/>
            <p:nvPr/>
          </p:nvSpPr>
          <p:spPr>
            <a:xfrm>
              <a:off x="4977117" y="3708271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5" name="pl65"/>
            <p:cNvSpPr/>
            <p:nvPr/>
          </p:nvSpPr>
          <p:spPr>
            <a:xfrm>
              <a:off x="4977117" y="301552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6" name="pl66"/>
            <p:cNvSpPr/>
            <p:nvPr/>
          </p:nvSpPr>
          <p:spPr>
            <a:xfrm>
              <a:off x="4977117" y="1917544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7" name="pl67"/>
            <p:cNvSpPr/>
            <p:nvPr/>
          </p:nvSpPr>
          <p:spPr>
            <a:xfrm>
              <a:off x="5198522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8" name="pl68"/>
            <p:cNvSpPr/>
            <p:nvPr/>
          </p:nvSpPr>
          <p:spPr>
            <a:xfrm>
              <a:off x="5493730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9" name="pl69"/>
            <p:cNvSpPr/>
            <p:nvPr/>
          </p:nvSpPr>
          <p:spPr>
            <a:xfrm>
              <a:off x="5788938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0" name="pl70"/>
            <p:cNvSpPr/>
            <p:nvPr/>
          </p:nvSpPr>
          <p:spPr>
            <a:xfrm>
              <a:off x="6084145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1" name="pl71"/>
            <p:cNvSpPr/>
            <p:nvPr/>
          </p:nvSpPr>
          <p:spPr>
            <a:xfrm>
              <a:off x="6379353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2" name="pg72"/>
            <p:cNvSpPr/>
            <p:nvPr/>
          </p:nvSpPr>
          <p:spPr>
            <a:xfrm>
              <a:off x="5124726" y="1802481"/>
              <a:ext cx="1338760" cy="2531385"/>
            </a:xfrm>
            <a:custGeom>
              <a:avLst/>
              <a:gdLst/>
              <a:ahLst/>
              <a:cxnLst/>
              <a:rect l="0" t="0" r="0" b="0"/>
              <a:pathLst>
                <a:path w="1338760" h="2531385">
                  <a:moveTo>
                    <a:pt x="109377" y="0"/>
                  </a:moveTo>
                  <a:lnTo>
                    <a:pt x="125457" y="1232440"/>
                  </a:lnTo>
                  <a:lnTo>
                    <a:pt x="143169" y="1237687"/>
                  </a:lnTo>
                  <a:lnTo>
                    <a:pt x="154978" y="1237687"/>
                  </a:lnTo>
                  <a:lnTo>
                    <a:pt x="168262" y="1237687"/>
                  </a:lnTo>
                  <a:lnTo>
                    <a:pt x="188927" y="1234792"/>
                  </a:lnTo>
                  <a:lnTo>
                    <a:pt x="208115" y="1234792"/>
                  </a:lnTo>
                  <a:lnTo>
                    <a:pt x="228780" y="1234792"/>
                  </a:lnTo>
                  <a:lnTo>
                    <a:pt x="249444" y="1234792"/>
                  </a:lnTo>
                  <a:lnTo>
                    <a:pt x="268633" y="1234792"/>
                  </a:lnTo>
                  <a:lnTo>
                    <a:pt x="290773" y="1234792"/>
                  </a:lnTo>
                  <a:lnTo>
                    <a:pt x="311438" y="1229486"/>
                  </a:lnTo>
                  <a:lnTo>
                    <a:pt x="329150" y="1229486"/>
                  </a:lnTo>
                  <a:lnTo>
                    <a:pt x="349815" y="1229486"/>
                  </a:lnTo>
                  <a:lnTo>
                    <a:pt x="370479" y="1235295"/>
                  </a:lnTo>
                  <a:lnTo>
                    <a:pt x="391144" y="1235295"/>
                  </a:lnTo>
                  <a:lnTo>
                    <a:pt x="411808" y="1235295"/>
                  </a:lnTo>
                  <a:lnTo>
                    <a:pt x="432473" y="1235295"/>
                  </a:lnTo>
                  <a:lnTo>
                    <a:pt x="453137" y="1235295"/>
                  </a:lnTo>
                  <a:lnTo>
                    <a:pt x="473802" y="1235295"/>
                  </a:lnTo>
                  <a:lnTo>
                    <a:pt x="494466" y="1239119"/>
                  </a:lnTo>
                  <a:lnTo>
                    <a:pt x="515131" y="1232851"/>
                  </a:lnTo>
                  <a:lnTo>
                    <a:pt x="535795" y="1232851"/>
                  </a:lnTo>
                  <a:lnTo>
                    <a:pt x="556460" y="1232851"/>
                  </a:lnTo>
                  <a:lnTo>
                    <a:pt x="577124" y="1232851"/>
                  </a:lnTo>
                  <a:lnTo>
                    <a:pt x="597789" y="1227893"/>
                  </a:lnTo>
                  <a:lnTo>
                    <a:pt x="637642" y="1227893"/>
                  </a:lnTo>
                  <a:lnTo>
                    <a:pt x="677495" y="1227893"/>
                  </a:lnTo>
                  <a:lnTo>
                    <a:pt x="708492" y="1227893"/>
                  </a:lnTo>
                  <a:lnTo>
                    <a:pt x="733584" y="1227893"/>
                  </a:lnTo>
                  <a:lnTo>
                    <a:pt x="743917" y="1227893"/>
                  </a:lnTo>
                  <a:lnTo>
                    <a:pt x="761629" y="1227893"/>
                  </a:lnTo>
                  <a:lnTo>
                    <a:pt x="783770" y="1224031"/>
                  </a:lnTo>
                  <a:lnTo>
                    <a:pt x="802958" y="1224031"/>
                  </a:lnTo>
                  <a:lnTo>
                    <a:pt x="822147" y="1224031"/>
                  </a:lnTo>
                  <a:lnTo>
                    <a:pt x="853144" y="1224031"/>
                  </a:lnTo>
                  <a:lnTo>
                    <a:pt x="884140" y="1224031"/>
                  </a:lnTo>
                  <a:lnTo>
                    <a:pt x="925469" y="1224031"/>
                  </a:lnTo>
                  <a:lnTo>
                    <a:pt x="977131" y="1224031"/>
                  </a:lnTo>
                  <a:lnTo>
                    <a:pt x="1018460" y="1224031"/>
                  </a:lnTo>
                  <a:lnTo>
                    <a:pt x="1052409" y="1224031"/>
                  </a:lnTo>
                  <a:lnTo>
                    <a:pt x="1126211" y="1224031"/>
                  </a:lnTo>
                  <a:lnTo>
                    <a:pt x="1217725" y="1224031"/>
                  </a:lnTo>
                  <a:lnTo>
                    <a:pt x="1278242" y="1224031"/>
                  </a:lnTo>
                  <a:lnTo>
                    <a:pt x="1338760" y="1224031"/>
                  </a:lnTo>
                  <a:lnTo>
                    <a:pt x="1338760" y="1526188"/>
                  </a:lnTo>
                  <a:lnTo>
                    <a:pt x="1278242" y="1526188"/>
                  </a:lnTo>
                  <a:lnTo>
                    <a:pt x="1217725" y="1526188"/>
                  </a:lnTo>
                  <a:lnTo>
                    <a:pt x="1126211" y="1526188"/>
                  </a:lnTo>
                  <a:lnTo>
                    <a:pt x="1052409" y="1526188"/>
                  </a:lnTo>
                  <a:lnTo>
                    <a:pt x="1018460" y="1526188"/>
                  </a:lnTo>
                  <a:lnTo>
                    <a:pt x="977131" y="1526188"/>
                  </a:lnTo>
                  <a:lnTo>
                    <a:pt x="925469" y="1526188"/>
                  </a:lnTo>
                  <a:lnTo>
                    <a:pt x="884140" y="1526188"/>
                  </a:lnTo>
                  <a:lnTo>
                    <a:pt x="853144" y="1526188"/>
                  </a:lnTo>
                  <a:lnTo>
                    <a:pt x="822147" y="1526188"/>
                  </a:lnTo>
                  <a:lnTo>
                    <a:pt x="802958" y="1526188"/>
                  </a:lnTo>
                  <a:lnTo>
                    <a:pt x="783770" y="1526188"/>
                  </a:lnTo>
                  <a:lnTo>
                    <a:pt x="761629" y="1532212"/>
                  </a:lnTo>
                  <a:lnTo>
                    <a:pt x="743917" y="1532212"/>
                  </a:lnTo>
                  <a:lnTo>
                    <a:pt x="733584" y="1532212"/>
                  </a:lnTo>
                  <a:lnTo>
                    <a:pt x="708492" y="1532212"/>
                  </a:lnTo>
                  <a:lnTo>
                    <a:pt x="677495" y="1532212"/>
                  </a:lnTo>
                  <a:lnTo>
                    <a:pt x="637642" y="1532212"/>
                  </a:lnTo>
                  <a:lnTo>
                    <a:pt x="597789" y="1532212"/>
                  </a:lnTo>
                  <a:lnTo>
                    <a:pt x="577124" y="1538173"/>
                  </a:lnTo>
                  <a:lnTo>
                    <a:pt x="556460" y="1538173"/>
                  </a:lnTo>
                  <a:lnTo>
                    <a:pt x="535795" y="1538173"/>
                  </a:lnTo>
                  <a:lnTo>
                    <a:pt x="515131" y="1538173"/>
                  </a:lnTo>
                  <a:lnTo>
                    <a:pt x="494466" y="1546065"/>
                  </a:lnTo>
                  <a:lnTo>
                    <a:pt x="473802" y="1543701"/>
                  </a:lnTo>
                  <a:lnTo>
                    <a:pt x="453137" y="1543701"/>
                  </a:lnTo>
                  <a:lnTo>
                    <a:pt x="432473" y="1543701"/>
                  </a:lnTo>
                  <a:lnTo>
                    <a:pt x="411808" y="1543701"/>
                  </a:lnTo>
                  <a:lnTo>
                    <a:pt x="391144" y="1543701"/>
                  </a:lnTo>
                  <a:lnTo>
                    <a:pt x="370479" y="1543701"/>
                  </a:lnTo>
                  <a:lnTo>
                    <a:pt x="349815" y="1540434"/>
                  </a:lnTo>
                  <a:lnTo>
                    <a:pt x="329150" y="1540434"/>
                  </a:lnTo>
                  <a:lnTo>
                    <a:pt x="311438" y="1540434"/>
                  </a:lnTo>
                  <a:lnTo>
                    <a:pt x="290773" y="1548335"/>
                  </a:lnTo>
                  <a:lnTo>
                    <a:pt x="268633" y="1548335"/>
                  </a:lnTo>
                  <a:lnTo>
                    <a:pt x="249444" y="1548335"/>
                  </a:lnTo>
                  <a:lnTo>
                    <a:pt x="228780" y="1548335"/>
                  </a:lnTo>
                  <a:lnTo>
                    <a:pt x="208115" y="1548335"/>
                  </a:lnTo>
                  <a:lnTo>
                    <a:pt x="188927" y="1548335"/>
                  </a:lnTo>
                  <a:lnTo>
                    <a:pt x="168262" y="1553116"/>
                  </a:lnTo>
                  <a:lnTo>
                    <a:pt x="154978" y="1553116"/>
                  </a:lnTo>
                  <a:lnTo>
                    <a:pt x="143169" y="1553116"/>
                  </a:lnTo>
                  <a:lnTo>
                    <a:pt x="125457" y="1549322"/>
                  </a:lnTo>
                  <a:lnTo>
                    <a:pt x="103316" y="1721488"/>
                  </a:lnTo>
                  <a:lnTo>
                    <a:pt x="72320" y="1721488"/>
                  </a:lnTo>
                  <a:lnTo>
                    <a:pt x="47227" y="1721488"/>
                  </a:lnTo>
                  <a:lnTo>
                    <a:pt x="36895" y="1721488"/>
                  </a:lnTo>
                  <a:lnTo>
                    <a:pt x="33943" y="1721488"/>
                  </a:lnTo>
                  <a:lnTo>
                    <a:pt x="22134" y="925267"/>
                  </a:lnTo>
                  <a:lnTo>
                    <a:pt x="8850" y="925267"/>
                  </a:lnTo>
                  <a:lnTo>
                    <a:pt x="0" y="2531385"/>
                  </a:lnTo>
                  <a:close/>
                </a:path>
              </a:pathLst>
            </a:custGeom>
            <a:solidFill>
              <a:srgbClr val="4682B4">
                <a:alpha val="50196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3" name="pl73"/>
            <p:cNvSpPr/>
            <p:nvPr/>
          </p:nvSpPr>
          <p:spPr>
            <a:xfrm>
              <a:off x="5234104" y="1802481"/>
              <a:ext cx="1229383" cy="1239119"/>
            </a:xfrm>
            <a:custGeom>
              <a:avLst/>
              <a:gdLst/>
              <a:ahLst/>
              <a:cxnLst/>
              <a:rect l="0" t="0" r="0" b="0"/>
              <a:pathLst>
                <a:path w="1229383" h="1239119">
                  <a:moveTo>
                    <a:pt x="0" y="0"/>
                  </a:moveTo>
                  <a:lnTo>
                    <a:pt x="16079" y="1232440"/>
                  </a:lnTo>
                  <a:lnTo>
                    <a:pt x="33792" y="1237687"/>
                  </a:lnTo>
                  <a:lnTo>
                    <a:pt x="45600" y="1237687"/>
                  </a:lnTo>
                  <a:lnTo>
                    <a:pt x="58885" y="1237687"/>
                  </a:lnTo>
                  <a:lnTo>
                    <a:pt x="79549" y="1234792"/>
                  </a:lnTo>
                  <a:lnTo>
                    <a:pt x="98738" y="1234792"/>
                  </a:lnTo>
                  <a:lnTo>
                    <a:pt x="119402" y="1234792"/>
                  </a:lnTo>
                  <a:lnTo>
                    <a:pt x="140067" y="1234792"/>
                  </a:lnTo>
                  <a:lnTo>
                    <a:pt x="159255" y="1234792"/>
                  </a:lnTo>
                  <a:lnTo>
                    <a:pt x="181396" y="1234792"/>
                  </a:lnTo>
                  <a:lnTo>
                    <a:pt x="202060" y="1229486"/>
                  </a:lnTo>
                  <a:lnTo>
                    <a:pt x="219773" y="1229486"/>
                  </a:lnTo>
                  <a:lnTo>
                    <a:pt x="240437" y="1229486"/>
                  </a:lnTo>
                  <a:lnTo>
                    <a:pt x="261102" y="1235295"/>
                  </a:lnTo>
                  <a:lnTo>
                    <a:pt x="281766" y="1235295"/>
                  </a:lnTo>
                  <a:lnTo>
                    <a:pt x="302431" y="1235295"/>
                  </a:lnTo>
                  <a:lnTo>
                    <a:pt x="323095" y="1235295"/>
                  </a:lnTo>
                  <a:lnTo>
                    <a:pt x="343760" y="1235295"/>
                  </a:lnTo>
                  <a:lnTo>
                    <a:pt x="364424" y="1235295"/>
                  </a:lnTo>
                  <a:lnTo>
                    <a:pt x="385089" y="1239119"/>
                  </a:lnTo>
                  <a:lnTo>
                    <a:pt x="405753" y="1232851"/>
                  </a:lnTo>
                  <a:lnTo>
                    <a:pt x="426418" y="1232851"/>
                  </a:lnTo>
                  <a:lnTo>
                    <a:pt x="447082" y="1232851"/>
                  </a:lnTo>
                  <a:lnTo>
                    <a:pt x="467747" y="1232851"/>
                  </a:lnTo>
                  <a:lnTo>
                    <a:pt x="488412" y="1227893"/>
                  </a:lnTo>
                  <a:lnTo>
                    <a:pt x="528265" y="1227893"/>
                  </a:lnTo>
                  <a:lnTo>
                    <a:pt x="568118" y="1227893"/>
                  </a:lnTo>
                  <a:lnTo>
                    <a:pt x="599114" y="1227893"/>
                  </a:lnTo>
                  <a:lnTo>
                    <a:pt x="624207" y="1227893"/>
                  </a:lnTo>
                  <a:lnTo>
                    <a:pt x="634539" y="1227893"/>
                  </a:lnTo>
                  <a:lnTo>
                    <a:pt x="652252" y="1227893"/>
                  </a:lnTo>
                  <a:lnTo>
                    <a:pt x="674392" y="1224031"/>
                  </a:lnTo>
                  <a:lnTo>
                    <a:pt x="693581" y="1224031"/>
                  </a:lnTo>
                  <a:lnTo>
                    <a:pt x="712769" y="1224031"/>
                  </a:lnTo>
                  <a:lnTo>
                    <a:pt x="743766" y="1224031"/>
                  </a:lnTo>
                  <a:lnTo>
                    <a:pt x="774763" y="1224031"/>
                  </a:lnTo>
                  <a:lnTo>
                    <a:pt x="816092" y="1224031"/>
                  </a:lnTo>
                  <a:lnTo>
                    <a:pt x="867753" y="1224031"/>
                  </a:lnTo>
                  <a:lnTo>
                    <a:pt x="909082" y="1224031"/>
                  </a:lnTo>
                  <a:lnTo>
                    <a:pt x="943031" y="1224031"/>
                  </a:lnTo>
                  <a:lnTo>
                    <a:pt x="1016833" y="1224031"/>
                  </a:lnTo>
                  <a:lnTo>
                    <a:pt x="1108347" y="1224031"/>
                  </a:lnTo>
                  <a:lnTo>
                    <a:pt x="1168865" y="1224031"/>
                  </a:lnTo>
                  <a:lnTo>
                    <a:pt x="1229383" y="1224031"/>
                  </a:lnTo>
                </a:path>
              </a:pathLst>
            </a:custGeom>
          </p:spPr>
          <p:txBody>
            <a:bodyPr/>
            <a:lstStyle/>
            <a:p>
              <a:endParaRPr sz="1632"/>
            </a:p>
          </p:txBody>
        </p:sp>
        <p:sp>
          <p:nvSpPr>
            <p:cNvPr id="74" name="pl74"/>
            <p:cNvSpPr/>
            <p:nvPr/>
          </p:nvSpPr>
          <p:spPr>
            <a:xfrm>
              <a:off x="5124726" y="2727749"/>
              <a:ext cx="1338760" cy="1606117"/>
            </a:xfrm>
            <a:custGeom>
              <a:avLst/>
              <a:gdLst/>
              <a:ahLst/>
              <a:cxnLst/>
              <a:rect l="0" t="0" r="0" b="0"/>
              <a:pathLst>
                <a:path w="1338760" h="1606117">
                  <a:moveTo>
                    <a:pt x="1338760" y="600920"/>
                  </a:moveTo>
                  <a:lnTo>
                    <a:pt x="1278242" y="600920"/>
                  </a:lnTo>
                  <a:lnTo>
                    <a:pt x="1217725" y="600920"/>
                  </a:lnTo>
                  <a:lnTo>
                    <a:pt x="1126211" y="600920"/>
                  </a:lnTo>
                  <a:lnTo>
                    <a:pt x="1052409" y="600920"/>
                  </a:lnTo>
                  <a:lnTo>
                    <a:pt x="1018460" y="600920"/>
                  </a:lnTo>
                  <a:lnTo>
                    <a:pt x="977131" y="600920"/>
                  </a:lnTo>
                  <a:lnTo>
                    <a:pt x="925469" y="600920"/>
                  </a:lnTo>
                  <a:lnTo>
                    <a:pt x="884140" y="600920"/>
                  </a:lnTo>
                  <a:lnTo>
                    <a:pt x="853144" y="600920"/>
                  </a:lnTo>
                  <a:lnTo>
                    <a:pt x="822147" y="600920"/>
                  </a:lnTo>
                  <a:lnTo>
                    <a:pt x="802958" y="600920"/>
                  </a:lnTo>
                  <a:lnTo>
                    <a:pt x="783770" y="600920"/>
                  </a:lnTo>
                  <a:lnTo>
                    <a:pt x="761629" y="606944"/>
                  </a:lnTo>
                  <a:lnTo>
                    <a:pt x="743917" y="606944"/>
                  </a:lnTo>
                  <a:lnTo>
                    <a:pt x="733584" y="606944"/>
                  </a:lnTo>
                  <a:lnTo>
                    <a:pt x="708492" y="606944"/>
                  </a:lnTo>
                  <a:lnTo>
                    <a:pt x="677495" y="606944"/>
                  </a:lnTo>
                  <a:lnTo>
                    <a:pt x="637642" y="606944"/>
                  </a:lnTo>
                  <a:lnTo>
                    <a:pt x="597789" y="606944"/>
                  </a:lnTo>
                  <a:lnTo>
                    <a:pt x="577124" y="612905"/>
                  </a:lnTo>
                  <a:lnTo>
                    <a:pt x="556460" y="612905"/>
                  </a:lnTo>
                  <a:lnTo>
                    <a:pt x="535795" y="612905"/>
                  </a:lnTo>
                  <a:lnTo>
                    <a:pt x="515131" y="612905"/>
                  </a:lnTo>
                  <a:lnTo>
                    <a:pt x="494466" y="620798"/>
                  </a:lnTo>
                  <a:lnTo>
                    <a:pt x="473802" y="618433"/>
                  </a:lnTo>
                  <a:lnTo>
                    <a:pt x="453137" y="618433"/>
                  </a:lnTo>
                  <a:lnTo>
                    <a:pt x="432473" y="618433"/>
                  </a:lnTo>
                  <a:lnTo>
                    <a:pt x="411808" y="618433"/>
                  </a:lnTo>
                  <a:lnTo>
                    <a:pt x="391144" y="618433"/>
                  </a:lnTo>
                  <a:lnTo>
                    <a:pt x="370479" y="618433"/>
                  </a:lnTo>
                  <a:lnTo>
                    <a:pt x="349815" y="615166"/>
                  </a:lnTo>
                  <a:lnTo>
                    <a:pt x="329150" y="615166"/>
                  </a:lnTo>
                  <a:lnTo>
                    <a:pt x="311438" y="615166"/>
                  </a:lnTo>
                  <a:lnTo>
                    <a:pt x="290773" y="623067"/>
                  </a:lnTo>
                  <a:lnTo>
                    <a:pt x="268633" y="623067"/>
                  </a:lnTo>
                  <a:lnTo>
                    <a:pt x="249444" y="623067"/>
                  </a:lnTo>
                  <a:lnTo>
                    <a:pt x="228780" y="623067"/>
                  </a:lnTo>
                  <a:lnTo>
                    <a:pt x="208115" y="623067"/>
                  </a:lnTo>
                  <a:lnTo>
                    <a:pt x="188927" y="623067"/>
                  </a:lnTo>
                  <a:lnTo>
                    <a:pt x="168262" y="627848"/>
                  </a:lnTo>
                  <a:lnTo>
                    <a:pt x="154978" y="627848"/>
                  </a:lnTo>
                  <a:lnTo>
                    <a:pt x="143169" y="627848"/>
                  </a:lnTo>
                  <a:lnTo>
                    <a:pt x="125457" y="624054"/>
                  </a:lnTo>
                  <a:lnTo>
                    <a:pt x="103316" y="796220"/>
                  </a:lnTo>
                  <a:lnTo>
                    <a:pt x="72320" y="796220"/>
                  </a:lnTo>
                  <a:lnTo>
                    <a:pt x="47227" y="796220"/>
                  </a:lnTo>
                  <a:lnTo>
                    <a:pt x="36895" y="796220"/>
                  </a:lnTo>
                  <a:lnTo>
                    <a:pt x="33943" y="796220"/>
                  </a:lnTo>
                  <a:lnTo>
                    <a:pt x="22134" y="0"/>
                  </a:lnTo>
                  <a:lnTo>
                    <a:pt x="8850" y="0"/>
                  </a:lnTo>
                  <a:lnTo>
                    <a:pt x="0" y="1606117"/>
                  </a:lnTo>
                </a:path>
              </a:pathLst>
            </a:custGeom>
          </p:spPr>
          <p:txBody>
            <a:bodyPr/>
            <a:lstStyle/>
            <a:p>
              <a:endParaRPr sz="1632"/>
            </a:p>
          </p:txBody>
        </p:sp>
        <p:sp>
          <p:nvSpPr>
            <p:cNvPr id="75" name="pl75"/>
            <p:cNvSpPr/>
            <p:nvPr/>
          </p:nvSpPr>
          <p:spPr>
            <a:xfrm>
              <a:off x="5092248" y="1802481"/>
              <a:ext cx="36268" cy="753774"/>
            </a:xfrm>
            <a:custGeom>
              <a:avLst/>
              <a:gdLst/>
              <a:ahLst/>
              <a:cxnLst/>
              <a:rect l="0" t="0" r="0" b="0"/>
              <a:pathLst>
                <a:path w="36268" h="753774">
                  <a:moveTo>
                    <a:pt x="0" y="753774"/>
                  </a:moveTo>
                  <a:lnTo>
                    <a:pt x="26568" y="753774"/>
                  </a:lnTo>
                  <a:lnTo>
                    <a:pt x="36268" y="0"/>
                  </a:lnTo>
                </a:path>
              </a:pathLst>
            </a:custGeom>
            <a:ln w="81303" cap="flat">
              <a:solidFill>
                <a:srgbClr val="4682B4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6" name="pl76"/>
            <p:cNvSpPr/>
            <p:nvPr/>
          </p:nvSpPr>
          <p:spPr>
            <a:xfrm>
              <a:off x="5151406" y="1802481"/>
              <a:ext cx="1312080" cy="1395402"/>
            </a:xfrm>
            <a:custGeom>
              <a:avLst/>
              <a:gdLst/>
              <a:ahLst/>
              <a:cxnLst/>
              <a:rect l="0" t="0" r="0" b="0"/>
              <a:pathLst>
                <a:path w="1312080" h="1395402">
                  <a:moveTo>
                    <a:pt x="0" y="0"/>
                  </a:moveTo>
                  <a:lnTo>
                    <a:pt x="7263" y="628485"/>
                  </a:lnTo>
                  <a:lnTo>
                    <a:pt x="10215" y="628485"/>
                  </a:lnTo>
                  <a:lnTo>
                    <a:pt x="20547" y="628485"/>
                  </a:lnTo>
                  <a:lnTo>
                    <a:pt x="45640" y="628485"/>
                  </a:lnTo>
                  <a:lnTo>
                    <a:pt x="76637" y="628485"/>
                  </a:lnTo>
                  <a:lnTo>
                    <a:pt x="98777" y="1390881"/>
                  </a:lnTo>
                  <a:lnTo>
                    <a:pt x="116490" y="1395402"/>
                  </a:lnTo>
                  <a:lnTo>
                    <a:pt x="128298" y="1395402"/>
                  </a:lnTo>
                  <a:lnTo>
                    <a:pt x="141582" y="1395402"/>
                  </a:lnTo>
                  <a:lnTo>
                    <a:pt x="162247" y="1391564"/>
                  </a:lnTo>
                  <a:lnTo>
                    <a:pt x="181435" y="1391564"/>
                  </a:lnTo>
                  <a:lnTo>
                    <a:pt x="202100" y="1391564"/>
                  </a:lnTo>
                  <a:lnTo>
                    <a:pt x="222764" y="1391564"/>
                  </a:lnTo>
                  <a:lnTo>
                    <a:pt x="241953" y="1391564"/>
                  </a:lnTo>
                  <a:lnTo>
                    <a:pt x="264093" y="1391564"/>
                  </a:lnTo>
                  <a:lnTo>
                    <a:pt x="284758" y="1384960"/>
                  </a:lnTo>
                  <a:lnTo>
                    <a:pt x="302470" y="1384960"/>
                  </a:lnTo>
                  <a:lnTo>
                    <a:pt x="323135" y="1384960"/>
                  </a:lnTo>
                  <a:lnTo>
                    <a:pt x="343799" y="1389498"/>
                  </a:lnTo>
                  <a:lnTo>
                    <a:pt x="364464" y="1389498"/>
                  </a:lnTo>
                  <a:lnTo>
                    <a:pt x="385129" y="1389498"/>
                  </a:lnTo>
                  <a:lnTo>
                    <a:pt x="405793" y="1389498"/>
                  </a:lnTo>
                  <a:lnTo>
                    <a:pt x="426458" y="1389498"/>
                  </a:lnTo>
                  <a:lnTo>
                    <a:pt x="447122" y="1389498"/>
                  </a:lnTo>
                  <a:lnTo>
                    <a:pt x="467787" y="1392592"/>
                  </a:lnTo>
                  <a:lnTo>
                    <a:pt x="488451" y="1385512"/>
                  </a:lnTo>
                  <a:lnTo>
                    <a:pt x="509116" y="1385512"/>
                  </a:lnTo>
                  <a:lnTo>
                    <a:pt x="529780" y="1385512"/>
                  </a:lnTo>
                  <a:lnTo>
                    <a:pt x="550445" y="1385512"/>
                  </a:lnTo>
                  <a:lnTo>
                    <a:pt x="571109" y="1380053"/>
                  </a:lnTo>
                  <a:lnTo>
                    <a:pt x="610962" y="1380053"/>
                  </a:lnTo>
                  <a:lnTo>
                    <a:pt x="650815" y="1380053"/>
                  </a:lnTo>
                  <a:lnTo>
                    <a:pt x="681812" y="1380053"/>
                  </a:lnTo>
                  <a:lnTo>
                    <a:pt x="706905" y="1380053"/>
                  </a:lnTo>
                  <a:lnTo>
                    <a:pt x="717237" y="1380053"/>
                  </a:lnTo>
                  <a:lnTo>
                    <a:pt x="734950" y="1380053"/>
                  </a:lnTo>
                  <a:lnTo>
                    <a:pt x="757090" y="1375109"/>
                  </a:lnTo>
                  <a:lnTo>
                    <a:pt x="776279" y="1375109"/>
                  </a:lnTo>
                  <a:lnTo>
                    <a:pt x="795467" y="1375109"/>
                  </a:lnTo>
                  <a:lnTo>
                    <a:pt x="826464" y="1375109"/>
                  </a:lnTo>
                  <a:lnTo>
                    <a:pt x="857461" y="1375109"/>
                  </a:lnTo>
                  <a:lnTo>
                    <a:pt x="898790" y="1375109"/>
                  </a:lnTo>
                  <a:lnTo>
                    <a:pt x="950451" y="1375109"/>
                  </a:lnTo>
                  <a:lnTo>
                    <a:pt x="991780" y="1375109"/>
                  </a:lnTo>
                  <a:lnTo>
                    <a:pt x="1025729" y="1375109"/>
                  </a:lnTo>
                  <a:lnTo>
                    <a:pt x="1099531" y="1375109"/>
                  </a:lnTo>
                  <a:lnTo>
                    <a:pt x="1191045" y="1375109"/>
                  </a:lnTo>
                  <a:lnTo>
                    <a:pt x="1251563" y="1375109"/>
                  </a:lnTo>
                  <a:lnTo>
                    <a:pt x="1312080" y="1375109"/>
                  </a:lnTo>
                </a:path>
              </a:pathLst>
            </a:custGeom>
            <a:ln w="81303" cap="flat">
              <a:solidFill>
                <a:srgbClr val="4682B4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7" name="pl77"/>
            <p:cNvSpPr/>
            <p:nvPr/>
          </p:nvSpPr>
          <p:spPr>
            <a:xfrm>
              <a:off x="4977117" y="301552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40651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8" name="rc78"/>
            <p:cNvSpPr/>
            <p:nvPr/>
          </p:nvSpPr>
          <p:spPr>
            <a:xfrm>
              <a:off x="4977117" y="1802481"/>
              <a:ext cx="1623641" cy="2531385"/>
            </a:xfrm>
            <a:prstGeom prst="rect">
              <a:avLst/>
            </a:prstGeom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9" name="rc79"/>
            <p:cNvSpPr/>
            <p:nvPr/>
          </p:nvSpPr>
          <p:spPr>
            <a:xfrm>
              <a:off x="6714631" y="1802481"/>
              <a:ext cx="1623641" cy="25313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0" name="pl80"/>
            <p:cNvSpPr/>
            <p:nvPr/>
          </p:nvSpPr>
          <p:spPr>
            <a:xfrm>
              <a:off x="6714631" y="4054645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1" name="pl81"/>
            <p:cNvSpPr/>
            <p:nvPr/>
          </p:nvSpPr>
          <p:spPr>
            <a:xfrm>
              <a:off x="6714631" y="3361897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2" name="pl82"/>
            <p:cNvSpPr/>
            <p:nvPr/>
          </p:nvSpPr>
          <p:spPr>
            <a:xfrm>
              <a:off x="6714631" y="246653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3" name="pl83"/>
            <p:cNvSpPr/>
            <p:nvPr/>
          </p:nvSpPr>
          <p:spPr>
            <a:xfrm>
              <a:off x="6788433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4" name="pl84"/>
            <p:cNvSpPr/>
            <p:nvPr/>
          </p:nvSpPr>
          <p:spPr>
            <a:xfrm>
              <a:off x="7083641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5" name="pl85"/>
            <p:cNvSpPr/>
            <p:nvPr/>
          </p:nvSpPr>
          <p:spPr>
            <a:xfrm>
              <a:off x="7378848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6" name="pl86"/>
            <p:cNvSpPr/>
            <p:nvPr/>
          </p:nvSpPr>
          <p:spPr>
            <a:xfrm>
              <a:off x="7674056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7" name="pl87"/>
            <p:cNvSpPr/>
            <p:nvPr/>
          </p:nvSpPr>
          <p:spPr>
            <a:xfrm>
              <a:off x="7969263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8" name="pl88"/>
            <p:cNvSpPr/>
            <p:nvPr/>
          </p:nvSpPr>
          <p:spPr>
            <a:xfrm>
              <a:off x="8264471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9" name="pl89"/>
            <p:cNvSpPr/>
            <p:nvPr/>
          </p:nvSpPr>
          <p:spPr>
            <a:xfrm>
              <a:off x="6714631" y="3708271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90" name="pl90"/>
            <p:cNvSpPr/>
            <p:nvPr/>
          </p:nvSpPr>
          <p:spPr>
            <a:xfrm>
              <a:off x="6714631" y="301552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91" name="pl91"/>
            <p:cNvSpPr/>
            <p:nvPr/>
          </p:nvSpPr>
          <p:spPr>
            <a:xfrm>
              <a:off x="6714631" y="1917544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92" name="pl92"/>
            <p:cNvSpPr/>
            <p:nvPr/>
          </p:nvSpPr>
          <p:spPr>
            <a:xfrm>
              <a:off x="6936037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93" name="pl93"/>
            <p:cNvSpPr/>
            <p:nvPr/>
          </p:nvSpPr>
          <p:spPr>
            <a:xfrm>
              <a:off x="7231245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94" name="pl94"/>
            <p:cNvSpPr/>
            <p:nvPr/>
          </p:nvSpPr>
          <p:spPr>
            <a:xfrm>
              <a:off x="7526452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95" name="pl95"/>
            <p:cNvSpPr/>
            <p:nvPr/>
          </p:nvSpPr>
          <p:spPr>
            <a:xfrm>
              <a:off x="7821660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96" name="pl96"/>
            <p:cNvSpPr/>
            <p:nvPr/>
          </p:nvSpPr>
          <p:spPr>
            <a:xfrm>
              <a:off x="8116867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97" name="pg97"/>
            <p:cNvSpPr/>
            <p:nvPr/>
          </p:nvSpPr>
          <p:spPr>
            <a:xfrm>
              <a:off x="6863702" y="1802481"/>
              <a:ext cx="1337299" cy="2531385"/>
            </a:xfrm>
            <a:custGeom>
              <a:avLst/>
              <a:gdLst/>
              <a:ahLst/>
              <a:cxnLst/>
              <a:rect l="0" t="0" r="0" b="0"/>
              <a:pathLst>
                <a:path w="1337299" h="2531385">
                  <a:moveTo>
                    <a:pt x="99902" y="0"/>
                  </a:moveTo>
                  <a:lnTo>
                    <a:pt x="101855" y="65502"/>
                  </a:lnTo>
                  <a:lnTo>
                    <a:pt x="123996" y="1408111"/>
                  </a:lnTo>
                  <a:lnTo>
                    <a:pt x="141709" y="1408111"/>
                  </a:lnTo>
                  <a:lnTo>
                    <a:pt x="153517" y="1408111"/>
                  </a:lnTo>
                  <a:lnTo>
                    <a:pt x="166801" y="1408111"/>
                  </a:lnTo>
                  <a:lnTo>
                    <a:pt x="187466" y="1408111"/>
                  </a:lnTo>
                  <a:lnTo>
                    <a:pt x="206654" y="1408111"/>
                  </a:lnTo>
                  <a:lnTo>
                    <a:pt x="227319" y="1412002"/>
                  </a:lnTo>
                  <a:lnTo>
                    <a:pt x="247983" y="1424215"/>
                  </a:lnTo>
                  <a:lnTo>
                    <a:pt x="267172" y="1406160"/>
                  </a:lnTo>
                  <a:lnTo>
                    <a:pt x="289312" y="1406160"/>
                  </a:lnTo>
                  <a:lnTo>
                    <a:pt x="309977" y="1406160"/>
                  </a:lnTo>
                  <a:lnTo>
                    <a:pt x="327689" y="1420045"/>
                  </a:lnTo>
                  <a:lnTo>
                    <a:pt x="348354" y="1420045"/>
                  </a:lnTo>
                  <a:lnTo>
                    <a:pt x="369018" y="1436353"/>
                  </a:lnTo>
                  <a:lnTo>
                    <a:pt x="389683" y="1448560"/>
                  </a:lnTo>
                  <a:lnTo>
                    <a:pt x="410347" y="1448135"/>
                  </a:lnTo>
                  <a:lnTo>
                    <a:pt x="431012" y="1448135"/>
                  </a:lnTo>
                  <a:lnTo>
                    <a:pt x="451676" y="1448135"/>
                  </a:lnTo>
                  <a:lnTo>
                    <a:pt x="472341" y="1448135"/>
                  </a:lnTo>
                  <a:lnTo>
                    <a:pt x="493006" y="1448135"/>
                  </a:lnTo>
                  <a:lnTo>
                    <a:pt x="513670" y="1448135"/>
                  </a:lnTo>
                  <a:lnTo>
                    <a:pt x="534335" y="1432922"/>
                  </a:lnTo>
                  <a:lnTo>
                    <a:pt x="554999" y="1432922"/>
                  </a:lnTo>
                  <a:lnTo>
                    <a:pt x="575664" y="1432922"/>
                  </a:lnTo>
                  <a:lnTo>
                    <a:pt x="596328" y="1442777"/>
                  </a:lnTo>
                  <a:lnTo>
                    <a:pt x="636181" y="1442777"/>
                  </a:lnTo>
                  <a:lnTo>
                    <a:pt x="676034" y="1442777"/>
                  </a:lnTo>
                  <a:lnTo>
                    <a:pt x="707031" y="1442777"/>
                  </a:lnTo>
                  <a:lnTo>
                    <a:pt x="732124" y="1442777"/>
                  </a:lnTo>
                  <a:lnTo>
                    <a:pt x="742456" y="1442777"/>
                  </a:lnTo>
                  <a:lnTo>
                    <a:pt x="760168" y="1445831"/>
                  </a:lnTo>
                  <a:lnTo>
                    <a:pt x="782309" y="1445831"/>
                  </a:lnTo>
                  <a:lnTo>
                    <a:pt x="801497" y="1445831"/>
                  </a:lnTo>
                  <a:lnTo>
                    <a:pt x="820686" y="1433557"/>
                  </a:lnTo>
                  <a:lnTo>
                    <a:pt x="851683" y="1433557"/>
                  </a:lnTo>
                  <a:lnTo>
                    <a:pt x="882680" y="1433557"/>
                  </a:lnTo>
                  <a:lnTo>
                    <a:pt x="924009" y="1433557"/>
                  </a:lnTo>
                  <a:lnTo>
                    <a:pt x="975670" y="1433557"/>
                  </a:lnTo>
                  <a:lnTo>
                    <a:pt x="1016999" y="1433557"/>
                  </a:lnTo>
                  <a:lnTo>
                    <a:pt x="1050948" y="1433557"/>
                  </a:lnTo>
                  <a:lnTo>
                    <a:pt x="1124750" y="1433557"/>
                  </a:lnTo>
                  <a:lnTo>
                    <a:pt x="1216264" y="1433557"/>
                  </a:lnTo>
                  <a:lnTo>
                    <a:pt x="1276782" y="1433557"/>
                  </a:lnTo>
                  <a:lnTo>
                    <a:pt x="1337299" y="1433557"/>
                  </a:lnTo>
                  <a:lnTo>
                    <a:pt x="1337299" y="1794047"/>
                  </a:lnTo>
                  <a:lnTo>
                    <a:pt x="1276782" y="1794047"/>
                  </a:lnTo>
                  <a:lnTo>
                    <a:pt x="1216264" y="1794047"/>
                  </a:lnTo>
                  <a:lnTo>
                    <a:pt x="1124750" y="1794047"/>
                  </a:lnTo>
                  <a:lnTo>
                    <a:pt x="1050948" y="1794047"/>
                  </a:lnTo>
                  <a:lnTo>
                    <a:pt x="1016999" y="1794047"/>
                  </a:lnTo>
                  <a:lnTo>
                    <a:pt x="975670" y="1794047"/>
                  </a:lnTo>
                  <a:lnTo>
                    <a:pt x="924009" y="1794047"/>
                  </a:lnTo>
                  <a:lnTo>
                    <a:pt x="882680" y="1794047"/>
                  </a:lnTo>
                  <a:lnTo>
                    <a:pt x="851683" y="1794047"/>
                  </a:lnTo>
                  <a:lnTo>
                    <a:pt x="820686" y="1794047"/>
                  </a:lnTo>
                  <a:lnTo>
                    <a:pt x="801497" y="1810891"/>
                  </a:lnTo>
                  <a:lnTo>
                    <a:pt x="782309" y="1810891"/>
                  </a:lnTo>
                  <a:lnTo>
                    <a:pt x="760168" y="1810891"/>
                  </a:lnTo>
                  <a:lnTo>
                    <a:pt x="742456" y="1808412"/>
                  </a:lnTo>
                  <a:lnTo>
                    <a:pt x="732124" y="1808412"/>
                  </a:lnTo>
                  <a:lnTo>
                    <a:pt x="707031" y="1808412"/>
                  </a:lnTo>
                  <a:lnTo>
                    <a:pt x="676034" y="1808412"/>
                  </a:lnTo>
                  <a:lnTo>
                    <a:pt x="636181" y="1808412"/>
                  </a:lnTo>
                  <a:lnTo>
                    <a:pt x="596328" y="1808412"/>
                  </a:lnTo>
                  <a:lnTo>
                    <a:pt x="575664" y="1800656"/>
                  </a:lnTo>
                  <a:lnTo>
                    <a:pt x="554999" y="1800656"/>
                  </a:lnTo>
                  <a:lnTo>
                    <a:pt x="534335" y="1800656"/>
                  </a:lnTo>
                  <a:lnTo>
                    <a:pt x="513670" y="1818759"/>
                  </a:lnTo>
                  <a:lnTo>
                    <a:pt x="493006" y="1818759"/>
                  </a:lnTo>
                  <a:lnTo>
                    <a:pt x="472341" y="1818759"/>
                  </a:lnTo>
                  <a:lnTo>
                    <a:pt x="451676" y="1818759"/>
                  </a:lnTo>
                  <a:lnTo>
                    <a:pt x="431012" y="1818759"/>
                  </a:lnTo>
                  <a:lnTo>
                    <a:pt x="410347" y="1818759"/>
                  </a:lnTo>
                  <a:lnTo>
                    <a:pt x="389683" y="1824833"/>
                  </a:lnTo>
                  <a:lnTo>
                    <a:pt x="369018" y="1817371"/>
                  </a:lnTo>
                  <a:lnTo>
                    <a:pt x="348354" y="1802269"/>
                  </a:lnTo>
                  <a:lnTo>
                    <a:pt x="327689" y="1802269"/>
                  </a:lnTo>
                  <a:lnTo>
                    <a:pt x="309977" y="1883390"/>
                  </a:lnTo>
                  <a:lnTo>
                    <a:pt x="289312" y="1883390"/>
                  </a:lnTo>
                  <a:lnTo>
                    <a:pt x="267172" y="1883390"/>
                  </a:lnTo>
                  <a:lnTo>
                    <a:pt x="247983" y="1951116"/>
                  </a:lnTo>
                  <a:lnTo>
                    <a:pt x="227319" y="1945114"/>
                  </a:lnTo>
                  <a:lnTo>
                    <a:pt x="206654" y="1948614"/>
                  </a:lnTo>
                  <a:lnTo>
                    <a:pt x="187466" y="1948614"/>
                  </a:lnTo>
                  <a:lnTo>
                    <a:pt x="166801" y="1948614"/>
                  </a:lnTo>
                  <a:lnTo>
                    <a:pt x="153517" y="1948614"/>
                  </a:lnTo>
                  <a:lnTo>
                    <a:pt x="141709" y="1948614"/>
                  </a:lnTo>
                  <a:lnTo>
                    <a:pt x="123996" y="1948614"/>
                  </a:lnTo>
                  <a:lnTo>
                    <a:pt x="101855" y="2084894"/>
                  </a:lnTo>
                  <a:lnTo>
                    <a:pt x="70859" y="1526414"/>
                  </a:lnTo>
                  <a:lnTo>
                    <a:pt x="45766" y="1526414"/>
                  </a:lnTo>
                  <a:lnTo>
                    <a:pt x="35434" y="1526414"/>
                  </a:lnTo>
                  <a:lnTo>
                    <a:pt x="32482" y="1526414"/>
                  </a:lnTo>
                  <a:lnTo>
                    <a:pt x="20673" y="1526414"/>
                  </a:lnTo>
                  <a:lnTo>
                    <a:pt x="7389" y="1484022"/>
                  </a:lnTo>
                  <a:lnTo>
                    <a:pt x="0" y="2531385"/>
                  </a:lnTo>
                  <a:close/>
                </a:path>
              </a:pathLst>
            </a:custGeom>
            <a:solidFill>
              <a:srgbClr val="4682B4">
                <a:alpha val="50196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98" name="pl98"/>
            <p:cNvSpPr/>
            <p:nvPr/>
          </p:nvSpPr>
          <p:spPr>
            <a:xfrm>
              <a:off x="6963604" y="1802481"/>
              <a:ext cx="1237397" cy="1448560"/>
            </a:xfrm>
            <a:custGeom>
              <a:avLst/>
              <a:gdLst/>
              <a:ahLst/>
              <a:cxnLst/>
              <a:rect l="0" t="0" r="0" b="0"/>
              <a:pathLst>
                <a:path w="1237397" h="1448560">
                  <a:moveTo>
                    <a:pt x="0" y="0"/>
                  </a:moveTo>
                  <a:lnTo>
                    <a:pt x="1953" y="65502"/>
                  </a:lnTo>
                  <a:lnTo>
                    <a:pt x="24094" y="1408111"/>
                  </a:lnTo>
                  <a:lnTo>
                    <a:pt x="41806" y="1408111"/>
                  </a:lnTo>
                  <a:lnTo>
                    <a:pt x="53615" y="1408111"/>
                  </a:lnTo>
                  <a:lnTo>
                    <a:pt x="66899" y="1408111"/>
                  </a:lnTo>
                  <a:lnTo>
                    <a:pt x="87564" y="1408111"/>
                  </a:lnTo>
                  <a:lnTo>
                    <a:pt x="106752" y="1408111"/>
                  </a:lnTo>
                  <a:lnTo>
                    <a:pt x="127417" y="1412002"/>
                  </a:lnTo>
                  <a:lnTo>
                    <a:pt x="148081" y="1424215"/>
                  </a:lnTo>
                  <a:lnTo>
                    <a:pt x="167270" y="1406160"/>
                  </a:lnTo>
                  <a:lnTo>
                    <a:pt x="189410" y="1406160"/>
                  </a:lnTo>
                  <a:lnTo>
                    <a:pt x="210075" y="1406160"/>
                  </a:lnTo>
                  <a:lnTo>
                    <a:pt x="227787" y="1420045"/>
                  </a:lnTo>
                  <a:lnTo>
                    <a:pt x="248452" y="1420045"/>
                  </a:lnTo>
                  <a:lnTo>
                    <a:pt x="269116" y="1436353"/>
                  </a:lnTo>
                  <a:lnTo>
                    <a:pt x="289781" y="1448560"/>
                  </a:lnTo>
                  <a:lnTo>
                    <a:pt x="310445" y="1448135"/>
                  </a:lnTo>
                  <a:lnTo>
                    <a:pt x="331110" y="1448135"/>
                  </a:lnTo>
                  <a:lnTo>
                    <a:pt x="351774" y="1448135"/>
                  </a:lnTo>
                  <a:lnTo>
                    <a:pt x="372439" y="1448135"/>
                  </a:lnTo>
                  <a:lnTo>
                    <a:pt x="393103" y="1448135"/>
                  </a:lnTo>
                  <a:lnTo>
                    <a:pt x="413768" y="1448135"/>
                  </a:lnTo>
                  <a:lnTo>
                    <a:pt x="434432" y="1432922"/>
                  </a:lnTo>
                  <a:lnTo>
                    <a:pt x="455097" y="1432922"/>
                  </a:lnTo>
                  <a:lnTo>
                    <a:pt x="475762" y="1432922"/>
                  </a:lnTo>
                  <a:lnTo>
                    <a:pt x="496426" y="1442777"/>
                  </a:lnTo>
                  <a:lnTo>
                    <a:pt x="536279" y="1442777"/>
                  </a:lnTo>
                  <a:lnTo>
                    <a:pt x="576132" y="1442777"/>
                  </a:lnTo>
                  <a:lnTo>
                    <a:pt x="607129" y="1442777"/>
                  </a:lnTo>
                  <a:lnTo>
                    <a:pt x="632222" y="1442777"/>
                  </a:lnTo>
                  <a:lnTo>
                    <a:pt x="642554" y="1442777"/>
                  </a:lnTo>
                  <a:lnTo>
                    <a:pt x="660266" y="1445831"/>
                  </a:lnTo>
                  <a:lnTo>
                    <a:pt x="682407" y="1445831"/>
                  </a:lnTo>
                  <a:lnTo>
                    <a:pt x="701595" y="1445831"/>
                  </a:lnTo>
                  <a:lnTo>
                    <a:pt x="720784" y="1433557"/>
                  </a:lnTo>
                  <a:lnTo>
                    <a:pt x="751781" y="1433557"/>
                  </a:lnTo>
                  <a:lnTo>
                    <a:pt x="782777" y="1433557"/>
                  </a:lnTo>
                  <a:lnTo>
                    <a:pt x="824106" y="1433557"/>
                  </a:lnTo>
                  <a:lnTo>
                    <a:pt x="875768" y="1433557"/>
                  </a:lnTo>
                  <a:lnTo>
                    <a:pt x="917097" y="1433557"/>
                  </a:lnTo>
                  <a:lnTo>
                    <a:pt x="951046" y="1433557"/>
                  </a:lnTo>
                  <a:lnTo>
                    <a:pt x="1024848" y="1433557"/>
                  </a:lnTo>
                  <a:lnTo>
                    <a:pt x="1116362" y="1433557"/>
                  </a:lnTo>
                  <a:lnTo>
                    <a:pt x="1176879" y="1433557"/>
                  </a:lnTo>
                  <a:lnTo>
                    <a:pt x="1237397" y="1433557"/>
                  </a:lnTo>
                </a:path>
              </a:pathLst>
            </a:custGeom>
          </p:spPr>
          <p:txBody>
            <a:bodyPr/>
            <a:lstStyle/>
            <a:p>
              <a:endParaRPr sz="1632"/>
            </a:p>
          </p:txBody>
        </p:sp>
        <p:sp>
          <p:nvSpPr>
            <p:cNvPr id="99" name="pl99"/>
            <p:cNvSpPr/>
            <p:nvPr/>
          </p:nvSpPr>
          <p:spPr>
            <a:xfrm>
              <a:off x="6863702" y="3286503"/>
              <a:ext cx="1337299" cy="1047362"/>
            </a:xfrm>
            <a:custGeom>
              <a:avLst/>
              <a:gdLst/>
              <a:ahLst/>
              <a:cxnLst/>
              <a:rect l="0" t="0" r="0" b="0"/>
              <a:pathLst>
                <a:path w="1337299" h="1047362">
                  <a:moveTo>
                    <a:pt x="1337299" y="310024"/>
                  </a:moveTo>
                  <a:lnTo>
                    <a:pt x="1276782" y="310024"/>
                  </a:lnTo>
                  <a:lnTo>
                    <a:pt x="1216264" y="310024"/>
                  </a:lnTo>
                  <a:lnTo>
                    <a:pt x="1124750" y="310024"/>
                  </a:lnTo>
                  <a:lnTo>
                    <a:pt x="1050948" y="310024"/>
                  </a:lnTo>
                  <a:lnTo>
                    <a:pt x="1016999" y="310024"/>
                  </a:lnTo>
                  <a:lnTo>
                    <a:pt x="975670" y="310024"/>
                  </a:lnTo>
                  <a:lnTo>
                    <a:pt x="924009" y="310024"/>
                  </a:lnTo>
                  <a:lnTo>
                    <a:pt x="882680" y="310024"/>
                  </a:lnTo>
                  <a:lnTo>
                    <a:pt x="851683" y="310024"/>
                  </a:lnTo>
                  <a:lnTo>
                    <a:pt x="820686" y="310024"/>
                  </a:lnTo>
                  <a:lnTo>
                    <a:pt x="801497" y="326868"/>
                  </a:lnTo>
                  <a:lnTo>
                    <a:pt x="782309" y="326868"/>
                  </a:lnTo>
                  <a:lnTo>
                    <a:pt x="760168" y="326868"/>
                  </a:lnTo>
                  <a:lnTo>
                    <a:pt x="742456" y="324389"/>
                  </a:lnTo>
                  <a:lnTo>
                    <a:pt x="732124" y="324389"/>
                  </a:lnTo>
                  <a:lnTo>
                    <a:pt x="707031" y="324389"/>
                  </a:lnTo>
                  <a:lnTo>
                    <a:pt x="676034" y="324389"/>
                  </a:lnTo>
                  <a:lnTo>
                    <a:pt x="636181" y="324389"/>
                  </a:lnTo>
                  <a:lnTo>
                    <a:pt x="596328" y="324389"/>
                  </a:lnTo>
                  <a:lnTo>
                    <a:pt x="575664" y="316634"/>
                  </a:lnTo>
                  <a:lnTo>
                    <a:pt x="554999" y="316634"/>
                  </a:lnTo>
                  <a:lnTo>
                    <a:pt x="534335" y="316634"/>
                  </a:lnTo>
                  <a:lnTo>
                    <a:pt x="513670" y="334737"/>
                  </a:lnTo>
                  <a:lnTo>
                    <a:pt x="493006" y="334737"/>
                  </a:lnTo>
                  <a:lnTo>
                    <a:pt x="472341" y="334737"/>
                  </a:lnTo>
                  <a:lnTo>
                    <a:pt x="451676" y="334737"/>
                  </a:lnTo>
                  <a:lnTo>
                    <a:pt x="431012" y="334737"/>
                  </a:lnTo>
                  <a:lnTo>
                    <a:pt x="410347" y="334737"/>
                  </a:lnTo>
                  <a:lnTo>
                    <a:pt x="389683" y="340810"/>
                  </a:lnTo>
                  <a:lnTo>
                    <a:pt x="369018" y="333348"/>
                  </a:lnTo>
                  <a:lnTo>
                    <a:pt x="348354" y="318247"/>
                  </a:lnTo>
                  <a:lnTo>
                    <a:pt x="327689" y="318247"/>
                  </a:lnTo>
                  <a:lnTo>
                    <a:pt x="309977" y="399367"/>
                  </a:lnTo>
                  <a:lnTo>
                    <a:pt x="289312" y="399367"/>
                  </a:lnTo>
                  <a:lnTo>
                    <a:pt x="267172" y="399367"/>
                  </a:lnTo>
                  <a:lnTo>
                    <a:pt x="247983" y="467093"/>
                  </a:lnTo>
                  <a:lnTo>
                    <a:pt x="227319" y="461091"/>
                  </a:lnTo>
                  <a:lnTo>
                    <a:pt x="206654" y="464592"/>
                  </a:lnTo>
                  <a:lnTo>
                    <a:pt x="187466" y="464592"/>
                  </a:lnTo>
                  <a:lnTo>
                    <a:pt x="166801" y="464592"/>
                  </a:lnTo>
                  <a:lnTo>
                    <a:pt x="153517" y="464592"/>
                  </a:lnTo>
                  <a:lnTo>
                    <a:pt x="141709" y="464592"/>
                  </a:lnTo>
                  <a:lnTo>
                    <a:pt x="123996" y="464592"/>
                  </a:lnTo>
                  <a:lnTo>
                    <a:pt x="101855" y="600872"/>
                  </a:lnTo>
                  <a:lnTo>
                    <a:pt x="70859" y="42391"/>
                  </a:lnTo>
                  <a:lnTo>
                    <a:pt x="45766" y="42391"/>
                  </a:lnTo>
                  <a:lnTo>
                    <a:pt x="35434" y="42391"/>
                  </a:lnTo>
                  <a:lnTo>
                    <a:pt x="32482" y="42391"/>
                  </a:lnTo>
                  <a:lnTo>
                    <a:pt x="20673" y="42391"/>
                  </a:lnTo>
                  <a:lnTo>
                    <a:pt x="7389" y="0"/>
                  </a:lnTo>
                  <a:lnTo>
                    <a:pt x="0" y="1047362"/>
                  </a:lnTo>
                </a:path>
              </a:pathLst>
            </a:custGeom>
          </p:spPr>
          <p:txBody>
            <a:bodyPr/>
            <a:lstStyle/>
            <a:p>
              <a:endParaRPr sz="1632"/>
            </a:p>
          </p:txBody>
        </p:sp>
        <p:sp>
          <p:nvSpPr>
            <p:cNvPr id="100" name="pl100"/>
            <p:cNvSpPr/>
            <p:nvPr/>
          </p:nvSpPr>
          <p:spPr>
            <a:xfrm>
              <a:off x="6829762" y="1977684"/>
              <a:ext cx="1371239" cy="1512462"/>
            </a:xfrm>
            <a:custGeom>
              <a:avLst/>
              <a:gdLst/>
              <a:ahLst/>
              <a:cxnLst/>
              <a:rect l="0" t="0" r="0" b="0"/>
              <a:pathLst>
                <a:path w="1371239" h="1512462">
                  <a:moveTo>
                    <a:pt x="0" y="989077"/>
                  </a:moveTo>
                  <a:lnTo>
                    <a:pt x="26568" y="989077"/>
                  </a:lnTo>
                  <a:lnTo>
                    <a:pt x="41329" y="0"/>
                  </a:lnTo>
                  <a:lnTo>
                    <a:pt x="54613" y="101177"/>
                  </a:lnTo>
                  <a:lnTo>
                    <a:pt x="66421" y="101177"/>
                  </a:lnTo>
                  <a:lnTo>
                    <a:pt x="69373" y="101177"/>
                  </a:lnTo>
                  <a:lnTo>
                    <a:pt x="79706" y="101177"/>
                  </a:lnTo>
                  <a:lnTo>
                    <a:pt x="104798" y="101177"/>
                  </a:lnTo>
                  <a:lnTo>
                    <a:pt x="135795" y="899995"/>
                  </a:lnTo>
                  <a:lnTo>
                    <a:pt x="157936" y="1503160"/>
                  </a:lnTo>
                  <a:lnTo>
                    <a:pt x="175648" y="1503160"/>
                  </a:lnTo>
                  <a:lnTo>
                    <a:pt x="187456" y="1503160"/>
                  </a:lnTo>
                  <a:lnTo>
                    <a:pt x="200741" y="1503160"/>
                  </a:lnTo>
                  <a:lnTo>
                    <a:pt x="221405" y="1503160"/>
                  </a:lnTo>
                  <a:lnTo>
                    <a:pt x="240594" y="1503160"/>
                  </a:lnTo>
                  <a:lnTo>
                    <a:pt x="261258" y="1503355"/>
                  </a:lnTo>
                  <a:lnTo>
                    <a:pt x="281923" y="1512462"/>
                  </a:lnTo>
                  <a:lnTo>
                    <a:pt x="301111" y="1469572"/>
                  </a:lnTo>
                  <a:lnTo>
                    <a:pt x="323252" y="1469572"/>
                  </a:lnTo>
                  <a:lnTo>
                    <a:pt x="343916" y="1469572"/>
                  </a:lnTo>
                  <a:lnTo>
                    <a:pt x="361629" y="1435954"/>
                  </a:lnTo>
                  <a:lnTo>
                    <a:pt x="382293" y="1435954"/>
                  </a:lnTo>
                  <a:lnTo>
                    <a:pt x="402958" y="1451659"/>
                  </a:lnTo>
                  <a:lnTo>
                    <a:pt x="423622" y="1461494"/>
                  </a:lnTo>
                  <a:lnTo>
                    <a:pt x="444287" y="1458244"/>
                  </a:lnTo>
                  <a:lnTo>
                    <a:pt x="464951" y="1458244"/>
                  </a:lnTo>
                  <a:lnTo>
                    <a:pt x="485616" y="1458244"/>
                  </a:lnTo>
                  <a:lnTo>
                    <a:pt x="506280" y="1458244"/>
                  </a:lnTo>
                  <a:lnTo>
                    <a:pt x="526945" y="1458244"/>
                  </a:lnTo>
                  <a:lnTo>
                    <a:pt x="547610" y="1458244"/>
                  </a:lnTo>
                  <a:lnTo>
                    <a:pt x="568274" y="1441586"/>
                  </a:lnTo>
                  <a:lnTo>
                    <a:pt x="588939" y="1441586"/>
                  </a:lnTo>
                  <a:lnTo>
                    <a:pt x="609603" y="1441586"/>
                  </a:lnTo>
                  <a:lnTo>
                    <a:pt x="630268" y="1450391"/>
                  </a:lnTo>
                  <a:lnTo>
                    <a:pt x="670121" y="1450391"/>
                  </a:lnTo>
                  <a:lnTo>
                    <a:pt x="709974" y="1450391"/>
                  </a:lnTo>
                  <a:lnTo>
                    <a:pt x="740970" y="1450391"/>
                  </a:lnTo>
                  <a:lnTo>
                    <a:pt x="766063" y="1450391"/>
                  </a:lnTo>
                  <a:lnTo>
                    <a:pt x="776395" y="1450391"/>
                  </a:lnTo>
                  <a:lnTo>
                    <a:pt x="794108" y="1453158"/>
                  </a:lnTo>
                  <a:lnTo>
                    <a:pt x="816248" y="1453158"/>
                  </a:lnTo>
                  <a:lnTo>
                    <a:pt x="835437" y="1453158"/>
                  </a:lnTo>
                  <a:lnTo>
                    <a:pt x="854625" y="1438599"/>
                  </a:lnTo>
                  <a:lnTo>
                    <a:pt x="885622" y="1438599"/>
                  </a:lnTo>
                  <a:lnTo>
                    <a:pt x="916619" y="1438599"/>
                  </a:lnTo>
                  <a:lnTo>
                    <a:pt x="957948" y="1438599"/>
                  </a:lnTo>
                  <a:lnTo>
                    <a:pt x="1009609" y="1438599"/>
                  </a:lnTo>
                  <a:lnTo>
                    <a:pt x="1050938" y="1438599"/>
                  </a:lnTo>
                  <a:lnTo>
                    <a:pt x="1084887" y="1438599"/>
                  </a:lnTo>
                  <a:lnTo>
                    <a:pt x="1158689" y="1438599"/>
                  </a:lnTo>
                  <a:lnTo>
                    <a:pt x="1250204" y="1438599"/>
                  </a:lnTo>
                  <a:lnTo>
                    <a:pt x="1310721" y="1438599"/>
                  </a:lnTo>
                  <a:lnTo>
                    <a:pt x="1371239" y="1438599"/>
                  </a:lnTo>
                </a:path>
              </a:pathLst>
            </a:custGeom>
            <a:ln w="81303" cap="flat">
              <a:solidFill>
                <a:srgbClr val="4682B4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01" name="pl101"/>
            <p:cNvSpPr/>
            <p:nvPr/>
          </p:nvSpPr>
          <p:spPr>
            <a:xfrm>
              <a:off x="6714631" y="301552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40651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02" name="rc102"/>
            <p:cNvSpPr/>
            <p:nvPr/>
          </p:nvSpPr>
          <p:spPr>
            <a:xfrm>
              <a:off x="6714631" y="1802481"/>
              <a:ext cx="1623641" cy="2531385"/>
            </a:xfrm>
            <a:prstGeom prst="rect">
              <a:avLst/>
            </a:prstGeom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03" name="rc103"/>
            <p:cNvSpPr/>
            <p:nvPr/>
          </p:nvSpPr>
          <p:spPr>
            <a:xfrm>
              <a:off x="8452146" y="1802481"/>
              <a:ext cx="1623641" cy="25313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104" name="pl104"/>
            <p:cNvSpPr/>
            <p:nvPr/>
          </p:nvSpPr>
          <p:spPr>
            <a:xfrm>
              <a:off x="8452146" y="4054645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05" name="pl105"/>
            <p:cNvSpPr/>
            <p:nvPr/>
          </p:nvSpPr>
          <p:spPr>
            <a:xfrm>
              <a:off x="8452146" y="3361897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06" name="pl106"/>
            <p:cNvSpPr/>
            <p:nvPr/>
          </p:nvSpPr>
          <p:spPr>
            <a:xfrm>
              <a:off x="8452146" y="246653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07" name="pl107"/>
            <p:cNvSpPr/>
            <p:nvPr/>
          </p:nvSpPr>
          <p:spPr>
            <a:xfrm>
              <a:off x="8525948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08" name="pl108"/>
            <p:cNvSpPr/>
            <p:nvPr/>
          </p:nvSpPr>
          <p:spPr>
            <a:xfrm>
              <a:off x="8821155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09" name="pl109"/>
            <p:cNvSpPr/>
            <p:nvPr/>
          </p:nvSpPr>
          <p:spPr>
            <a:xfrm>
              <a:off x="9116363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10" name="pl110"/>
            <p:cNvSpPr/>
            <p:nvPr/>
          </p:nvSpPr>
          <p:spPr>
            <a:xfrm>
              <a:off x="9411571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11" name="pl111"/>
            <p:cNvSpPr/>
            <p:nvPr/>
          </p:nvSpPr>
          <p:spPr>
            <a:xfrm>
              <a:off x="9706778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12" name="pl112"/>
            <p:cNvSpPr/>
            <p:nvPr/>
          </p:nvSpPr>
          <p:spPr>
            <a:xfrm>
              <a:off x="10001986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13" name="pl113"/>
            <p:cNvSpPr/>
            <p:nvPr/>
          </p:nvSpPr>
          <p:spPr>
            <a:xfrm>
              <a:off x="8452146" y="3708271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14" name="pl114"/>
            <p:cNvSpPr/>
            <p:nvPr/>
          </p:nvSpPr>
          <p:spPr>
            <a:xfrm>
              <a:off x="8452146" y="301552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15" name="pl115"/>
            <p:cNvSpPr/>
            <p:nvPr/>
          </p:nvSpPr>
          <p:spPr>
            <a:xfrm>
              <a:off x="8452146" y="1917544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16" name="pl116"/>
            <p:cNvSpPr/>
            <p:nvPr/>
          </p:nvSpPr>
          <p:spPr>
            <a:xfrm>
              <a:off x="8673552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17" name="pl117"/>
            <p:cNvSpPr/>
            <p:nvPr/>
          </p:nvSpPr>
          <p:spPr>
            <a:xfrm>
              <a:off x="8968759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18" name="pl118"/>
            <p:cNvSpPr/>
            <p:nvPr/>
          </p:nvSpPr>
          <p:spPr>
            <a:xfrm>
              <a:off x="9263967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19" name="pl119"/>
            <p:cNvSpPr/>
            <p:nvPr/>
          </p:nvSpPr>
          <p:spPr>
            <a:xfrm>
              <a:off x="9559174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20" name="pl120"/>
            <p:cNvSpPr/>
            <p:nvPr/>
          </p:nvSpPr>
          <p:spPr>
            <a:xfrm>
              <a:off x="9854382" y="1802481"/>
              <a:ext cx="0" cy="2531385"/>
            </a:xfrm>
            <a:custGeom>
              <a:avLst/>
              <a:gdLst/>
              <a:ahLst/>
              <a:cxnLst/>
              <a:rect l="0" t="0" r="0" b="0"/>
              <a:pathLst>
                <a:path h="2531385">
                  <a:moveTo>
                    <a:pt x="0" y="253138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21" name="pg121"/>
            <p:cNvSpPr/>
            <p:nvPr/>
          </p:nvSpPr>
          <p:spPr>
            <a:xfrm>
              <a:off x="8567277" y="1802481"/>
              <a:ext cx="1371239" cy="2531385"/>
            </a:xfrm>
            <a:custGeom>
              <a:avLst/>
              <a:gdLst/>
              <a:ahLst/>
              <a:cxnLst/>
              <a:rect l="0" t="0" r="0" b="0"/>
              <a:pathLst>
                <a:path w="1371239" h="2531385">
                  <a:moveTo>
                    <a:pt x="21645" y="0"/>
                  </a:moveTo>
                  <a:lnTo>
                    <a:pt x="26568" y="1101453"/>
                  </a:lnTo>
                  <a:lnTo>
                    <a:pt x="41329" y="745606"/>
                  </a:lnTo>
                  <a:lnTo>
                    <a:pt x="54613" y="745606"/>
                  </a:lnTo>
                  <a:lnTo>
                    <a:pt x="66421" y="1013796"/>
                  </a:lnTo>
                  <a:lnTo>
                    <a:pt x="69373" y="1013796"/>
                  </a:lnTo>
                  <a:lnTo>
                    <a:pt x="79706" y="1104939"/>
                  </a:lnTo>
                  <a:lnTo>
                    <a:pt x="104798" y="1026358"/>
                  </a:lnTo>
                  <a:lnTo>
                    <a:pt x="135795" y="1026358"/>
                  </a:lnTo>
                  <a:lnTo>
                    <a:pt x="157936" y="1106735"/>
                  </a:lnTo>
                  <a:lnTo>
                    <a:pt x="175648" y="1141130"/>
                  </a:lnTo>
                  <a:lnTo>
                    <a:pt x="187456" y="1141130"/>
                  </a:lnTo>
                  <a:lnTo>
                    <a:pt x="200741" y="1213666"/>
                  </a:lnTo>
                  <a:lnTo>
                    <a:pt x="221405" y="1183031"/>
                  </a:lnTo>
                  <a:lnTo>
                    <a:pt x="240594" y="1110383"/>
                  </a:lnTo>
                  <a:lnTo>
                    <a:pt x="261258" y="1120237"/>
                  </a:lnTo>
                  <a:lnTo>
                    <a:pt x="281923" y="1120211"/>
                  </a:lnTo>
                  <a:lnTo>
                    <a:pt x="301111" y="1120211"/>
                  </a:lnTo>
                  <a:lnTo>
                    <a:pt x="323252" y="1139745"/>
                  </a:lnTo>
                  <a:lnTo>
                    <a:pt x="343916" y="1397830"/>
                  </a:lnTo>
                  <a:lnTo>
                    <a:pt x="361629" y="1325140"/>
                  </a:lnTo>
                  <a:lnTo>
                    <a:pt x="382293" y="1344724"/>
                  </a:lnTo>
                  <a:lnTo>
                    <a:pt x="402958" y="1355159"/>
                  </a:lnTo>
                  <a:lnTo>
                    <a:pt x="423622" y="1355159"/>
                  </a:lnTo>
                  <a:lnTo>
                    <a:pt x="444287" y="1362389"/>
                  </a:lnTo>
                  <a:lnTo>
                    <a:pt x="464951" y="1335084"/>
                  </a:lnTo>
                  <a:lnTo>
                    <a:pt x="485616" y="1335084"/>
                  </a:lnTo>
                  <a:lnTo>
                    <a:pt x="506280" y="1253779"/>
                  </a:lnTo>
                  <a:lnTo>
                    <a:pt x="526945" y="1253779"/>
                  </a:lnTo>
                  <a:lnTo>
                    <a:pt x="547610" y="1253779"/>
                  </a:lnTo>
                  <a:lnTo>
                    <a:pt x="568274" y="1253779"/>
                  </a:lnTo>
                  <a:lnTo>
                    <a:pt x="588939" y="1255210"/>
                  </a:lnTo>
                  <a:lnTo>
                    <a:pt x="609603" y="1265927"/>
                  </a:lnTo>
                  <a:lnTo>
                    <a:pt x="630268" y="1265927"/>
                  </a:lnTo>
                  <a:lnTo>
                    <a:pt x="670121" y="1265927"/>
                  </a:lnTo>
                  <a:lnTo>
                    <a:pt x="709974" y="1265927"/>
                  </a:lnTo>
                  <a:lnTo>
                    <a:pt x="740970" y="1265927"/>
                  </a:lnTo>
                  <a:lnTo>
                    <a:pt x="766063" y="1227774"/>
                  </a:lnTo>
                  <a:lnTo>
                    <a:pt x="776395" y="1227774"/>
                  </a:lnTo>
                  <a:lnTo>
                    <a:pt x="794108" y="1227774"/>
                  </a:lnTo>
                  <a:lnTo>
                    <a:pt x="816248" y="1228970"/>
                  </a:lnTo>
                  <a:lnTo>
                    <a:pt x="835437" y="1279549"/>
                  </a:lnTo>
                  <a:lnTo>
                    <a:pt x="854625" y="1279549"/>
                  </a:lnTo>
                  <a:lnTo>
                    <a:pt x="885622" y="1279549"/>
                  </a:lnTo>
                  <a:lnTo>
                    <a:pt x="916619" y="1284682"/>
                  </a:lnTo>
                  <a:lnTo>
                    <a:pt x="957948" y="1284682"/>
                  </a:lnTo>
                  <a:lnTo>
                    <a:pt x="1009609" y="1284682"/>
                  </a:lnTo>
                  <a:lnTo>
                    <a:pt x="1050938" y="1284682"/>
                  </a:lnTo>
                  <a:lnTo>
                    <a:pt x="1084887" y="1281446"/>
                  </a:lnTo>
                  <a:lnTo>
                    <a:pt x="1158689" y="1263460"/>
                  </a:lnTo>
                  <a:lnTo>
                    <a:pt x="1250204" y="1273717"/>
                  </a:lnTo>
                  <a:lnTo>
                    <a:pt x="1310721" y="1273717"/>
                  </a:lnTo>
                  <a:lnTo>
                    <a:pt x="1371239" y="1273717"/>
                  </a:lnTo>
                  <a:lnTo>
                    <a:pt x="1371239" y="1461536"/>
                  </a:lnTo>
                  <a:lnTo>
                    <a:pt x="1310721" y="1461536"/>
                  </a:lnTo>
                  <a:lnTo>
                    <a:pt x="1250204" y="1461536"/>
                  </a:lnTo>
                  <a:lnTo>
                    <a:pt x="1158689" y="1470633"/>
                  </a:lnTo>
                  <a:lnTo>
                    <a:pt x="1084887" y="1509168"/>
                  </a:lnTo>
                  <a:lnTo>
                    <a:pt x="1050938" y="1513048"/>
                  </a:lnTo>
                  <a:lnTo>
                    <a:pt x="1009609" y="1513048"/>
                  </a:lnTo>
                  <a:lnTo>
                    <a:pt x="957948" y="1513048"/>
                  </a:lnTo>
                  <a:lnTo>
                    <a:pt x="916619" y="1513048"/>
                  </a:lnTo>
                  <a:lnTo>
                    <a:pt x="885622" y="1510056"/>
                  </a:lnTo>
                  <a:lnTo>
                    <a:pt x="854625" y="1510056"/>
                  </a:lnTo>
                  <a:lnTo>
                    <a:pt x="835437" y="1510056"/>
                  </a:lnTo>
                  <a:lnTo>
                    <a:pt x="816248" y="1667479"/>
                  </a:lnTo>
                  <a:lnTo>
                    <a:pt x="794108" y="1680774"/>
                  </a:lnTo>
                  <a:lnTo>
                    <a:pt x="776395" y="1680774"/>
                  </a:lnTo>
                  <a:lnTo>
                    <a:pt x="766063" y="1680774"/>
                  </a:lnTo>
                  <a:lnTo>
                    <a:pt x="740970" y="1723256"/>
                  </a:lnTo>
                  <a:lnTo>
                    <a:pt x="709974" y="1723256"/>
                  </a:lnTo>
                  <a:lnTo>
                    <a:pt x="670121" y="1723256"/>
                  </a:lnTo>
                  <a:lnTo>
                    <a:pt x="630268" y="1723256"/>
                  </a:lnTo>
                  <a:lnTo>
                    <a:pt x="609603" y="1723256"/>
                  </a:lnTo>
                  <a:lnTo>
                    <a:pt x="588939" y="1718413"/>
                  </a:lnTo>
                  <a:lnTo>
                    <a:pt x="568274" y="1720479"/>
                  </a:lnTo>
                  <a:lnTo>
                    <a:pt x="547610" y="1720479"/>
                  </a:lnTo>
                  <a:lnTo>
                    <a:pt x="526945" y="1720479"/>
                  </a:lnTo>
                  <a:lnTo>
                    <a:pt x="506280" y="1720479"/>
                  </a:lnTo>
                  <a:lnTo>
                    <a:pt x="485616" y="1858517"/>
                  </a:lnTo>
                  <a:lnTo>
                    <a:pt x="464951" y="1858517"/>
                  </a:lnTo>
                  <a:lnTo>
                    <a:pt x="444287" y="1888665"/>
                  </a:lnTo>
                  <a:lnTo>
                    <a:pt x="423622" y="1895041"/>
                  </a:lnTo>
                  <a:lnTo>
                    <a:pt x="402958" y="1895041"/>
                  </a:lnTo>
                  <a:lnTo>
                    <a:pt x="382293" y="1890497"/>
                  </a:lnTo>
                  <a:lnTo>
                    <a:pt x="361629" y="1880468"/>
                  </a:lnTo>
                  <a:lnTo>
                    <a:pt x="343916" y="2054646"/>
                  </a:lnTo>
                  <a:lnTo>
                    <a:pt x="323252" y="1863989"/>
                  </a:lnTo>
                  <a:lnTo>
                    <a:pt x="301111" y="1862348"/>
                  </a:lnTo>
                  <a:lnTo>
                    <a:pt x="281923" y="1862348"/>
                  </a:lnTo>
                  <a:lnTo>
                    <a:pt x="261258" y="1874207"/>
                  </a:lnTo>
                  <a:lnTo>
                    <a:pt x="240594" y="1902658"/>
                  </a:lnTo>
                  <a:lnTo>
                    <a:pt x="221405" y="2019526"/>
                  </a:lnTo>
                  <a:lnTo>
                    <a:pt x="200741" y="2058345"/>
                  </a:lnTo>
                  <a:lnTo>
                    <a:pt x="187456" y="2003039"/>
                  </a:lnTo>
                  <a:lnTo>
                    <a:pt x="175648" y="2003039"/>
                  </a:lnTo>
                  <a:lnTo>
                    <a:pt x="157936" y="1985092"/>
                  </a:lnTo>
                  <a:lnTo>
                    <a:pt x="135795" y="1963116"/>
                  </a:lnTo>
                  <a:lnTo>
                    <a:pt x="104798" y="1963116"/>
                  </a:lnTo>
                  <a:lnTo>
                    <a:pt x="79706" y="2293994"/>
                  </a:lnTo>
                  <a:lnTo>
                    <a:pt x="69373" y="2269125"/>
                  </a:lnTo>
                  <a:lnTo>
                    <a:pt x="66421" y="2269125"/>
                  </a:lnTo>
                  <a:lnTo>
                    <a:pt x="54613" y="2286576"/>
                  </a:lnTo>
                  <a:lnTo>
                    <a:pt x="41329" y="2286576"/>
                  </a:lnTo>
                  <a:lnTo>
                    <a:pt x="38321" y="2531385"/>
                  </a:lnTo>
                  <a:lnTo>
                    <a:pt x="12385" y="2531385"/>
                  </a:lnTo>
                  <a:lnTo>
                    <a:pt x="0" y="1695926"/>
                  </a:lnTo>
                  <a:close/>
                </a:path>
              </a:pathLst>
            </a:custGeom>
            <a:solidFill>
              <a:srgbClr val="4682B4">
                <a:alpha val="50196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122" name="pl122"/>
            <p:cNvSpPr/>
            <p:nvPr/>
          </p:nvSpPr>
          <p:spPr>
            <a:xfrm>
              <a:off x="8588922" y="1802481"/>
              <a:ext cx="1349593" cy="1397830"/>
            </a:xfrm>
            <a:custGeom>
              <a:avLst/>
              <a:gdLst/>
              <a:ahLst/>
              <a:cxnLst/>
              <a:rect l="0" t="0" r="0" b="0"/>
              <a:pathLst>
                <a:path w="1349593" h="1397830">
                  <a:moveTo>
                    <a:pt x="0" y="0"/>
                  </a:moveTo>
                  <a:lnTo>
                    <a:pt x="4923" y="1101453"/>
                  </a:lnTo>
                  <a:lnTo>
                    <a:pt x="19683" y="745606"/>
                  </a:lnTo>
                  <a:lnTo>
                    <a:pt x="32968" y="745606"/>
                  </a:lnTo>
                  <a:lnTo>
                    <a:pt x="44776" y="1013796"/>
                  </a:lnTo>
                  <a:lnTo>
                    <a:pt x="47728" y="1013796"/>
                  </a:lnTo>
                  <a:lnTo>
                    <a:pt x="58060" y="1104939"/>
                  </a:lnTo>
                  <a:lnTo>
                    <a:pt x="83153" y="1026358"/>
                  </a:lnTo>
                  <a:lnTo>
                    <a:pt x="114150" y="1026358"/>
                  </a:lnTo>
                  <a:lnTo>
                    <a:pt x="136290" y="1106735"/>
                  </a:lnTo>
                  <a:lnTo>
                    <a:pt x="154003" y="1141130"/>
                  </a:lnTo>
                  <a:lnTo>
                    <a:pt x="165811" y="1141130"/>
                  </a:lnTo>
                  <a:lnTo>
                    <a:pt x="179095" y="1213666"/>
                  </a:lnTo>
                  <a:lnTo>
                    <a:pt x="199760" y="1183031"/>
                  </a:lnTo>
                  <a:lnTo>
                    <a:pt x="218948" y="1110383"/>
                  </a:lnTo>
                  <a:lnTo>
                    <a:pt x="239613" y="1120237"/>
                  </a:lnTo>
                  <a:lnTo>
                    <a:pt x="260277" y="1120211"/>
                  </a:lnTo>
                  <a:lnTo>
                    <a:pt x="279466" y="1120211"/>
                  </a:lnTo>
                  <a:lnTo>
                    <a:pt x="301607" y="1139745"/>
                  </a:lnTo>
                  <a:lnTo>
                    <a:pt x="322271" y="1397830"/>
                  </a:lnTo>
                  <a:lnTo>
                    <a:pt x="339984" y="1325140"/>
                  </a:lnTo>
                  <a:lnTo>
                    <a:pt x="360648" y="1344724"/>
                  </a:lnTo>
                  <a:lnTo>
                    <a:pt x="381313" y="1355159"/>
                  </a:lnTo>
                  <a:lnTo>
                    <a:pt x="401977" y="1355159"/>
                  </a:lnTo>
                  <a:lnTo>
                    <a:pt x="422642" y="1362389"/>
                  </a:lnTo>
                  <a:lnTo>
                    <a:pt x="443306" y="1335084"/>
                  </a:lnTo>
                  <a:lnTo>
                    <a:pt x="463971" y="1335084"/>
                  </a:lnTo>
                  <a:lnTo>
                    <a:pt x="484635" y="1253779"/>
                  </a:lnTo>
                  <a:lnTo>
                    <a:pt x="505300" y="1253779"/>
                  </a:lnTo>
                  <a:lnTo>
                    <a:pt x="525964" y="1253779"/>
                  </a:lnTo>
                  <a:lnTo>
                    <a:pt x="546629" y="1253779"/>
                  </a:lnTo>
                  <a:lnTo>
                    <a:pt x="567293" y="1255210"/>
                  </a:lnTo>
                  <a:lnTo>
                    <a:pt x="587958" y="1265927"/>
                  </a:lnTo>
                  <a:lnTo>
                    <a:pt x="608622" y="1265927"/>
                  </a:lnTo>
                  <a:lnTo>
                    <a:pt x="648475" y="1265927"/>
                  </a:lnTo>
                  <a:lnTo>
                    <a:pt x="688328" y="1265927"/>
                  </a:lnTo>
                  <a:lnTo>
                    <a:pt x="719325" y="1265927"/>
                  </a:lnTo>
                  <a:lnTo>
                    <a:pt x="744418" y="1227774"/>
                  </a:lnTo>
                  <a:lnTo>
                    <a:pt x="754750" y="1227774"/>
                  </a:lnTo>
                  <a:lnTo>
                    <a:pt x="772463" y="1227774"/>
                  </a:lnTo>
                  <a:lnTo>
                    <a:pt x="794603" y="1228970"/>
                  </a:lnTo>
                  <a:lnTo>
                    <a:pt x="813792" y="1279549"/>
                  </a:lnTo>
                  <a:lnTo>
                    <a:pt x="832980" y="1279549"/>
                  </a:lnTo>
                  <a:lnTo>
                    <a:pt x="863977" y="1279549"/>
                  </a:lnTo>
                  <a:lnTo>
                    <a:pt x="894974" y="1284682"/>
                  </a:lnTo>
                  <a:lnTo>
                    <a:pt x="936303" y="1284682"/>
                  </a:lnTo>
                  <a:lnTo>
                    <a:pt x="987964" y="1284682"/>
                  </a:lnTo>
                  <a:lnTo>
                    <a:pt x="1029293" y="1284682"/>
                  </a:lnTo>
                  <a:lnTo>
                    <a:pt x="1063242" y="1281446"/>
                  </a:lnTo>
                  <a:lnTo>
                    <a:pt x="1137044" y="1263460"/>
                  </a:lnTo>
                  <a:lnTo>
                    <a:pt x="1228558" y="1273717"/>
                  </a:lnTo>
                  <a:lnTo>
                    <a:pt x="1289076" y="1273717"/>
                  </a:lnTo>
                  <a:lnTo>
                    <a:pt x="1349593" y="1273717"/>
                  </a:lnTo>
                </a:path>
              </a:pathLst>
            </a:custGeom>
          </p:spPr>
          <p:txBody>
            <a:bodyPr/>
            <a:lstStyle/>
            <a:p>
              <a:endParaRPr sz="1632"/>
            </a:p>
          </p:txBody>
        </p:sp>
        <p:sp>
          <p:nvSpPr>
            <p:cNvPr id="123" name="pl123"/>
            <p:cNvSpPr/>
            <p:nvPr/>
          </p:nvSpPr>
          <p:spPr>
            <a:xfrm>
              <a:off x="8605598" y="3264017"/>
              <a:ext cx="1332917" cy="1069848"/>
            </a:xfrm>
            <a:custGeom>
              <a:avLst/>
              <a:gdLst/>
              <a:ahLst/>
              <a:cxnLst/>
              <a:rect l="0" t="0" r="0" b="0"/>
              <a:pathLst>
                <a:path w="1332917" h="1069848">
                  <a:moveTo>
                    <a:pt x="1332917" y="0"/>
                  </a:moveTo>
                  <a:lnTo>
                    <a:pt x="1272400" y="0"/>
                  </a:lnTo>
                  <a:lnTo>
                    <a:pt x="1211882" y="0"/>
                  </a:lnTo>
                  <a:lnTo>
                    <a:pt x="1120368" y="9097"/>
                  </a:lnTo>
                  <a:lnTo>
                    <a:pt x="1046566" y="47632"/>
                  </a:lnTo>
                  <a:lnTo>
                    <a:pt x="1012617" y="51512"/>
                  </a:lnTo>
                  <a:lnTo>
                    <a:pt x="971288" y="51512"/>
                  </a:lnTo>
                  <a:lnTo>
                    <a:pt x="919626" y="51512"/>
                  </a:lnTo>
                  <a:lnTo>
                    <a:pt x="878297" y="51512"/>
                  </a:lnTo>
                  <a:lnTo>
                    <a:pt x="847301" y="48520"/>
                  </a:lnTo>
                  <a:lnTo>
                    <a:pt x="816304" y="48520"/>
                  </a:lnTo>
                  <a:lnTo>
                    <a:pt x="797115" y="48520"/>
                  </a:lnTo>
                  <a:lnTo>
                    <a:pt x="777927" y="205942"/>
                  </a:lnTo>
                  <a:lnTo>
                    <a:pt x="755786" y="219238"/>
                  </a:lnTo>
                  <a:lnTo>
                    <a:pt x="738074" y="219238"/>
                  </a:lnTo>
                  <a:lnTo>
                    <a:pt x="727742" y="219238"/>
                  </a:lnTo>
                  <a:lnTo>
                    <a:pt x="702649" y="261719"/>
                  </a:lnTo>
                  <a:lnTo>
                    <a:pt x="671652" y="261719"/>
                  </a:lnTo>
                  <a:lnTo>
                    <a:pt x="631799" y="261719"/>
                  </a:lnTo>
                  <a:lnTo>
                    <a:pt x="591946" y="261719"/>
                  </a:lnTo>
                  <a:lnTo>
                    <a:pt x="571282" y="261719"/>
                  </a:lnTo>
                  <a:lnTo>
                    <a:pt x="550617" y="256877"/>
                  </a:lnTo>
                  <a:lnTo>
                    <a:pt x="529952" y="258943"/>
                  </a:lnTo>
                  <a:lnTo>
                    <a:pt x="509288" y="258943"/>
                  </a:lnTo>
                  <a:lnTo>
                    <a:pt x="488623" y="258943"/>
                  </a:lnTo>
                  <a:lnTo>
                    <a:pt x="467959" y="258943"/>
                  </a:lnTo>
                  <a:lnTo>
                    <a:pt x="447294" y="396980"/>
                  </a:lnTo>
                  <a:lnTo>
                    <a:pt x="426630" y="396980"/>
                  </a:lnTo>
                  <a:lnTo>
                    <a:pt x="405965" y="427128"/>
                  </a:lnTo>
                  <a:lnTo>
                    <a:pt x="385301" y="433504"/>
                  </a:lnTo>
                  <a:lnTo>
                    <a:pt x="364636" y="433504"/>
                  </a:lnTo>
                  <a:lnTo>
                    <a:pt x="343972" y="428961"/>
                  </a:lnTo>
                  <a:lnTo>
                    <a:pt x="323307" y="418932"/>
                  </a:lnTo>
                  <a:lnTo>
                    <a:pt x="305595" y="593109"/>
                  </a:lnTo>
                  <a:lnTo>
                    <a:pt x="284930" y="402453"/>
                  </a:lnTo>
                  <a:lnTo>
                    <a:pt x="262790" y="400811"/>
                  </a:lnTo>
                  <a:lnTo>
                    <a:pt x="243601" y="400811"/>
                  </a:lnTo>
                  <a:lnTo>
                    <a:pt x="222937" y="412671"/>
                  </a:lnTo>
                  <a:lnTo>
                    <a:pt x="202272" y="441121"/>
                  </a:lnTo>
                  <a:lnTo>
                    <a:pt x="183084" y="557990"/>
                  </a:lnTo>
                  <a:lnTo>
                    <a:pt x="162419" y="596808"/>
                  </a:lnTo>
                  <a:lnTo>
                    <a:pt x="149135" y="541503"/>
                  </a:lnTo>
                  <a:lnTo>
                    <a:pt x="137326" y="541503"/>
                  </a:lnTo>
                  <a:lnTo>
                    <a:pt x="119614" y="523556"/>
                  </a:lnTo>
                  <a:lnTo>
                    <a:pt x="97473" y="501580"/>
                  </a:lnTo>
                  <a:lnTo>
                    <a:pt x="66477" y="501580"/>
                  </a:lnTo>
                  <a:lnTo>
                    <a:pt x="41384" y="832458"/>
                  </a:lnTo>
                  <a:lnTo>
                    <a:pt x="31052" y="807588"/>
                  </a:lnTo>
                  <a:lnTo>
                    <a:pt x="28100" y="807588"/>
                  </a:lnTo>
                  <a:lnTo>
                    <a:pt x="16291" y="825039"/>
                  </a:lnTo>
                  <a:lnTo>
                    <a:pt x="3007" y="825039"/>
                  </a:lnTo>
                  <a:lnTo>
                    <a:pt x="0" y="1069848"/>
                  </a:lnTo>
                </a:path>
              </a:pathLst>
            </a:custGeom>
          </p:spPr>
          <p:txBody>
            <a:bodyPr/>
            <a:lstStyle/>
            <a:p>
              <a:endParaRPr sz="1632"/>
            </a:p>
          </p:txBody>
        </p:sp>
        <p:sp>
          <p:nvSpPr>
            <p:cNvPr id="124" name="pl124"/>
            <p:cNvSpPr/>
            <p:nvPr/>
          </p:nvSpPr>
          <p:spPr>
            <a:xfrm>
              <a:off x="8567277" y="3498407"/>
              <a:ext cx="12385" cy="835458"/>
            </a:xfrm>
            <a:custGeom>
              <a:avLst/>
              <a:gdLst/>
              <a:ahLst/>
              <a:cxnLst/>
              <a:rect l="0" t="0" r="0" b="0"/>
              <a:pathLst>
                <a:path w="12385" h="835458">
                  <a:moveTo>
                    <a:pt x="12385" y="835458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1632"/>
            </a:p>
          </p:txBody>
        </p:sp>
        <p:sp>
          <p:nvSpPr>
            <p:cNvPr id="125" name="pl125"/>
            <p:cNvSpPr/>
            <p:nvPr/>
          </p:nvSpPr>
          <p:spPr>
            <a:xfrm>
              <a:off x="8578083" y="1802481"/>
              <a:ext cx="1360432" cy="2294761"/>
            </a:xfrm>
            <a:custGeom>
              <a:avLst/>
              <a:gdLst/>
              <a:ahLst/>
              <a:cxnLst/>
              <a:rect l="0" t="0" r="0" b="0"/>
              <a:pathLst>
                <a:path w="1360432" h="2294761">
                  <a:moveTo>
                    <a:pt x="0" y="0"/>
                  </a:moveTo>
                  <a:lnTo>
                    <a:pt x="15762" y="2294761"/>
                  </a:lnTo>
                  <a:lnTo>
                    <a:pt x="30522" y="1516091"/>
                  </a:lnTo>
                  <a:lnTo>
                    <a:pt x="43807" y="1516091"/>
                  </a:lnTo>
                  <a:lnTo>
                    <a:pt x="55615" y="1641461"/>
                  </a:lnTo>
                  <a:lnTo>
                    <a:pt x="58567" y="1641461"/>
                  </a:lnTo>
                  <a:lnTo>
                    <a:pt x="68899" y="1699467"/>
                  </a:lnTo>
                  <a:lnTo>
                    <a:pt x="93992" y="1494737"/>
                  </a:lnTo>
                  <a:lnTo>
                    <a:pt x="124989" y="1494737"/>
                  </a:lnTo>
                  <a:lnTo>
                    <a:pt x="147129" y="1545913"/>
                  </a:lnTo>
                  <a:lnTo>
                    <a:pt x="164842" y="1572085"/>
                  </a:lnTo>
                  <a:lnTo>
                    <a:pt x="176650" y="1572085"/>
                  </a:lnTo>
                  <a:lnTo>
                    <a:pt x="189934" y="1636005"/>
                  </a:lnTo>
                  <a:lnTo>
                    <a:pt x="210599" y="1601279"/>
                  </a:lnTo>
                  <a:lnTo>
                    <a:pt x="229787" y="1506521"/>
                  </a:lnTo>
                  <a:lnTo>
                    <a:pt x="250452" y="1497222"/>
                  </a:lnTo>
                  <a:lnTo>
                    <a:pt x="271116" y="1491279"/>
                  </a:lnTo>
                  <a:lnTo>
                    <a:pt x="290305" y="1491279"/>
                  </a:lnTo>
                  <a:lnTo>
                    <a:pt x="312445" y="1501867"/>
                  </a:lnTo>
                  <a:lnTo>
                    <a:pt x="333110" y="1726238"/>
                  </a:lnTo>
                  <a:lnTo>
                    <a:pt x="350822" y="1602804"/>
                  </a:lnTo>
                  <a:lnTo>
                    <a:pt x="371487" y="1617611"/>
                  </a:lnTo>
                  <a:lnTo>
                    <a:pt x="392151" y="1625100"/>
                  </a:lnTo>
                  <a:lnTo>
                    <a:pt x="412816" y="1625100"/>
                  </a:lnTo>
                  <a:lnTo>
                    <a:pt x="433481" y="1625527"/>
                  </a:lnTo>
                  <a:lnTo>
                    <a:pt x="454145" y="1596800"/>
                  </a:lnTo>
                  <a:lnTo>
                    <a:pt x="474810" y="1596800"/>
                  </a:lnTo>
                  <a:lnTo>
                    <a:pt x="495474" y="1487129"/>
                  </a:lnTo>
                  <a:lnTo>
                    <a:pt x="516139" y="1487129"/>
                  </a:lnTo>
                  <a:lnTo>
                    <a:pt x="536803" y="1487129"/>
                  </a:lnTo>
                  <a:lnTo>
                    <a:pt x="557468" y="1487129"/>
                  </a:lnTo>
                  <a:lnTo>
                    <a:pt x="578132" y="1486811"/>
                  </a:lnTo>
                  <a:lnTo>
                    <a:pt x="598797" y="1494591"/>
                  </a:lnTo>
                  <a:lnTo>
                    <a:pt x="619461" y="1494591"/>
                  </a:lnTo>
                  <a:lnTo>
                    <a:pt x="659314" y="1494591"/>
                  </a:lnTo>
                  <a:lnTo>
                    <a:pt x="699167" y="1494591"/>
                  </a:lnTo>
                  <a:lnTo>
                    <a:pt x="730164" y="1494591"/>
                  </a:lnTo>
                  <a:lnTo>
                    <a:pt x="755257" y="1454274"/>
                  </a:lnTo>
                  <a:lnTo>
                    <a:pt x="765589" y="1454274"/>
                  </a:lnTo>
                  <a:lnTo>
                    <a:pt x="783302" y="1454274"/>
                  </a:lnTo>
                  <a:lnTo>
                    <a:pt x="805442" y="1448224"/>
                  </a:lnTo>
                  <a:lnTo>
                    <a:pt x="824631" y="1394803"/>
                  </a:lnTo>
                  <a:lnTo>
                    <a:pt x="843819" y="1394803"/>
                  </a:lnTo>
                  <a:lnTo>
                    <a:pt x="874816" y="1394803"/>
                  </a:lnTo>
                  <a:lnTo>
                    <a:pt x="905813" y="1398865"/>
                  </a:lnTo>
                  <a:lnTo>
                    <a:pt x="947142" y="1398865"/>
                  </a:lnTo>
                  <a:lnTo>
                    <a:pt x="998803" y="1398865"/>
                  </a:lnTo>
                  <a:lnTo>
                    <a:pt x="1040132" y="1398865"/>
                  </a:lnTo>
                  <a:lnTo>
                    <a:pt x="1074081" y="1395307"/>
                  </a:lnTo>
                  <a:lnTo>
                    <a:pt x="1147883" y="1367046"/>
                  </a:lnTo>
                  <a:lnTo>
                    <a:pt x="1239397" y="1367626"/>
                  </a:lnTo>
                  <a:lnTo>
                    <a:pt x="1299915" y="1367626"/>
                  </a:lnTo>
                  <a:lnTo>
                    <a:pt x="1360432" y="1367626"/>
                  </a:lnTo>
                </a:path>
              </a:pathLst>
            </a:custGeom>
            <a:ln w="81303" cap="flat">
              <a:solidFill>
                <a:srgbClr val="4682B4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26" name="pl126"/>
            <p:cNvSpPr/>
            <p:nvPr/>
          </p:nvSpPr>
          <p:spPr>
            <a:xfrm>
              <a:off x="8452146" y="301552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40651" cap="flat">
              <a:solidFill>
                <a:srgbClr val="000000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27" name="rc127"/>
            <p:cNvSpPr/>
            <p:nvPr/>
          </p:nvSpPr>
          <p:spPr>
            <a:xfrm>
              <a:off x="8452146" y="1802481"/>
              <a:ext cx="1623641" cy="2531385"/>
            </a:xfrm>
            <a:prstGeom prst="rect">
              <a:avLst/>
            </a:prstGeom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28" name="rc128"/>
            <p:cNvSpPr/>
            <p:nvPr/>
          </p:nvSpPr>
          <p:spPr>
            <a:xfrm>
              <a:off x="1502088" y="1099295"/>
              <a:ext cx="1623641" cy="35159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29" name="tx129"/>
            <p:cNvSpPr/>
            <p:nvPr/>
          </p:nvSpPr>
          <p:spPr>
            <a:xfrm>
              <a:off x="1846350" y="1207493"/>
              <a:ext cx="935116" cy="1330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antimalarial</a:t>
              </a:r>
            </a:p>
          </p:txBody>
        </p:sp>
        <p:sp>
          <p:nvSpPr>
            <p:cNvPr id="130" name="rc130"/>
            <p:cNvSpPr/>
            <p:nvPr/>
          </p:nvSpPr>
          <p:spPr>
            <a:xfrm>
              <a:off x="3239602" y="1099295"/>
              <a:ext cx="5098670" cy="35159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31" name="tx131"/>
            <p:cNvSpPr/>
            <p:nvPr/>
          </p:nvSpPr>
          <p:spPr>
            <a:xfrm>
              <a:off x="5448449" y="1207493"/>
              <a:ext cx="680977" cy="1330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corticoid</a:t>
              </a:r>
            </a:p>
          </p:txBody>
        </p:sp>
        <p:sp>
          <p:nvSpPr>
            <p:cNvPr id="132" name="rc132"/>
            <p:cNvSpPr/>
            <p:nvPr/>
          </p:nvSpPr>
          <p:spPr>
            <a:xfrm>
              <a:off x="8452146" y="1099295"/>
              <a:ext cx="1623641" cy="35159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33" name="tx133"/>
            <p:cNvSpPr/>
            <p:nvPr/>
          </p:nvSpPr>
          <p:spPr>
            <a:xfrm>
              <a:off x="9172482" y="1206868"/>
              <a:ext cx="182969" cy="13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il6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1502088" y="1450888"/>
              <a:ext cx="1623641" cy="35159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35" name="tx135"/>
            <p:cNvSpPr/>
            <p:nvPr/>
          </p:nvSpPr>
          <p:spPr>
            <a:xfrm>
              <a:off x="2222424" y="1559086"/>
              <a:ext cx="182969" cy="1330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all</a:t>
              </a:r>
            </a:p>
          </p:txBody>
        </p:sp>
        <p:sp>
          <p:nvSpPr>
            <p:cNvPr id="136" name="rc136"/>
            <p:cNvSpPr/>
            <p:nvPr/>
          </p:nvSpPr>
          <p:spPr>
            <a:xfrm>
              <a:off x="3239602" y="1450888"/>
              <a:ext cx="1623641" cy="35159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37" name="tx137"/>
            <p:cNvSpPr/>
            <p:nvPr/>
          </p:nvSpPr>
          <p:spPr>
            <a:xfrm>
              <a:off x="3101036" y="1556765"/>
              <a:ext cx="1900773" cy="1353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mild and mild/moderate</a:t>
              </a:r>
            </a:p>
          </p:txBody>
        </p:sp>
        <p:sp>
          <p:nvSpPr>
            <p:cNvPr id="138" name="rc138"/>
            <p:cNvSpPr/>
            <p:nvPr/>
          </p:nvSpPr>
          <p:spPr>
            <a:xfrm>
              <a:off x="4977117" y="1450888"/>
              <a:ext cx="1623641" cy="35159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39" name="tx139"/>
            <p:cNvSpPr/>
            <p:nvPr/>
          </p:nvSpPr>
          <p:spPr>
            <a:xfrm>
              <a:off x="5402639" y="1559086"/>
              <a:ext cx="772596" cy="1330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moderate</a:t>
              </a:r>
            </a:p>
          </p:txBody>
        </p:sp>
        <p:sp>
          <p:nvSpPr>
            <p:cNvPr id="140" name="rc140"/>
            <p:cNvSpPr/>
            <p:nvPr/>
          </p:nvSpPr>
          <p:spPr>
            <a:xfrm>
              <a:off x="6714631" y="1450888"/>
              <a:ext cx="1623641" cy="35159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41" name="tx141"/>
            <p:cNvSpPr/>
            <p:nvPr/>
          </p:nvSpPr>
          <p:spPr>
            <a:xfrm>
              <a:off x="6789530" y="1559086"/>
              <a:ext cx="1473844" cy="1330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critical and severe</a:t>
              </a:r>
            </a:p>
          </p:txBody>
        </p:sp>
        <p:sp>
          <p:nvSpPr>
            <p:cNvPr id="142" name="rc142"/>
            <p:cNvSpPr/>
            <p:nvPr/>
          </p:nvSpPr>
          <p:spPr>
            <a:xfrm>
              <a:off x="8452146" y="1450888"/>
              <a:ext cx="1623641" cy="35159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43" name="tx143"/>
            <p:cNvSpPr/>
            <p:nvPr/>
          </p:nvSpPr>
          <p:spPr>
            <a:xfrm>
              <a:off x="9172482" y="1559086"/>
              <a:ext cx="182969" cy="1330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all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1145374" y="3638352"/>
              <a:ext cx="254228" cy="1353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1/2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1297893" y="2949533"/>
              <a:ext cx="101709" cy="13144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1196273" y="1849231"/>
              <a:ext cx="203328" cy="1337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 3</a:t>
              </a:r>
            </a:p>
          </p:txBody>
        </p:sp>
        <p:sp>
          <p:nvSpPr>
            <p:cNvPr id="147" name="pl147"/>
            <p:cNvSpPr/>
            <p:nvPr/>
          </p:nvSpPr>
          <p:spPr>
            <a:xfrm>
              <a:off x="1445151" y="3708271"/>
              <a:ext cx="56936" cy="0"/>
            </a:xfrm>
            <a:custGeom>
              <a:avLst/>
              <a:gdLst/>
              <a:ahLst/>
              <a:cxnLst/>
              <a:rect l="0" t="0" r="0" b="0"/>
              <a:pathLst>
                <a:path w="56936">
                  <a:moveTo>
                    <a:pt x="0" y="0"/>
                  </a:moveTo>
                  <a:lnTo>
                    <a:pt x="56936" y="0"/>
                  </a:lnTo>
                </a:path>
              </a:pathLst>
            </a:custGeom>
            <a:ln w="22173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48" name="pl148"/>
            <p:cNvSpPr/>
            <p:nvPr/>
          </p:nvSpPr>
          <p:spPr>
            <a:xfrm>
              <a:off x="1445151" y="3015523"/>
              <a:ext cx="56936" cy="0"/>
            </a:xfrm>
            <a:custGeom>
              <a:avLst/>
              <a:gdLst/>
              <a:ahLst/>
              <a:cxnLst/>
              <a:rect l="0" t="0" r="0" b="0"/>
              <a:pathLst>
                <a:path w="56936">
                  <a:moveTo>
                    <a:pt x="0" y="0"/>
                  </a:moveTo>
                  <a:lnTo>
                    <a:pt x="56936" y="0"/>
                  </a:lnTo>
                </a:path>
              </a:pathLst>
            </a:custGeom>
            <a:ln w="22173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49" name="pl149"/>
            <p:cNvSpPr/>
            <p:nvPr/>
          </p:nvSpPr>
          <p:spPr>
            <a:xfrm>
              <a:off x="1445151" y="1917544"/>
              <a:ext cx="56936" cy="0"/>
            </a:xfrm>
            <a:custGeom>
              <a:avLst/>
              <a:gdLst/>
              <a:ahLst/>
              <a:cxnLst/>
              <a:rect l="0" t="0" r="0" b="0"/>
              <a:pathLst>
                <a:path w="56936">
                  <a:moveTo>
                    <a:pt x="0" y="0"/>
                  </a:moveTo>
                  <a:lnTo>
                    <a:pt x="56936" y="0"/>
                  </a:lnTo>
                </a:path>
              </a:pathLst>
            </a:custGeom>
            <a:ln w="22173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50" name="tx150"/>
            <p:cNvSpPr/>
            <p:nvPr/>
          </p:nvSpPr>
          <p:spPr>
            <a:xfrm rot="-5400000">
              <a:off x="-560306" y="2960850"/>
              <a:ext cx="2477988" cy="2146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32"/>
                </a:lnSpc>
              </a:pPr>
              <a:r>
                <a:rPr sz="163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Log Odds-ratio for death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1502088" y="475778"/>
              <a:ext cx="8970429" cy="21464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32"/>
                </a:lnSpc>
              </a:pPr>
              <a:r>
                <a:rPr sz="163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Cumulative Estimates of Mortality Odds Ratio (blue line) and 95% CI (shaded blue area),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1502088" y="722777"/>
              <a:ext cx="3698341" cy="2145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32"/>
                </a:lnSpc>
              </a:pPr>
              <a:r>
                <a:rPr sz="163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weighted by degree of heterogeneity</a:t>
              </a:r>
            </a:p>
          </p:txBody>
        </p:sp>
        <p:sp>
          <p:nvSpPr>
            <p:cNvPr id="153" name="rc153"/>
            <p:cNvSpPr/>
            <p:nvPr/>
          </p:nvSpPr>
          <p:spPr>
            <a:xfrm>
              <a:off x="622374" y="4390802"/>
              <a:ext cx="9453413" cy="132262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22173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54" name="rc154"/>
            <p:cNvSpPr/>
            <p:nvPr/>
          </p:nvSpPr>
          <p:spPr>
            <a:xfrm>
              <a:off x="1502088" y="4390802"/>
              <a:ext cx="1623641" cy="12656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155" name="pl155"/>
            <p:cNvSpPr/>
            <p:nvPr/>
          </p:nvSpPr>
          <p:spPr>
            <a:xfrm>
              <a:off x="1502088" y="5456220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56" name="pl156"/>
            <p:cNvSpPr/>
            <p:nvPr/>
          </p:nvSpPr>
          <p:spPr>
            <a:xfrm>
              <a:off x="1502088" y="5170732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57" name="pl157"/>
            <p:cNvSpPr/>
            <p:nvPr/>
          </p:nvSpPr>
          <p:spPr>
            <a:xfrm>
              <a:off x="1502088" y="4885244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58" name="pl158"/>
            <p:cNvSpPr/>
            <p:nvPr/>
          </p:nvSpPr>
          <p:spPr>
            <a:xfrm>
              <a:off x="1502088" y="4599756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59" name="pl159"/>
            <p:cNvSpPr/>
            <p:nvPr/>
          </p:nvSpPr>
          <p:spPr>
            <a:xfrm>
              <a:off x="1575889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60" name="pl160"/>
            <p:cNvSpPr/>
            <p:nvPr/>
          </p:nvSpPr>
          <p:spPr>
            <a:xfrm>
              <a:off x="1871097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61" name="pl161"/>
            <p:cNvSpPr/>
            <p:nvPr/>
          </p:nvSpPr>
          <p:spPr>
            <a:xfrm>
              <a:off x="2166305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62" name="pl162"/>
            <p:cNvSpPr/>
            <p:nvPr/>
          </p:nvSpPr>
          <p:spPr>
            <a:xfrm>
              <a:off x="2461512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63" name="pl163"/>
            <p:cNvSpPr/>
            <p:nvPr/>
          </p:nvSpPr>
          <p:spPr>
            <a:xfrm>
              <a:off x="2756720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64" name="pl164"/>
            <p:cNvSpPr/>
            <p:nvPr/>
          </p:nvSpPr>
          <p:spPr>
            <a:xfrm>
              <a:off x="3051927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65" name="pl165"/>
            <p:cNvSpPr/>
            <p:nvPr/>
          </p:nvSpPr>
          <p:spPr>
            <a:xfrm>
              <a:off x="1502088" y="559896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66" name="pl166"/>
            <p:cNvSpPr/>
            <p:nvPr/>
          </p:nvSpPr>
          <p:spPr>
            <a:xfrm>
              <a:off x="1502088" y="5313476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67" name="pl167"/>
            <p:cNvSpPr/>
            <p:nvPr/>
          </p:nvSpPr>
          <p:spPr>
            <a:xfrm>
              <a:off x="1502088" y="5027988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68" name="pl168"/>
            <p:cNvSpPr/>
            <p:nvPr/>
          </p:nvSpPr>
          <p:spPr>
            <a:xfrm>
              <a:off x="1502088" y="4742500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69" name="pl169"/>
            <p:cNvSpPr/>
            <p:nvPr/>
          </p:nvSpPr>
          <p:spPr>
            <a:xfrm>
              <a:off x="1502088" y="445701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70" name="pl170"/>
            <p:cNvSpPr/>
            <p:nvPr/>
          </p:nvSpPr>
          <p:spPr>
            <a:xfrm>
              <a:off x="1723493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71" name="pl171"/>
            <p:cNvSpPr/>
            <p:nvPr/>
          </p:nvSpPr>
          <p:spPr>
            <a:xfrm>
              <a:off x="2018701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72" name="pl172"/>
            <p:cNvSpPr/>
            <p:nvPr/>
          </p:nvSpPr>
          <p:spPr>
            <a:xfrm>
              <a:off x="2313908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73" name="pl173"/>
            <p:cNvSpPr/>
            <p:nvPr/>
          </p:nvSpPr>
          <p:spPr>
            <a:xfrm>
              <a:off x="2609116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74" name="pl174"/>
            <p:cNvSpPr/>
            <p:nvPr/>
          </p:nvSpPr>
          <p:spPr>
            <a:xfrm>
              <a:off x="2904323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75" name="pl175"/>
            <p:cNvSpPr/>
            <p:nvPr/>
          </p:nvSpPr>
          <p:spPr>
            <a:xfrm>
              <a:off x="1602458" y="5274107"/>
              <a:ext cx="1416996" cy="320574"/>
            </a:xfrm>
            <a:custGeom>
              <a:avLst/>
              <a:gdLst/>
              <a:ahLst/>
              <a:cxnLst/>
              <a:rect l="0" t="0" r="0" b="0"/>
              <a:pathLst>
                <a:path w="1416996" h="320574">
                  <a:moveTo>
                    <a:pt x="0" y="320574"/>
                  </a:moveTo>
                  <a:lnTo>
                    <a:pt x="29520" y="320574"/>
                  </a:lnTo>
                  <a:lnTo>
                    <a:pt x="29520" y="319717"/>
                  </a:lnTo>
                  <a:lnTo>
                    <a:pt x="59041" y="319717"/>
                  </a:lnTo>
                  <a:lnTo>
                    <a:pt x="59041" y="319717"/>
                  </a:lnTo>
                  <a:lnTo>
                    <a:pt x="82658" y="319717"/>
                  </a:lnTo>
                  <a:lnTo>
                    <a:pt x="82658" y="319717"/>
                  </a:lnTo>
                  <a:lnTo>
                    <a:pt x="165316" y="319717"/>
                  </a:lnTo>
                  <a:lnTo>
                    <a:pt x="165316" y="318004"/>
                  </a:lnTo>
                  <a:lnTo>
                    <a:pt x="180076" y="318004"/>
                  </a:lnTo>
                  <a:lnTo>
                    <a:pt x="180076" y="318004"/>
                  </a:lnTo>
                  <a:lnTo>
                    <a:pt x="200741" y="318004"/>
                  </a:lnTo>
                  <a:lnTo>
                    <a:pt x="200741" y="317062"/>
                  </a:lnTo>
                  <a:lnTo>
                    <a:pt x="227309" y="317062"/>
                  </a:lnTo>
                  <a:lnTo>
                    <a:pt x="227309" y="160872"/>
                  </a:lnTo>
                  <a:lnTo>
                    <a:pt x="245022" y="160872"/>
                  </a:lnTo>
                  <a:lnTo>
                    <a:pt x="245022" y="148082"/>
                  </a:lnTo>
                  <a:lnTo>
                    <a:pt x="265686" y="148082"/>
                  </a:lnTo>
                  <a:lnTo>
                    <a:pt x="265686" y="148082"/>
                  </a:lnTo>
                  <a:lnTo>
                    <a:pt x="307015" y="148082"/>
                  </a:lnTo>
                  <a:lnTo>
                    <a:pt x="307015" y="148082"/>
                  </a:lnTo>
                  <a:lnTo>
                    <a:pt x="324728" y="148082"/>
                  </a:lnTo>
                  <a:lnTo>
                    <a:pt x="324728" y="142544"/>
                  </a:lnTo>
                  <a:lnTo>
                    <a:pt x="351297" y="142544"/>
                  </a:lnTo>
                  <a:lnTo>
                    <a:pt x="351297" y="142544"/>
                  </a:lnTo>
                  <a:lnTo>
                    <a:pt x="366057" y="142544"/>
                  </a:lnTo>
                  <a:lnTo>
                    <a:pt x="366057" y="142544"/>
                  </a:lnTo>
                  <a:lnTo>
                    <a:pt x="386721" y="142544"/>
                  </a:lnTo>
                  <a:lnTo>
                    <a:pt x="386721" y="142544"/>
                  </a:lnTo>
                  <a:lnTo>
                    <a:pt x="407386" y="142544"/>
                  </a:lnTo>
                  <a:lnTo>
                    <a:pt x="407386" y="142544"/>
                  </a:lnTo>
                  <a:lnTo>
                    <a:pt x="469380" y="142544"/>
                  </a:lnTo>
                  <a:lnTo>
                    <a:pt x="469380" y="142544"/>
                  </a:lnTo>
                  <a:lnTo>
                    <a:pt x="490044" y="142544"/>
                  </a:lnTo>
                  <a:lnTo>
                    <a:pt x="490044" y="89643"/>
                  </a:lnTo>
                  <a:lnTo>
                    <a:pt x="510709" y="89643"/>
                  </a:lnTo>
                  <a:lnTo>
                    <a:pt x="510709" y="81135"/>
                  </a:lnTo>
                  <a:lnTo>
                    <a:pt x="531373" y="81135"/>
                  </a:lnTo>
                  <a:lnTo>
                    <a:pt x="531373" y="81135"/>
                  </a:lnTo>
                  <a:lnTo>
                    <a:pt x="552038" y="81135"/>
                  </a:lnTo>
                  <a:lnTo>
                    <a:pt x="552038" y="77481"/>
                  </a:lnTo>
                  <a:lnTo>
                    <a:pt x="572702" y="77481"/>
                  </a:lnTo>
                  <a:lnTo>
                    <a:pt x="572702" y="63806"/>
                  </a:lnTo>
                  <a:lnTo>
                    <a:pt x="593367" y="63806"/>
                  </a:lnTo>
                  <a:lnTo>
                    <a:pt x="593367" y="63806"/>
                  </a:lnTo>
                  <a:lnTo>
                    <a:pt x="614031" y="63806"/>
                  </a:lnTo>
                  <a:lnTo>
                    <a:pt x="614031" y="63806"/>
                  </a:lnTo>
                  <a:lnTo>
                    <a:pt x="634696" y="63806"/>
                  </a:lnTo>
                  <a:lnTo>
                    <a:pt x="634696" y="55127"/>
                  </a:lnTo>
                  <a:lnTo>
                    <a:pt x="735066" y="55127"/>
                  </a:lnTo>
                  <a:lnTo>
                    <a:pt x="735066" y="46762"/>
                  </a:lnTo>
                  <a:lnTo>
                    <a:pt x="776395" y="46762"/>
                  </a:lnTo>
                  <a:lnTo>
                    <a:pt x="776395" y="46762"/>
                  </a:lnTo>
                  <a:lnTo>
                    <a:pt x="785252" y="46762"/>
                  </a:lnTo>
                  <a:lnTo>
                    <a:pt x="785252" y="46762"/>
                  </a:lnTo>
                  <a:lnTo>
                    <a:pt x="797060" y="46762"/>
                  </a:lnTo>
                  <a:lnTo>
                    <a:pt x="797060" y="46762"/>
                  </a:lnTo>
                  <a:lnTo>
                    <a:pt x="820677" y="46762"/>
                  </a:lnTo>
                  <a:lnTo>
                    <a:pt x="820677" y="40653"/>
                  </a:lnTo>
                  <a:lnTo>
                    <a:pt x="841341" y="40653"/>
                  </a:lnTo>
                  <a:lnTo>
                    <a:pt x="841341" y="40653"/>
                  </a:lnTo>
                  <a:lnTo>
                    <a:pt x="859054" y="40653"/>
                  </a:lnTo>
                  <a:lnTo>
                    <a:pt x="859054" y="40653"/>
                  </a:lnTo>
                  <a:lnTo>
                    <a:pt x="879718" y="40653"/>
                  </a:lnTo>
                  <a:lnTo>
                    <a:pt x="879718" y="38655"/>
                  </a:lnTo>
                  <a:lnTo>
                    <a:pt x="921047" y="38655"/>
                  </a:lnTo>
                  <a:lnTo>
                    <a:pt x="921047" y="34258"/>
                  </a:lnTo>
                  <a:lnTo>
                    <a:pt x="941712" y="34258"/>
                  </a:lnTo>
                  <a:lnTo>
                    <a:pt x="941712" y="34258"/>
                  </a:lnTo>
                  <a:lnTo>
                    <a:pt x="1003705" y="34258"/>
                  </a:lnTo>
                  <a:lnTo>
                    <a:pt x="1003705" y="34258"/>
                  </a:lnTo>
                  <a:lnTo>
                    <a:pt x="1045034" y="34258"/>
                  </a:lnTo>
                  <a:lnTo>
                    <a:pt x="1045034" y="21668"/>
                  </a:lnTo>
                  <a:lnTo>
                    <a:pt x="1086363" y="21668"/>
                  </a:lnTo>
                  <a:lnTo>
                    <a:pt x="1086363" y="21668"/>
                  </a:lnTo>
                  <a:lnTo>
                    <a:pt x="1112932" y="21668"/>
                  </a:lnTo>
                  <a:lnTo>
                    <a:pt x="1112932" y="21668"/>
                  </a:lnTo>
                  <a:lnTo>
                    <a:pt x="1233967" y="21668"/>
                  </a:lnTo>
                  <a:lnTo>
                    <a:pt x="1233967" y="17443"/>
                  </a:lnTo>
                  <a:lnTo>
                    <a:pt x="1295961" y="17443"/>
                  </a:lnTo>
                  <a:lnTo>
                    <a:pt x="1295961" y="3140"/>
                  </a:lnTo>
                  <a:lnTo>
                    <a:pt x="1355002" y="3140"/>
                  </a:lnTo>
                  <a:lnTo>
                    <a:pt x="1355002" y="0"/>
                  </a:lnTo>
                  <a:lnTo>
                    <a:pt x="1416996" y="0"/>
                  </a:lnTo>
                  <a:lnTo>
                    <a:pt x="141699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76" name="pl176"/>
            <p:cNvSpPr/>
            <p:nvPr/>
          </p:nvSpPr>
          <p:spPr>
            <a:xfrm>
              <a:off x="1602458" y="4448334"/>
              <a:ext cx="714402" cy="1121966"/>
            </a:xfrm>
            <a:custGeom>
              <a:avLst/>
              <a:gdLst/>
              <a:ahLst/>
              <a:cxnLst/>
              <a:rect l="0" t="0" r="0" b="0"/>
              <a:pathLst>
                <a:path w="714402" h="1121966">
                  <a:moveTo>
                    <a:pt x="0" y="1121966"/>
                  </a:moveTo>
                  <a:lnTo>
                    <a:pt x="29520" y="1121966"/>
                  </a:lnTo>
                  <a:lnTo>
                    <a:pt x="29520" y="1068637"/>
                  </a:lnTo>
                  <a:lnTo>
                    <a:pt x="53137" y="1068637"/>
                  </a:lnTo>
                  <a:lnTo>
                    <a:pt x="53137" y="1016678"/>
                  </a:lnTo>
                  <a:lnTo>
                    <a:pt x="59041" y="1016678"/>
                  </a:lnTo>
                  <a:lnTo>
                    <a:pt x="59041" y="1016678"/>
                  </a:lnTo>
                  <a:lnTo>
                    <a:pt x="79706" y="1016678"/>
                  </a:lnTo>
                  <a:lnTo>
                    <a:pt x="79706" y="944964"/>
                  </a:lnTo>
                  <a:lnTo>
                    <a:pt x="85610" y="944964"/>
                  </a:lnTo>
                  <a:lnTo>
                    <a:pt x="85610" y="944964"/>
                  </a:lnTo>
                  <a:lnTo>
                    <a:pt x="103322" y="944964"/>
                  </a:lnTo>
                  <a:lnTo>
                    <a:pt x="103322" y="944964"/>
                  </a:lnTo>
                  <a:lnTo>
                    <a:pt x="135795" y="944964"/>
                  </a:lnTo>
                  <a:lnTo>
                    <a:pt x="135795" y="816523"/>
                  </a:lnTo>
                  <a:lnTo>
                    <a:pt x="165316" y="816523"/>
                  </a:lnTo>
                  <a:lnTo>
                    <a:pt x="165316" y="809015"/>
                  </a:lnTo>
                  <a:lnTo>
                    <a:pt x="180076" y="809015"/>
                  </a:lnTo>
                  <a:lnTo>
                    <a:pt x="180076" y="763022"/>
                  </a:lnTo>
                  <a:lnTo>
                    <a:pt x="200741" y="763022"/>
                  </a:lnTo>
                  <a:lnTo>
                    <a:pt x="200741" y="753173"/>
                  </a:lnTo>
                  <a:lnTo>
                    <a:pt x="203693" y="753173"/>
                  </a:lnTo>
                  <a:lnTo>
                    <a:pt x="203693" y="751460"/>
                  </a:lnTo>
                  <a:lnTo>
                    <a:pt x="227309" y="751460"/>
                  </a:lnTo>
                  <a:lnTo>
                    <a:pt x="227309" y="728164"/>
                  </a:lnTo>
                  <a:lnTo>
                    <a:pt x="245022" y="728164"/>
                  </a:lnTo>
                  <a:lnTo>
                    <a:pt x="245022" y="728164"/>
                  </a:lnTo>
                  <a:lnTo>
                    <a:pt x="265686" y="728164"/>
                  </a:lnTo>
                  <a:lnTo>
                    <a:pt x="265686" y="725938"/>
                  </a:lnTo>
                  <a:lnTo>
                    <a:pt x="286351" y="725938"/>
                  </a:lnTo>
                  <a:lnTo>
                    <a:pt x="286351" y="725938"/>
                  </a:lnTo>
                  <a:lnTo>
                    <a:pt x="307015" y="725938"/>
                  </a:lnTo>
                  <a:lnTo>
                    <a:pt x="307015" y="725938"/>
                  </a:lnTo>
                  <a:lnTo>
                    <a:pt x="324728" y="725938"/>
                  </a:lnTo>
                  <a:lnTo>
                    <a:pt x="324728" y="725938"/>
                  </a:lnTo>
                  <a:lnTo>
                    <a:pt x="351297" y="725938"/>
                  </a:lnTo>
                  <a:lnTo>
                    <a:pt x="351297" y="366423"/>
                  </a:lnTo>
                  <a:lnTo>
                    <a:pt x="386721" y="366423"/>
                  </a:lnTo>
                  <a:lnTo>
                    <a:pt x="386721" y="208234"/>
                  </a:lnTo>
                  <a:lnTo>
                    <a:pt x="407386" y="208234"/>
                  </a:lnTo>
                  <a:lnTo>
                    <a:pt x="407386" y="205950"/>
                  </a:lnTo>
                  <a:lnTo>
                    <a:pt x="428050" y="205950"/>
                  </a:lnTo>
                  <a:lnTo>
                    <a:pt x="428050" y="205950"/>
                  </a:lnTo>
                  <a:lnTo>
                    <a:pt x="448715" y="205950"/>
                  </a:lnTo>
                  <a:lnTo>
                    <a:pt x="448715" y="161357"/>
                  </a:lnTo>
                  <a:lnTo>
                    <a:pt x="469380" y="161357"/>
                  </a:lnTo>
                  <a:lnTo>
                    <a:pt x="469380" y="80564"/>
                  </a:lnTo>
                  <a:lnTo>
                    <a:pt x="490044" y="80564"/>
                  </a:lnTo>
                  <a:lnTo>
                    <a:pt x="490044" y="59609"/>
                  </a:lnTo>
                  <a:lnTo>
                    <a:pt x="510709" y="59609"/>
                  </a:lnTo>
                  <a:lnTo>
                    <a:pt x="510709" y="59609"/>
                  </a:lnTo>
                  <a:lnTo>
                    <a:pt x="531373" y="59609"/>
                  </a:lnTo>
                  <a:lnTo>
                    <a:pt x="531373" y="59609"/>
                  </a:lnTo>
                  <a:lnTo>
                    <a:pt x="552038" y="59609"/>
                  </a:lnTo>
                  <a:lnTo>
                    <a:pt x="552038" y="47647"/>
                  </a:lnTo>
                  <a:lnTo>
                    <a:pt x="572702" y="47647"/>
                  </a:lnTo>
                  <a:lnTo>
                    <a:pt x="572702" y="47647"/>
                  </a:lnTo>
                  <a:lnTo>
                    <a:pt x="593367" y="47647"/>
                  </a:lnTo>
                  <a:lnTo>
                    <a:pt x="593367" y="47647"/>
                  </a:lnTo>
                  <a:lnTo>
                    <a:pt x="614031" y="47647"/>
                  </a:lnTo>
                  <a:lnTo>
                    <a:pt x="614031" y="47647"/>
                  </a:lnTo>
                  <a:lnTo>
                    <a:pt x="634696" y="47647"/>
                  </a:lnTo>
                  <a:lnTo>
                    <a:pt x="634696" y="47647"/>
                  </a:lnTo>
                  <a:lnTo>
                    <a:pt x="655360" y="47647"/>
                  </a:lnTo>
                  <a:lnTo>
                    <a:pt x="655360" y="47647"/>
                  </a:lnTo>
                  <a:lnTo>
                    <a:pt x="714402" y="47647"/>
                  </a:lnTo>
                  <a:lnTo>
                    <a:pt x="714402" y="0"/>
                  </a:lnTo>
                </a:path>
              </a:pathLst>
            </a:custGeom>
            <a:ln w="271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77" name="tx177"/>
            <p:cNvSpPr/>
            <p:nvPr/>
          </p:nvSpPr>
          <p:spPr>
            <a:xfrm>
              <a:off x="2517040" y="5135487"/>
              <a:ext cx="502414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11379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2148681" y="4543425"/>
              <a:ext cx="502414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 dirty="0">
                  <a:solidFill>
                    <a:srgbClr val="BEBEBE">
                      <a:alpha val="100000"/>
                    </a:srgbClr>
                  </a:solidFill>
                  <a:latin typeface="Arial"/>
                  <a:cs typeface="Arial"/>
                </a:rPr>
                <a:t>40304</a:t>
              </a:r>
            </a:p>
          </p:txBody>
        </p:sp>
        <p:sp>
          <p:nvSpPr>
            <p:cNvPr id="179" name="rc179"/>
            <p:cNvSpPr/>
            <p:nvPr/>
          </p:nvSpPr>
          <p:spPr>
            <a:xfrm>
              <a:off x="1502088" y="4390802"/>
              <a:ext cx="1623641" cy="1265692"/>
            </a:xfrm>
            <a:prstGeom prst="rect">
              <a:avLst/>
            </a:prstGeom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80" name="rc180"/>
            <p:cNvSpPr/>
            <p:nvPr/>
          </p:nvSpPr>
          <p:spPr>
            <a:xfrm>
              <a:off x="3239602" y="4390802"/>
              <a:ext cx="1623641" cy="12656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181" name="pl181"/>
            <p:cNvSpPr/>
            <p:nvPr/>
          </p:nvSpPr>
          <p:spPr>
            <a:xfrm>
              <a:off x="3239602" y="5456220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82" name="pl182"/>
            <p:cNvSpPr/>
            <p:nvPr/>
          </p:nvSpPr>
          <p:spPr>
            <a:xfrm>
              <a:off x="3239602" y="5170732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83" name="pl183"/>
            <p:cNvSpPr/>
            <p:nvPr/>
          </p:nvSpPr>
          <p:spPr>
            <a:xfrm>
              <a:off x="3239602" y="4885244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84" name="pl184"/>
            <p:cNvSpPr/>
            <p:nvPr/>
          </p:nvSpPr>
          <p:spPr>
            <a:xfrm>
              <a:off x="3239602" y="4599756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85" name="pl185"/>
            <p:cNvSpPr/>
            <p:nvPr/>
          </p:nvSpPr>
          <p:spPr>
            <a:xfrm>
              <a:off x="3313404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86" name="pl186"/>
            <p:cNvSpPr/>
            <p:nvPr/>
          </p:nvSpPr>
          <p:spPr>
            <a:xfrm>
              <a:off x="3608612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87" name="pl187"/>
            <p:cNvSpPr/>
            <p:nvPr/>
          </p:nvSpPr>
          <p:spPr>
            <a:xfrm>
              <a:off x="3903819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88" name="pl188"/>
            <p:cNvSpPr/>
            <p:nvPr/>
          </p:nvSpPr>
          <p:spPr>
            <a:xfrm>
              <a:off x="4199027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89" name="pl189"/>
            <p:cNvSpPr/>
            <p:nvPr/>
          </p:nvSpPr>
          <p:spPr>
            <a:xfrm>
              <a:off x="4494234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90" name="pl190"/>
            <p:cNvSpPr/>
            <p:nvPr/>
          </p:nvSpPr>
          <p:spPr>
            <a:xfrm>
              <a:off x="4789442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91" name="pl191"/>
            <p:cNvSpPr/>
            <p:nvPr/>
          </p:nvSpPr>
          <p:spPr>
            <a:xfrm>
              <a:off x="3239602" y="559896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92" name="pl192"/>
            <p:cNvSpPr/>
            <p:nvPr/>
          </p:nvSpPr>
          <p:spPr>
            <a:xfrm>
              <a:off x="3239602" y="5313476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93" name="pl193"/>
            <p:cNvSpPr/>
            <p:nvPr/>
          </p:nvSpPr>
          <p:spPr>
            <a:xfrm>
              <a:off x="3239602" y="5027988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94" name="pl194"/>
            <p:cNvSpPr/>
            <p:nvPr/>
          </p:nvSpPr>
          <p:spPr>
            <a:xfrm>
              <a:off x="3239602" y="4742500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95" name="pl195"/>
            <p:cNvSpPr/>
            <p:nvPr/>
          </p:nvSpPr>
          <p:spPr>
            <a:xfrm>
              <a:off x="3239602" y="445701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96" name="pl196"/>
            <p:cNvSpPr/>
            <p:nvPr/>
          </p:nvSpPr>
          <p:spPr>
            <a:xfrm>
              <a:off x="3461008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97" name="pl197"/>
            <p:cNvSpPr/>
            <p:nvPr/>
          </p:nvSpPr>
          <p:spPr>
            <a:xfrm>
              <a:off x="3756215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98" name="pl198"/>
            <p:cNvSpPr/>
            <p:nvPr/>
          </p:nvSpPr>
          <p:spPr>
            <a:xfrm>
              <a:off x="4051423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199" name="pl199"/>
            <p:cNvSpPr/>
            <p:nvPr/>
          </p:nvSpPr>
          <p:spPr>
            <a:xfrm>
              <a:off x="4346631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00" name="pl200"/>
            <p:cNvSpPr/>
            <p:nvPr/>
          </p:nvSpPr>
          <p:spPr>
            <a:xfrm>
              <a:off x="4641838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01" name="pl201"/>
            <p:cNvSpPr/>
            <p:nvPr/>
          </p:nvSpPr>
          <p:spPr>
            <a:xfrm>
              <a:off x="3339973" y="5551801"/>
              <a:ext cx="1416996" cy="47162"/>
            </a:xfrm>
            <a:custGeom>
              <a:avLst/>
              <a:gdLst/>
              <a:ahLst/>
              <a:cxnLst/>
              <a:rect l="0" t="0" r="0" b="0"/>
              <a:pathLst>
                <a:path w="1416996" h="47162">
                  <a:moveTo>
                    <a:pt x="0" y="47162"/>
                  </a:moveTo>
                  <a:lnTo>
                    <a:pt x="29520" y="47162"/>
                  </a:lnTo>
                  <a:lnTo>
                    <a:pt x="29520" y="47162"/>
                  </a:lnTo>
                  <a:lnTo>
                    <a:pt x="59041" y="47162"/>
                  </a:lnTo>
                  <a:lnTo>
                    <a:pt x="59041" y="47162"/>
                  </a:lnTo>
                  <a:lnTo>
                    <a:pt x="82658" y="47162"/>
                  </a:lnTo>
                  <a:lnTo>
                    <a:pt x="82658" y="47162"/>
                  </a:lnTo>
                  <a:lnTo>
                    <a:pt x="165316" y="47162"/>
                  </a:lnTo>
                  <a:lnTo>
                    <a:pt x="165316" y="3340"/>
                  </a:lnTo>
                  <a:lnTo>
                    <a:pt x="180076" y="3340"/>
                  </a:lnTo>
                  <a:lnTo>
                    <a:pt x="180076" y="3340"/>
                  </a:lnTo>
                  <a:lnTo>
                    <a:pt x="200741" y="3340"/>
                  </a:lnTo>
                  <a:lnTo>
                    <a:pt x="200741" y="3340"/>
                  </a:lnTo>
                  <a:lnTo>
                    <a:pt x="227309" y="3340"/>
                  </a:lnTo>
                  <a:lnTo>
                    <a:pt x="227309" y="3340"/>
                  </a:lnTo>
                  <a:lnTo>
                    <a:pt x="245022" y="3340"/>
                  </a:lnTo>
                  <a:lnTo>
                    <a:pt x="245022" y="3340"/>
                  </a:lnTo>
                  <a:lnTo>
                    <a:pt x="265686" y="3340"/>
                  </a:lnTo>
                  <a:lnTo>
                    <a:pt x="265686" y="3340"/>
                  </a:lnTo>
                  <a:lnTo>
                    <a:pt x="307015" y="3340"/>
                  </a:lnTo>
                  <a:lnTo>
                    <a:pt x="307015" y="1284"/>
                  </a:lnTo>
                  <a:lnTo>
                    <a:pt x="324728" y="1284"/>
                  </a:lnTo>
                  <a:lnTo>
                    <a:pt x="324728" y="1284"/>
                  </a:lnTo>
                  <a:lnTo>
                    <a:pt x="351297" y="1284"/>
                  </a:lnTo>
                  <a:lnTo>
                    <a:pt x="351297" y="1284"/>
                  </a:lnTo>
                  <a:lnTo>
                    <a:pt x="366057" y="1284"/>
                  </a:lnTo>
                  <a:lnTo>
                    <a:pt x="366057" y="1284"/>
                  </a:lnTo>
                  <a:lnTo>
                    <a:pt x="386721" y="1284"/>
                  </a:lnTo>
                  <a:lnTo>
                    <a:pt x="386721" y="1284"/>
                  </a:lnTo>
                  <a:lnTo>
                    <a:pt x="407386" y="1284"/>
                  </a:lnTo>
                  <a:lnTo>
                    <a:pt x="407386" y="1284"/>
                  </a:lnTo>
                  <a:lnTo>
                    <a:pt x="469380" y="1284"/>
                  </a:lnTo>
                  <a:lnTo>
                    <a:pt x="469380" y="1284"/>
                  </a:lnTo>
                  <a:lnTo>
                    <a:pt x="490044" y="1284"/>
                  </a:lnTo>
                  <a:lnTo>
                    <a:pt x="490044" y="1284"/>
                  </a:lnTo>
                  <a:lnTo>
                    <a:pt x="510709" y="1284"/>
                  </a:lnTo>
                  <a:lnTo>
                    <a:pt x="510709" y="1284"/>
                  </a:lnTo>
                  <a:lnTo>
                    <a:pt x="531373" y="1284"/>
                  </a:lnTo>
                  <a:lnTo>
                    <a:pt x="531373" y="1284"/>
                  </a:lnTo>
                  <a:lnTo>
                    <a:pt x="552038" y="1284"/>
                  </a:lnTo>
                  <a:lnTo>
                    <a:pt x="552038" y="1284"/>
                  </a:lnTo>
                  <a:lnTo>
                    <a:pt x="572702" y="1284"/>
                  </a:lnTo>
                  <a:lnTo>
                    <a:pt x="572702" y="1284"/>
                  </a:lnTo>
                  <a:lnTo>
                    <a:pt x="593367" y="1284"/>
                  </a:lnTo>
                  <a:lnTo>
                    <a:pt x="593367" y="1284"/>
                  </a:lnTo>
                  <a:lnTo>
                    <a:pt x="614031" y="1284"/>
                  </a:lnTo>
                  <a:lnTo>
                    <a:pt x="614031" y="1284"/>
                  </a:lnTo>
                  <a:lnTo>
                    <a:pt x="634696" y="1284"/>
                  </a:lnTo>
                  <a:lnTo>
                    <a:pt x="634696" y="1284"/>
                  </a:lnTo>
                  <a:lnTo>
                    <a:pt x="735066" y="1284"/>
                  </a:lnTo>
                  <a:lnTo>
                    <a:pt x="735066" y="1284"/>
                  </a:lnTo>
                  <a:lnTo>
                    <a:pt x="776395" y="1284"/>
                  </a:lnTo>
                  <a:lnTo>
                    <a:pt x="776395" y="1284"/>
                  </a:lnTo>
                  <a:lnTo>
                    <a:pt x="785252" y="1284"/>
                  </a:lnTo>
                  <a:lnTo>
                    <a:pt x="785252" y="1284"/>
                  </a:lnTo>
                  <a:lnTo>
                    <a:pt x="797060" y="1284"/>
                  </a:lnTo>
                  <a:lnTo>
                    <a:pt x="797060" y="0"/>
                  </a:lnTo>
                  <a:lnTo>
                    <a:pt x="820677" y="0"/>
                  </a:lnTo>
                  <a:lnTo>
                    <a:pt x="820677" y="0"/>
                  </a:lnTo>
                  <a:lnTo>
                    <a:pt x="841341" y="0"/>
                  </a:lnTo>
                  <a:lnTo>
                    <a:pt x="841341" y="0"/>
                  </a:lnTo>
                  <a:lnTo>
                    <a:pt x="859054" y="0"/>
                  </a:lnTo>
                  <a:lnTo>
                    <a:pt x="859054" y="0"/>
                  </a:lnTo>
                  <a:lnTo>
                    <a:pt x="879718" y="0"/>
                  </a:lnTo>
                  <a:lnTo>
                    <a:pt x="879718" y="0"/>
                  </a:lnTo>
                  <a:lnTo>
                    <a:pt x="921047" y="0"/>
                  </a:lnTo>
                  <a:lnTo>
                    <a:pt x="921047" y="0"/>
                  </a:lnTo>
                  <a:lnTo>
                    <a:pt x="941712" y="0"/>
                  </a:lnTo>
                  <a:lnTo>
                    <a:pt x="941712" y="0"/>
                  </a:lnTo>
                  <a:lnTo>
                    <a:pt x="1003705" y="0"/>
                  </a:lnTo>
                  <a:lnTo>
                    <a:pt x="1003705" y="0"/>
                  </a:lnTo>
                  <a:lnTo>
                    <a:pt x="1045034" y="0"/>
                  </a:lnTo>
                  <a:lnTo>
                    <a:pt x="1045034" y="0"/>
                  </a:lnTo>
                  <a:lnTo>
                    <a:pt x="1086363" y="0"/>
                  </a:lnTo>
                  <a:lnTo>
                    <a:pt x="1086363" y="0"/>
                  </a:lnTo>
                  <a:lnTo>
                    <a:pt x="1112932" y="0"/>
                  </a:lnTo>
                  <a:lnTo>
                    <a:pt x="1112932" y="0"/>
                  </a:lnTo>
                  <a:lnTo>
                    <a:pt x="1233967" y="0"/>
                  </a:lnTo>
                  <a:lnTo>
                    <a:pt x="1233967" y="0"/>
                  </a:lnTo>
                  <a:lnTo>
                    <a:pt x="1295961" y="0"/>
                  </a:lnTo>
                  <a:lnTo>
                    <a:pt x="1295961" y="0"/>
                  </a:lnTo>
                  <a:lnTo>
                    <a:pt x="1355002" y="0"/>
                  </a:lnTo>
                  <a:lnTo>
                    <a:pt x="1355002" y="0"/>
                  </a:lnTo>
                  <a:lnTo>
                    <a:pt x="1416996" y="0"/>
                  </a:lnTo>
                  <a:lnTo>
                    <a:pt x="141699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02" name="pl202"/>
            <p:cNvSpPr/>
            <p:nvPr/>
          </p:nvSpPr>
          <p:spPr>
            <a:xfrm>
              <a:off x="3339973" y="5556797"/>
              <a:ext cx="714402" cy="41281"/>
            </a:xfrm>
            <a:custGeom>
              <a:avLst/>
              <a:gdLst/>
              <a:ahLst/>
              <a:cxnLst/>
              <a:rect l="0" t="0" r="0" b="0"/>
              <a:pathLst>
                <a:path w="714402" h="41281">
                  <a:moveTo>
                    <a:pt x="0" y="41281"/>
                  </a:moveTo>
                  <a:lnTo>
                    <a:pt x="29520" y="41281"/>
                  </a:lnTo>
                  <a:lnTo>
                    <a:pt x="29520" y="41281"/>
                  </a:lnTo>
                  <a:lnTo>
                    <a:pt x="53137" y="41281"/>
                  </a:lnTo>
                  <a:lnTo>
                    <a:pt x="53137" y="41281"/>
                  </a:lnTo>
                  <a:lnTo>
                    <a:pt x="59041" y="41281"/>
                  </a:lnTo>
                  <a:lnTo>
                    <a:pt x="59041" y="41281"/>
                  </a:lnTo>
                  <a:lnTo>
                    <a:pt x="79706" y="41281"/>
                  </a:lnTo>
                  <a:lnTo>
                    <a:pt x="79706" y="41281"/>
                  </a:lnTo>
                  <a:lnTo>
                    <a:pt x="85610" y="41281"/>
                  </a:lnTo>
                  <a:lnTo>
                    <a:pt x="85610" y="41281"/>
                  </a:lnTo>
                  <a:lnTo>
                    <a:pt x="103322" y="41281"/>
                  </a:lnTo>
                  <a:lnTo>
                    <a:pt x="103322" y="41281"/>
                  </a:lnTo>
                  <a:lnTo>
                    <a:pt x="135795" y="41281"/>
                  </a:lnTo>
                  <a:lnTo>
                    <a:pt x="135795" y="41281"/>
                  </a:lnTo>
                  <a:lnTo>
                    <a:pt x="165316" y="41281"/>
                  </a:lnTo>
                  <a:lnTo>
                    <a:pt x="165316" y="41281"/>
                  </a:lnTo>
                  <a:lnTo>
                    <a:pt x="180076" y="41281"/>
                  </a:lnTo>
                  <a:lnTo>
                    <a:pt x="180076" y="41281"/>
                  </a:lnTo>
                  <a:lnTo>
                    <a:pt x="200741" y="41281"/>
                  </a:lnTo>
                  <a:lnTo>
                    <a:pt x="200741" y="41281"/>
                  </a:lnTo>
                  <a:lnTo>
                    <a:pt x="203693" y="41281"/>
                  </a:lnTo>
                  <a:lnTo>
                    <a:pt x="203693" y="41281"/>
                  </a:lnTo>
                  <a:lnTo>
                    <a:pt x="227309" y="41281"/>
                  </a:lnTo>
                  <a:lnTo>
                    <a:pt x="227309" y="41281"/>
                  </a:lnTo>
                  <a:lnTo>
                    <a:pt x="245022" y="41281"/>
                  </a:lnTo>
                  <a:lnTo>
                    <a:pt x="245022" y="41281"/>
                  </a:lnTo>
                  <a:lnTo>
                    <a:pt x="265686" y="41281"/>
                  </a:lnTo>
                  <a:lnTo>
                    <a:pt x="265686" y="36256"/>
                  </a:lnTo>
                  <a:lnTo>
                    <a:pt x="286351" y="36256"/>
                  </a:lnTo>
                  <a:lnTo>
                    <a:pt x="286351" y="36256"/>
                  </a:lnTo>
                  <a:lnTo>
                    <a:pt x="307015" y="36256"/>
                  </a:lnTo>
                  <a:lnTo>
                    <a:pt x="307015" y="36256"/>
                  </a:lnTo>
                  <a:lnTo>
                    <a:pt x="324728" y="36256"/>
                  </a:lnTo>
                  <a:lnTo>
                    <a:pt x="324728" y="36256"/>
                  </a:lnTo>
                  <a:lnTo>
                    <a:pt x="351297" y="36256"/>
                  </a:lnTo>
                  <a:lnTo>
                    <a:pt x="351297" y="36256"/>
                  </a:lnTo>
                  <a:lnTo>
                    <a:pt x="386721" y="36256"/>
                  </a:lnTo>
                  <a:lnTo>
                    <a:pt x="386721" y="36256"/>
                  </a:lnTo>
                  <a:lnTo>
                    <a:pt x="407386" y="36256"/>
                  </a:lnTo>
                  <a:lnTo>
                    <a:pt x="407386" y="36256"/>
                  </a:lnTo>
                  <a:lnTo>
                    <a:pt x="428050" y="36256"/>
                  </a:lnTo>
                  <a:lnTo>
                    <a:pt x="428050" y="36256"/>
                  </a:lnTo>
                  <a:lnTo>
                    <a:pt x="448715" y="36256"/>
                  </a:lnTo>
                  <a:lnTo>
                    <a:pt x="448715" y="33915"/>
                  </a:lnTo>
                  <a:lnTo>
                    <a:pt x="469380" y="33915"/>
                  </a:lnTo>
                  <a:lnTo>
                    <a:pt x="469380" y="33915"/>
                  </a:lnTo>
                  <a:lnTo>
                    <a:pt x="490044" y="33915"/>
                  </a:lnTo>
                  <a:lnTo>
                    <a:pt x="490044" y="33915"/>
                  </a:lnTo>
                  <a:lnTo>
                    <a:pt x="510709" y="33915"/>
                  </a:lnTo>
                  <a:lnTo>
                    <a:pt x="510709" y="33915"/>
                  </a:lnTo>
                  <a:lnTo>
                    <a:pt x="531373" y="33915"/>
                  </a:lnTo>
                  <a:lnTo>
                    <a:pt x="531373" y="0"/>
                  </a:lnTo>
                  <a:lnTo>
                    <a:pt x="552038" y="0"/>
                  </a:lnTo>
                  <a:lnTo>
                    <a:pt x="552038" y="0"/>
                  </a:lnTo>
                  <a:lnTo>
                    <a:pt x="572702" y="0"/>
                  </a:lnTo>
                  <a:lnTo>
                    <a:pt x="572702" y="0"/>
                  </a:lnTo>
                  <a:lnTo>
                    <a:pt x="593367" y="0"/>
                  </a:lnTo>
                  <a:lnTo>
                    <a:pt x="593367" y="0"/>
                  </a:lnTo>
                  <a:lnTo>
                    <a:pt x="614031" y="0"/>
                  </a:lnTo>
                  <a:lnTo>
                    <a:pt x="614031" y="0"/>
                  </a:lnTo>
                  <a:lnTo>
                    <a:pt x="634696" y="0"/>
                  </a:lnTo>
                  <a:lnTo>
                    <a:pt x="634696" y="0"/>
                  </a:lnTo>
                  <a:lnTo>
                    <a:pt x="655360" y="0"/>
                  </a:lnTo>
                  <a:lnTo>
                    <a:pt x="655360" y="0"/>
                  </a:lnTo>
                  <a:lnTo>
                    <a:pt x="714402" y="0"/>
                  </a:lnTo>
                  <a:lnTo>
                    <a:pt x="714402" y="0"/>
                  </a:lnTo>
                </a:path>
              </a:pathLst>
            </a:custGeom>
            <a:ln w="271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03" name="tx203"/>
            <p:cNvSpPr/>
            <p:nvPr/>
          </p:nvSpPr>
          <p:spPr>
            <a:xfrm>
              <a:off x="4355038" y="5413269"/>
              <a:ext cx="401931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1652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3652444" y="5420470"/>
              <a:ext cx="401931" cy="1298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BEBEBE">
                      <a:alpha val="100000"/>
                    </a:srgbClr>
                  </a:solidFill>
                  <a:latin typeface="Arial"/>
                  <a:cs typeface="Arial"/>
                </a:rPr>
                <a:t>1477</a:t>
              </a:r>
            </a:p>
          </p:txBody>
        </p:sp>
        <p:sp>
          <p:nvSpPr>
            <p:cNvPr id="205" name="rc205"/>
            <p:cNvSpPr/>
            <p:nvPr/>
          </p:nvSpPr>
          <p:spPr>
            <a:xfrm>
              <a:off x="3239602" y="4390802"/>
              <a:ext cx="1623641" cy="1265692"/>
            </a:xfrm>
            <a:prstGeom prst="rect">
              <a:avLst/>
            </a:prstGeom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06" name="rc206"/>
            <p:cNvSpPr/>
            <p:nvPr/>
          </p:nvSpPr>
          <p:spPr>
            <a:xfrm>
              <a:off x="4977117" y="4390802"/>
              <a:ext cx="1623641" cy="12656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207" name="pl207"/>
            <p:cNvSpPr/>
            <p:nvPr/>
          </p:nvSpPr>
          <p:spPr>
            <a:xfrm>
              <a:off x="4977117" y="5456220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08" name="pl208"/>
            <p:cNvSpPr/>
            <p:nvPr/>
          </p:nvSpPr>
          <p:spPr>
            <a:xfrm>
              <a:off x="4977117" y="5170732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09" name="pl209"/>
            <p:cNvSpPr/>
            <p:nvPr/>
          </p:nvSpPr>
          <p:spPr>
            <a:xfrm>
              <a:off x="4977117" y="4885244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10" name="pl210"/>
            <p:cNvSpPr/>
            <p:nvPr/>
          </p:nvSpPr>
          <p:spPr>
            <a:xfrm>
              <a:off x="4977117" y="4599756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11" name="pl211"/>
            <p:cNvSpPr/>
            <p:nvPr/>
          </p:nvSpPr>
          <p:spPr>
            <a:xfrm>
              <a:off x="5050919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12" name="pl212"/>
            <p:cNvSpPr/>
            <p:nvPr/>
          </p:nvSpPr>
          <p:spPr>
            <a:xfrm>
              <a:off x="5346126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13" name="pl213"/>
            <p:cNvSpPr/>
            <p:nvPr/>
          </p:nvSpPr>
          <p:spPr>
            <a:xfrm>
              <a:off x="5641334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14" name="pl214"/>
            <p:cNvSpPr/>
            <p:nvPr/>
          </p:nvSpPr>
          <p:spPr>
            <a:xfrm>
              <a:off x="5936541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15" name="pl215"/>
            <p:cNvSpPr/>
            <p:nvPr/>
          </p:nvSpPr>
          <p:spPr>
            <a:xfrm>
              <a:off x="6231749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16" name="pl216"/>
            <p:cNvSpPr/>
            <p:nvPr/>
          </p:nvSpPr>
          <p:spPr>
            <a:xfrm>
              <a:off x="6526956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17" name="pl217"/>
            <p:cNvSpPr/>
            <p:nvPr/>
          </p:nvSpPr>
          <p:spPr>
            <a:xfrm>
              <a:off x="4977117" y="559896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18" name="pl218"/>
            <p:cNvSpPr/>
            <p:nvPr/>
          </p:nvSpPr>
          <p:spPr>
            <a:xfrm>
              <a:off x="4977117" y="5313476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19" name="pl219"/>
            <p:cNvSpPr/>
            <p:nvPr/>
          </p:nvSpPr>
          <p:spPr>
            <a:xfrm>
              <a:off x="4977117" y="5027988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20" name="pl220"/>
            <p:cNvSpPr/>
            <p:nvPr/>
          </p:nvSpPr>
          <p:spPr>
            <a:xfrm>
              <a:off x="4977117" y="4742500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21" name="pl221"/>
            <p:cNvSpPr/>
            <p:nvPr/>
          </p:nvSpPr>
          <p:spPr>
            <a:xfrm>
              <a:off x="4977117" y="445701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22" name="pl222"/>
            <p:cNvSpPr/>
            <p:nvPr/>
          </p:nvSpPr>
          <p:spPr>
            <a:xfrm>
              <a:off x="5198522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23" name="pl223"/>
            <p:cNvSpPr/>
            <p:nvPr/>
          </p:nvSpPr>
          <p:spPr>
            <a:xfrm>
              <a:off x="5493730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24" name="pl224"/>
            <p:cNvSpPr/>
            <p:nvPr/>
          </p:nvSpPr>
          <p:spPr>
            <a:xfrm>
              <a:off x="5788938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25" name="pl225"/>
            <p:cNvSpPr/>
            <p:nvPr/>
          </p:nvSpPr>
          <p:spPr>
            <a:xfrm>
              <a:off x="6084145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26" name="pl226"/>
            <p:cNvSpPr/>
            <p:nvPr/>
          </p:nvSpPr>
          <p:spPr>
            <a:xfrm>
              <a:off x="6379353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27" name="pl227"/>
            <p:cNvSpPr/>
            <p:nvPr/>
          </p:nvSpPr>
          <p:spPr>
            <a:xfrm>
              <a:off x="5077487" y="5485168"/>
              <a:ext cx="1416996" cy="113795"/>
            </a:xfrm>
            <a:custGeom>
              <a:avLst/>
              <a:gdLst/>
              <a:ahLst/>
              <a:cxnLst/>
              <a:rect l="0" t="0" r="0" b="0"/>
              <a:pathLst>
                <a:path w="1416996" h="113795">
                  <a:moveTo>
                    <a:pt x="0" y="113795"/>
                  </a:moveTo>
                  <a:lnTo>
                    <a:pt x="29520" y="113795"/>
                  </a:lnTo>
                  <a:lnTo>
                    <a:pt x="29520" y="113795"/>
                  </a:lnTo>
                  <a:lnTo>
                    <a:pt x="59041" y="113795"/>
                  </a:lnTo>
                  <a:lnTo>
                    <a:pt x="59041" y="113795"/>
                  </a:lnTo>
                  <a:lnTo>
                    <a:pt x="82658" y="113795"/>
                  </a:lnTo>
                  <a:lnTo>
                    <a:pt x="82658" y="113795"/>
                  </a:lnTo>
                  <a:lnTo>
                    <a:pt x="165316" y="113795"/>
                  </a:lnTo>
                  <a:lnTo>
                    <a:pt x="165316" y="2940"/>
                  </a:lnTo>
                  <a:lnTo>
                    <a:pt x="180076" y="2940"/>
                  </a:lnTo>
                  <a:lnTo>
                    <a:pt x="180076" y="2940"/>
                  </a:lnTo>
                  <a:lnTo>
                    <a:pt x="200741" y="2940"/>
                  </a:lnTo>
                  <a:lnTo>
                    <a:pt x="200741" y="2940"/>
                  </a:lnTo>
                  <a:lnTo>
                    <a:pt x="227309" y="2940"/>
                  </a:lnTo>
                  <a:lnTo>
                    <a:pt x="227309" y="2940"/>
                  </a:lnTo>
                  <a:lnTo>
                    <a:pt x="245022" y="2940"/>
                  </a:lnTo>
                  <a:lnTo>
                    <a:pt x="245022" y="2940"/>
                  </a:lnTo>
                  <a:lnTo>
                    <a:pt x="265686" y="2940"/>
                  </a:lnTo>
                  <a:lnTo>
                    <a:pt x="265686" y="2940"/>
                  </a:lnTo>
                  <a:lnTo>
                    <a:pt x="307015" y="2940"/>
                  </a:lnTo>
                  <a:lnTo>
                    <a:pt x="307015" y="2940"/>
                  </a:lnTo>
                  <a:lnTo>
                    <a:pt x="324728" y="2940"/>
                  </a:lnTo>
                  <a:lnTo>
                    <a:pt x="324728" y="2940"/>
                  </a:lnTo>
                  <a:lnTo>
                    <a:pt x="351297" y="2940"/>
                  </a:lnTo>
                  <a:lnTo>
                    <a:pt x="351297" y="2940"/>
                  </a:lnTo>
                  <a:lnTo>
                    <a:pt x="366057" y="2940"/>
                  </a:lnTo>
                  <a:lnTo>
                    <a:pt x="366057" y="2940"/>
                  </a:lnTo>
                  <a:lnTo>
                    <a:pt x="386721" y="2940"/>
                  </a:lnTo>
                  <a:lnTo>
                    <a:pt x="386721" y="2940"/>
                  </a:lnTo>
                  <a:lnTo>
                    <a:pt x="407386" y="2940"/>
                  </a:lnTo>
                  <a:lnTo>
                    <a:pt x="407386" y="1827"/>
                  </a:lnTo>
                  <a:lnTo>
                    <a:pt x="469380" y="1827"/>
                  </a:lnTo>
                  <a:lnTo>
                    <a:pt x="469380" y="1827"/>
                  </a:lnTo>
                  <a:lnTo>
                    <a:pt x="490044" y="1827"/>
                  </a:lnTo>
                  <a:lnTo>
                    <a:pt x="490044" y="1827"/>
                  </a:lnTo>
                  <a:lnTo>
                    <a:pt x="510709" y="1827"/>
                  </a:lnTo>
                  <a:lnTo>
                    <a:pt x="510709" y="1827"/>
                  </a:lnTo>
                  <a:lnTo>
                    <a:pt x="531373" y="1827"/>
                  </a:lnTo>
                  <a:lnTo>
                    <a:pt x="531373" y="1827"/>
                  </a:lnTo>
                  <a:lnTo>
                    <a:pt x="552038" y="1827"/>
                  </a:lnTo>
                  <a:lnTo>
                    <a:pt x="552038" y="1827"/>
                  </a:lnTo>
                  <a:lnTo>
                    <a:pt x="572702" y="1827"/>
                  </a:lnTo>
                  <a:lnTo>
                    <a:pt x="572702" y="1827"/>
                  </a:lnTo>
                  <a:lnTo>
                    <a:pt x="593367" y="1827"/>
                  </a:lnTo>
                  <a:lnTo>
                    <a:pt x="593367" y="1827"/>
                  </a:lnTo>
                  <a:lnTo>
                    <a:pt x="614031" y="1827"/>
                  </a:lnTo>
                  <a:lnTo>
                    <a:pt x="614031" y="1827"/>
                  </a:lnTo>
                  <a:lnTo>
                    <a:pt x="634696" y="1827"/>
                  </a:lnTo>
                  <a:lnTo>
                    <a:pt x="634696" y="1827"/>
                  </a:lnTo>
                  <a:lnTo>
                    <a:pt x="735066" y="1827"/>
                  </a:lnTo>
                  <a:lnTo>
                    <a:pt x="735066" y="1827"/>
                  </a:lnTo>
                  <a:lnTo>
                    <a:pt x="776395" y="1827"/>
                  </a:lnTo>
                  <a:lnTo>
                    <a:pt x="776395" y="1827"/>
                  </a:lnTo>
                  <a:lnTo>
                    <a:pt x="785252" y="1827"/>
                  </a:lnTo>
                  <a:lnTo>
                    <a:pt x="785252" y="1827"/>
                  </a:lnTo>
                  <a:lnTo>
                    <a:pt x="797060" y="1827"/>
                  </a:lnTo>
                  <a:lnTo>
                    <a:pt x="797060" y="1827"/>
                  </a:lnTo>
                  <a:lnTo>
                    <a:pt x="820677" y="1827"/>
                  </a:lnTo>
                  <a:lnTo>
                    <a:pt x="820677" y="0"/>
                  </a:lnTo>
                  <a:lnTo>
                    <a:pt x="841341" y="0"/>
                  </a:lnTo>
                  <a:lnTo>
                    <a:pt x="841341" y="0"/>
                  </a:lnTo>
                  <a:lnTo>
                    <a:pt x="859054" y="0"/>
                  </a:lnTo>
                  <a:lnTo>
                    <a:pt x="859054" y="0"/>
                  </a:lnTo>
                  <a:lnTo>
                    <a:pt x="879718" y="0"/>
                  </a:lnTo>
                  <a:lnTo>
                    <a:pt x="879718" y="0"/>
                  </a:lnTo>
                  <a:lnTo>
                    <a:pt x="921047" y="0"/>
                  </a:lnTo>
                  <a:lnTo>
                    <a:pt x="921047" y="0"/>
                  </a:lnTo>
                  <a:lnTo>
                    <a:pt x="941712" y="0"/>
                  </a:lnTo>
                  <a:lnTo>
                    <a:pt x="941712" y="0"/>
                  </a:lnTo>
                  <a:lnTo>
                    <a:pt x="1003705" y="0"/>
                  </a:lnTo>
                  <a:lnTo>
                    <a:pt x="1003705" y="0"/>
                  </a:lnTo>
                  <a:lnTo>
                    <a:pt x="1045034" y="0"/>
                  </a:lnTo>
                  <a:lnTo>
                    <a:pt x="1045034" y="0"/>
                  </a:lnTo>
                  <a:lnTo>
                    <a:pt x="1086363" y="0"/>
                  </a:lnTo>
                  <a:lnTo>
                    <a:pt x="1086363" y="0"/>
                  </a:lnTo>
                  <a:lnTo>
                    <a:pt x="1112932" y="0"/>
                  </a:lnTo>
                  <a:lnTo>
                    <a:pt x="1112932" y="0"/>
                  </a:lnTo>
                  <a:lnTo>
                    <a:pt x="1233967" y="0"/>
                  </a:lnTo>
                  <a:lnTo>
                    <a:pt x="1233967" y="0"/>
                  </a:lnTo>
                  <a:lnTo>
                    <a:pt x="1295961" y="0"/>
                  </a:lnTo>
                  <a:lnTo>
                    <a:pt x="1295961" y="0"/>
                  </a:lnTo>
                  <a:lnTo>
                    <a:pt x="1355002" y="0"/>
                  </a:lnTo>
                  <a:lnTo>
                    <a:pt x="1355002" y="0"/>
                  </a:lnTo>
                  <a:lnTo>
                    <a:pt x="1416996" y="0"/>
                  </a:lnTo>
                  <a:lnTo>
                    <a:pt x="141699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28" name="pl228"/>
            <p:cNvSpPr/>
            <p:nvPr/>
          </p:nvSpPr>
          <p:spPr>
            <a:xfrm>
              <a:off x="5077487" y="5398066"/>
              <a:ext cx="714402" cy="199584"/>
            </a:xfrm>
            <a:custGeom>
              <a:avLst/>
              <a:gdLst/>
              <a:ahLst/>
              <a:cxnLst/>
              <a:rect l="0" t="0" r="0" b="0"/>
              <a:pathLst>
                <a:path w="714402" h="199584">
                  <a:moveTo>
                    <a:pt x="0" y="199584"/>
                  </a:moveTo>
                  <a:lnTo>
                    <a:pt x="29520" y="199584"/>
                  </a:lnTo>
                  <a:lnTo>
                    <a:pt x="29520" y="199584"/>
                  </a:lnTo>
                  <a:lnTo>
                    <a:pt x="53137" y="199584"/>
                  </a:lnTo>
                  <a:lnTo>
                    <a:pt x="53137" y="156361"/>
                  </a:lnTo>
                  <a:lnTo>
                    <a:pt x="59041" y="156361"/>
                  </a:lnTo>
                  <a:lnTo>
                    <a:pt x="59041" y="156361"/>
                  </a:lnTo>
                  <a:lnTo>
                    <a:pt x="79706" y="156361"/>
                  </a:lnTo>
                  <a:lnTo>
                    <a:pt x="79706" y="143143"/>
                  </a:lnTo>
                  <a:lnTo>
                    <a:pt x="85610" y="143143"/>
                  </a:lnTo>
                  <a:lnTo>
                    <a:pt x="85610" y="143143"/>
                  </a:lnTo>
                  <a:lnTo>
                    <a:pt x="103322" y="143143"/>
                  </a:lnTo>
                  <a:lnTo>
                    <a:pt x="103322" y="143143"/>
                  </a:lnTo>
                  <a:lnTo>
                    <a:pt x="135795" y="143143"/>
                  </a:lnTo>
                  <a:lnTo>
                    <a:pt x="135795" y="143143"/>
                  </a:lnTo>
                  <a:lnTo>
                    <a:pt x="165316" y="143143"/>
                  </a:lnTo>
                  <a:lnTo>
                    <a:pt x="165316" y="143143"/>
                  </a:lnTo>
                  <a:lnTo>
                    <a:pt x="180076" y="143143"/>
                  </a:lnTo>
                  <a:lnTo>
                    <a:pt x="180076" y="137690"/>
                  </a:lnTo>
                  <a:lnTo>
                    <a:pt x="200741" y="137690"/>
                  </a:lnTo>
                  <a:lnTo>
                    <a:pt x="200741" y="137690"/>
                  </a:lnTo>
                  <a:lnTo>
                    <a:pt x="203693" y="137690"/>
                  </a:lnTo>
                  <a:lnTo>
                    <a:pt x="203693" y="137690"/>
                  </a:lnTo>
                  <a:lnTo>
                    <a:pt x="227309" y="137690"/>
                  </a:lnTo>
                  <a:lnTo>
                    <a:pt x="227309" y="97636"/>
                  </a:lnTo>
                  <a:lnTo>
                    <a:pt x="245022" y="97636"/>
                  </a:lnTo>
                  <a:lnTo>
                    <a:pt x="245022" y="97636"/>
                  </a:lnTo>
                  <a:lnTo>
                    <a:pt x="265686" y="97636"/>
                  </a:lnTo>
                  <a:lnTo>
                    <a:pt x="265686" y="97636"/>
                  </a:lnTo>
                  <a:lnTo>
                    <a:pt x="286351" y="97636"/>
                  </a:lnTo>
                  <a:lnTo>
                    <a:pt x="286351" y="97636"/>
                  </a:lnTo>
                  <a:lnTo>
                    <a:pt x="307015" y="97636"/>
                  </a:lnTo>
                  <a:lnTo>
                    <a:pt x="307015" y="97636"/>
                  </a:lnTo>
                  <a:lnTo>
                    <a:pt x="324728" y="97636"/>
                  </a:lnTo>
                  <a:lnTo>
                    <a:pt x="324728" y="97636"/>
                  </a:lnTo>
                  <a:lnTo>
                    <a:pt x="351297" y="97636"/>
                  </a:lnTo>
                  <a:lnTo>
                    <a:pt x="351297" y="72428"/>
                  </a:lnTo>
                  <a:lnTo>
                    <a:pt x="386721" y="72428"/>
                  </a:lnTo>
                  <a:lnTo>
                    <a:pt x="386721" y="72428"/>
                  </a:lnTo>
                  <a:lnTo>
                    <a:pt x="407386" y="72428"/>
                  </a:lnTo>
                  <a:lnTo>
                    <a:pt x="407386" y="38169"/>
                  </a:lnTo>
                  <a:lnTo>
                    <a:pt x="428050" y="38169"/>
                  </a:lnTo>
                  <a:lnTo>
                    <a:pt x="428050" y="38169"/>
                  </a:lnTo>
                  <a:lnTo>
                    <a:pt x="448715" y="38169"/>
                  </a:lnTo>
                  <a:lnTo>
                    <a:pt x="448715" y="38169"/>
                  </a:lnTo>
                  <a:lnTo>
                    <a:pt x="469380" y="38169"/>
                  </a:lnTo>
                  <a:lnTo>
                    <a:pt x="469380" y="38169"/>
                  </a:lnTo>
                  <a:lnTo>
                    <a:pt x="490044" y="38169"/>
                  </a:lnTo>
                  <a:lnTo>
                    <a:pt x="490044" y="38169"/>
                  </a:lnTo>
                  <a:lnTo>
                    <a:pt x="510709" y="38169"/>
                  </a:lnTo>
                  <a:lnTo>
                    <a:pt x="510709" y="38169"/>
                  </a:lnTo>
                  <a:lnTo>
                    <a:pt x="531373" y="38169"/>
                  </a:lnTo>
                  <a:lnTo>
                    <a:pt x="531373" y="18385"/>
                  </a:lnTo>
                  <a:lnTo>
                    <a:pt x="552038" y="18385"/>
                  </a:lnTo>
                  <a:lnTo>
                    <a:pt x="552038" y="7993"/>
                  </a:lnTo>
                  <a:lnTo>
                    <a:pt x="572702" y="7993"/>
                  </a:lnTo>
                  <a:lnTo>
                    <a:pt x="572702" y="7993"/>
                  </a:lnTo>
                  <a:lnTo>
                    <a:pt x="593367" y="7993"/>
                  </a:lnTo>
                  <a:lnTo>
                    <a:pt x="593367" y="7993"/>
                  </a:lnTo>
                  <a:lnTo>
                    <a:pt x="614031" y="7993"/>
                  </a:lnTo>
                  <a:lnTo>
                    <a:pt x="614031" y="7993"/>
                  </a:lnTo>
                  <a:lnTo>
                    <a:pt x="634696" y="7993"/>
                  </a:lnTo>
                  <a:lnTo>
                    <a:pt x="634696" y="0"/>
                  </a:lnTo>
                  <a:lnTo>
                    <a:pt x="655360" y="0"/>
                  </a:lnTo>
                  <a:lnTo>
                    <a:pt x="655360" y="0"/>
                  </a:lnTo>
                  <a:lnTo>
                    <a:pt x="714402" y="0"/>
                  </a:lnTo>
                  <a:lnTo>
                    <a:pt x="714402" y="0"/>
                  </a:lnTo>
                </a:path>
              </a:pathLst>
            </a:custGeom>
            <a:ln w="271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29" name="tx229"/>
            <p:cNvSpPr/>
            <p:nvPr/>
          </p:nvSpPr>
          <p:spPr>
            <a:xfrm>
              <a:off x="6092552" y="5346548"/>
              <a:ext cx="401931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3986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5389958" y="5259445"/>
              <a:ext cx="401931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BEBEBE">
                      <a:alpha val="100000"/>
                    </a:srgbClr>
                  </a:solidFill>
                  <a:latin typeface="Arial"/>
                  <a:cs typeface="Arial"/>
                </a:rPr>
                <a:t>7037</a:t>
              </a:r>
            </a:p>
          </p:txBody>
        </p:sp>
        <p:sp>
          <p:nvSpPr>
            <p:cNvPr id="231" name="rc231"/>
            <p:cNvSpPr/>
            <p:nvPr/>
          </p:nvSpPr>
          <p:spPr>
            <a:xfrm>
              <a:off x="4977117" y="4390802"/>
              <a:ext cx="1623641" cy="1265692"/>
            </a:xfrm>
            <a:prstGeom prst="rect">
              <a:avLst/>
            </a:prstGeom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32" name="rc232"/>
            <p:cNvSpPr/>
            <p:nvPr/>
          </p:nvSpPr>
          <p:spPr>
            <a:xfrm>
              <a:off x="6714631" y="4390802"/>
              <a:ext cx="1623641" cy="12656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233" name="pl233"/>
            <p:cNvSpPr/>
            <p:nvPr/>
          </p:nvSpPr>
          <p:spPr>
            <a:xfrm>
              <a:off x="6714631" y="5456220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34" name="pl234"/>
            <p:cNvSpPr/>
            <p:nvPr/>
          </p:nvSpPr>
          <p:spPr>
            <a:xfrm>
              <a:off x="6714631" y="5170732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35" name="pl235"/>
            <p:cNvSpPr/>
            <p:nvPr/>
          </p:nvSpPr>
          <p:spPr>
            <a:xfrm>
              <a:off x="6714631" y="4885244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36" name="pl236"/>
            <p:cNvSpPr/>
            <p:nvPr/>
          </p:nvSpPr>
          <p:spPr>
            <a:xfrm>
              <a:off x="6714631" y="4599756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37" name="pl237"/>
            <p:cNvSpPr/>
            <p:nvPr/>
          </p:nvSpPr>
          <p:spPr>
            <a:xfrm>
              <a:off x="6788433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38" name="pl238"/>
            <p:cNvSpPr/>
            <p:nvPr/>
          </p:nvSpPr>
          <p:spPr>
            <a:xfrm>
              <a:off x="7083641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39" name="pl239"/>
            <p:cNvSpPr/>
            <p:nvPr/>
          </p:nvSpPr>
          <p:spPr>
            <a:xfrm>
              <a:off x="7378848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40" name="pl240"/>
            <p:cNvSpPr/>
            <p:nvPr/>
          </p:nvSpPr>
          <p:spPr>
            <a:xfrm>
              <a:off x="7674056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41" name="pl241"/>
            <p:cNvSpPr/>
            <p:nvPr/>
          </p:nvSpPr>
          <p:spPr>
            <a:xfrm>
              <a:off x="7969263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42" name="pl242"/>
            <p:cNvSpPr/>
            <p:nvPr/>
          </p:nvSpPr>
          <p:spPr>
            <a:xfrm>
              <a:off x="8264471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43" name="pl243"/>
            <p:cNvSpPr/>
            <p:nvPr/>
          </p:nvSpPr>
          <p:spPr>
            <a:xfrm>
              <a:off x="6714631" y="559896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44" name="pl244"/>
            <p:cNvSpPr/>
            <p:nvPr/>
          </p:nvSpPr>
          <p:spPr>
            <a:xfrm>
              <a:off x="6714631" y="5313476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45" name="pl245"/>
            <p:cNvSpPr/>
            <p:nvPr/>
          </p:nvSpPr>
          <p:spPr>
            <a:xfrm>
              <a:off x="6714631" y="5027988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46" name="pl246"/>
            <p:cNvSpPr/>
            <p:nvPr/>
          </p:nvSpPr>
          <p:spPr>
            <a:xfrm>
              <a:off x="6714631" y="4742500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47" name="pl247"/>
            <p:cNvSpPr/>
            <p:nvPr/>
          </p:nvSpPr>
          <p:spPr>
            <a:xfrm>
              <a:off x="6714631" y="445701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48" name="pl248"/>
            <p:cNvSpPr/>
            <p:nvPr/>
          </p:nvSpPr>
          <p:spPr>
            <a:xfrm>
              <a:off x="6936037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49" name="pl249"/>
            <p:cNvSpPr/>
            <p:nvPr/>
          </p:nvSpPr>
          <p:spPr>
            <a:xfrm>
              <a:off x="7231245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50" name="pl250"/>
            <p:cNvSpPr/>
            <p:nvPr/>
          </p:nvSpPr>
          <p:spPr>
            <a:xfrm>
              <a:off x="7526452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51" name="pl251"/>
            <p:cNvSpPr/>
            <p:nvPr/>
          </p:nvSpPr>
          <p:spPr>
            <a:xfrm>
              <a:off x="7821660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52" name="pl252"/>
            <p:cNvSpPr/>
            <p:nvPr/>
          </p:nvSpPr>
          <p:spPr>
            <a:xfrm>
              <a:off x="8116867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53" name="pl253"/>
            <p:cNvSpPr/>
            <p:nvPr/>
          </p:nvSpPr>
          <p:spPr>
            <a:xfrm>
              <a:off x="6815002" y="5531331"/>
              <a:ext cx="1416996" cy="67632"/>
            </a:xfrm>
            <a:custGeom>
              <a:avLst/>
              <a:gdLst/>
              <a:ahLst/>
              <a:cxnLst/>
              <a:rect l="0" t="0" r="0" b="0"/>
              <a:pathLst>
                <a:path w="1416996" h="67632">
                  <a:moveTo>
                    <a:pt x="0" y="67632"/>
                  </a:moveTo>
                  <a:lnTo>
                    <a:pt x="29520" y="67632"/>
                  </a:lnTo>
                  <a:lnTo>
                    <a:pt x="29520" y="67632"/>
                  </a:lnTo>
                  <a:lnTo>
                    <a:pt x="59041" y="67632"/>
                  </a:lnTo>
                  <a:lnTo>
                    <a:pt x="59041" y="67632"/>
                  </a:lnTo>
                  <a:lnTo>
                    <a:pt x="82658" y="67632"/>
                  </a:lnTo>
                  <a:lnTo>
                    <a:pt x="82658" y="67632"/>
                  </a:lnTo>
                  <a:lnTo>
                    <a:pt x="165316" y="67632"/>
                  </a:lnTo>
                  <a:lnTo>
                    <a:pt x="165316" y="38883"/>
                  </a:lnTo>
                  <a:lnTo>
                    <a:pt x="180076" y="38883"/>
                  </a:lnTo>
                  <a:lnTo>
                    <a:pt x="180076" y="38883"/>
                  </a:lnTo>
                  <a:lnTo>
                    <a:pt x="200741" y="38883"/>
                  </a:lnTo>
                  <a:lnTo>
                    <a:pt x="200741" y="38883"/>
                  </a:lnTo>
                  <a:lnTo>
                    <a:pt x="227309" y="38883"/>
                  </a:lnTo>
                  <a:lnTo>
                    <a:pt x="227309" y="38883"/>
                  </a:lnTo>
                  <a:lnTo>
                    <a:pt x="245022" y="38883"/>
                  </a:lnTo>
                  <a:lnTo>
                    <a:pt x="245022" y="38883"/>
                  </a:lnTo>
                  <a:lnTo>
                    <a:pt x="265686" y="38883"/>
                  </a:lnTo>
                  <a:lnTo>
                    <a:pt x="265686" y="38883"/>
                  </a:lnTo>
                  <a:lnTo>
                    <a:pt x="307015" y="38883"/>
                  </a:lnTo>
                  <a:lnTo>
                    <a:pt x="307015" y="29719"/>
                  </a:lnTo>
                  <a:lnTo>
                    <a:pt x="324728" y="29719"/>
                  </a:lnTo>
                  <a:lnTo>
                    <a:pt x="324728" y="29719"/>
                  </a:lnTo>
                  <a:lnTo>
                    <a:pt x="351297" y="29719"/>
                  </a:lnTo>
                  <a:lnTo>
                    <a:pt x="351297" y="29719"/>
                  </a:lnTo>
                  <a:lnTo>
                    <a:pt x="366057" y="29719"/>
                  </a:lnTo>
                  <a:lnTo>
                    <a:pt x="366057" y="3254"/>
                  </a:lnTo>
                  <a:lnTo>
                    <a:pt x="386721" y="3254"/>
                  </a:lnTo>
                  <a:lnTo>
                    <a:pt x="386721" y="3254"/>
                  </a:lnTo>
                  <a:lnTo>
                    <a:pt x="407386" y="3254"/>
                  </a:lnTo>
                  <a:lnTo>
                    <a:pt x="407386" y="2597"/>
                  </a:lnTo>
                  <a:lnTo>
                    <a:pt x="469380" y="2597"/>
                  </a:lnTo>
                  <a:lnTo>
                    <a:pt x="469380" y="2597"/>
                  </a:lnTo>
                  <a:lnTo>
                    <a:pt x="490044" y="2597"/>
                  </a:lnTo>
                  <a:lnTo>
                    <a:pt x="490044" y="2597"/>
                  </a:lnTo>
                  <a:lnTo>
                    <a:pt x="510709" y="2597"/>
                  </a:lnTo>
                  <a:lnTo>
                    <a:pt x="510709" y="2597"/>
                  </a:lnTo>
                  <a:lnTo>
                    <a:pt x="531373" y="2597"/>
                  </a:lnTo>
                  <a:lnTo>
                    <a:pt x="531373" y="2597"/>
                  </a:lnTo>
                  <a:lnTo>
                    <a:pt x="552038" y="2597"/>
                  </a:lnTo>
                  <a:lnTo>
                    <a:pt x="552038" y="2597"/>
                  </a:lnTo>
                  <a:lnTo>
                    <a:pt x="572702" y="2597"/>
                  </a:lnTo>
                  <a:lnTo>
                    <a:pt x="572702" y="2597"/>
                  </a:lnTo>
                  <a:lnTo>
                    <a:pt x="593367" y="2597"/>
                  </a:lnTo>
                  <a:lnTo>
                    <a:pt x="593367" y="2597"/>
                  </a:lnTo>
                  <a:lnTo>
                    <a:pt x="614031" y="2597"/>
                  </a:lnTo>
                  <a:lnTo>
                    <a:pt x="614031" y="2597"/>
                  </a:lnTo>
                  <a:lnTo>
                    <a:pt x="634696" y="2597"/>
                  </a:lnTo>
                  <a:lnTo>
                    <a:pt x="634696" y="2597"/>
                  </a:lnTo>
                  <a:lnTo>
                    <a:pt x="735066" y="2597"/>
                  </a:lnTo>
                  <a:lnTo>
                    <a:pt x="735066" y="2597"/>
                  </a:lnTo>
                  <a:lnTo>
                    <a:pt x="776395" y="2597"/>
                  </a:lnTo>
                  <a:lnTo>
                    <a:pt x="776395" y="2597"/>
                  </a:lnTo>
                  <a:lnTo>
                    <a:pt x="785252" y="2597"/>
                  </a:lnTo>
                  <a:lnTo>
                    <a:pt x="785252" y="2597"/>
                  </a:lnTo>
                  <a:lnTo>
                    <a:pt x="797060" y="2597"/>
                  </a:lnTo>
                  <a:lnTo>
                    <a:pt x="797060" y="1427"/>
                  </a:lnTo>
                  <a:lnTo>
                    <a:pt x="820677" y="1427"/>
                  </a:lnTo>
                  <a:lnTo>
                    <a:pt x="820677" y="1427"/>
                  </a:lnTo>
                  <a:lnTo>
                    <a:pt x="841341" y="1427"/>
                  </a:lnTo>
                  <a:lnTo>
                    <a:pt x="841341" y="1427"/>
                  </a:lnTo>
                  <a:lnTo>
                    <a:pt x="859054" y="1427"/>
                  </a:lnTo>
                  <a:lnTo>
                    <a:pt x="859054" y="0"/>
                  </a:lnTo>
                  <a:lnTo>
                    <a:pt x="879718" y="0"/>
                  </a:lnTo>
                  <a:lnTo>
                    <a:pt x="879718" y="0"/>
                  </a:lnTo>
                  <a:lnTo>
                    <a:pt x="921047" y="0"/>
                  </a:lnTo>
                  <a:lnTo>
                    <a:pt x="921047" y="0"/>
                  </a:lnTo>
                  <a:lnTo>
                    <a:pt x="941712" y="0"/>
                  </a:lnTo>
                  <a:lnTo>
                    <a:pt x="941712" y="0"/>
                  </a:lnTo>
                  <a:lnTo>
                    <a:pt x="1003705" y="0"/>
                  </a:lnTo>
                  <a:lnTo>
                    <a:pt x="1003705" y="0"/>
                  </a:lnTo>
                  <a:lnTo>
                    <a:pt x="1045034" y="0"/>
                  </a:lnTo>
                  <a:lnTo>
                    <a:pt x="1045034" y="0"/>
                  </a:lnTo>
                  <a:lnTo>
                    <a:pt x="1086363" y="0"/>
                  </a:lnTo>
                  <a:lnTo>
                    <a:pt x="1086363" y="0"/>
                  </a:lnTo>
                  <a:lnTo>
                    <a:pt x="1112932" y="0"/>
                  </a:lnTo>
                  <a:lnTo>
                    <a:pt x="1112932" y="0"/>
                  </a:lnTo>
                  <a:lnTo>
                    <a:pt x="1233967" y="0"/>
                  </a:lnTo>
                  <a:lnTo>
                    <a:pt x="1233967" y="0"/>
                  </a:lnTo>
                  <a:lnTo>
                    <a:pt x="1295961" y="0"/>
                  </a:lnTo>
                  <a:lnTo>
                    <a:pt x="1295961" y="0"/>
                  </a:lnTo>
                  <a:lnTo>
                    <a:pt x="1355002" y="0"/>
                  </a:lnTo>
                  <a:lnTo>
                    <a:pt x="1355002" y="0"/>
                  </a:lnTo>
                  <a:lnTo>
                    <a:pt x="1416996" y="0"/>
                  </a:lnTo>
                  <a:lnTo>
                    <a:pt x="141699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54" name="pl254"/>
            <p:cNvSpPr/>
            <p:nvPr/>
          </p:nvSpPr>
          <p:spPr>
            <a:xfrm>
              <a:off x="6815002" y="5520711"/>
              <a:ext cx="714402" cy="76482"/>
            </a:xfrm>
            <a:custGeom>
              <a:avLst/>
              <a:gdLst/>
              <a:ahLst/>
              <a:cxnLst/>
              <a:rect l="0" t="0" r="0" b="0"/>
              <a:pathLst>
                <a:path w="714402" h="76482">
                  <a:moveTo>
                    <a:pt x="0" y="76482"/>
                  </a:moveTo>
                  <a:lnTo>
                    <a:pt x="29520" y="76482"/>
                  </a:lnTo>
                  <a:lnTo>
                    <a:pt x="29520" y="76482"/>
                  </a:lnTo>
                  <a:lnTo>
                    <a:pt x="53137" y="76482"/>
                  </a:lnTo>
                  <a:lnTo>
                    <a:pt x="53137" y="69373"/>
                  </a:lnTo>
                  <a:lnTo>
                    <a:pt x="59041" y="69373"/>
                  </a:lnTo>
                  <a:lnTo>
                    <a:pt x="59041" y="68402"/>
                  </a:lnTo>
                  <a:lnTo>
                    <a:pt x="79706" y="68402"/>
                  </a:lnTo>
                  <a:lnTo>
                    <a:pt x="79706" y="68402"/>
                  </a:lnTo>
                  <a:lnTo>
                    <a:pt x="85610" y="68402"/>
                  </a:lnTo>
                  <a:lnTo>
                    <a:pt x="85610" y="68402"/>
                  </a:lnTo>
                  <a:lnTo>
                    <a:pt x="103322" y="68402"/>
                  </a:lnTo>
                  <a:lnTo>
                    <a:pt x="103322" y="68402"/>
                  </a:lnTo>
                  <a:lnTo>
                    <a:pt x="135795" y="68402"/>
                  </a:lnTo>
                  <a:lnTo>
                    <a:pt x="135795" y="63463"/>
                  </a:lnTo>
                  <a:lnTo>
                    <a:pt x="165316" y="63463"/>
                  </a:lnTo>
                  <a:lnTo>
                    <a:pt x="165316" y="60295"/>
                  </a:lnTo>
                  <a:lnTo>
                    <a:pt x="180076" y="60295"/>
                  </a:lnTo>
                  <a:lnTo>
                    <a:pt x="180076" y="60295"/>
                  </a:lnTo>
                  <a:lnTo>
                    <a:pt x="200741" y="60295"/>
                  </a:lnTo>
                  <a:lnTo>
                    <a:pt x="200741" y="60295"/>
                  </a:lnTo>
                  <a:lnTo>
                    <a:pt x="203693" y="60295"/>
                  </a:lnTo>
                  <a:lnTo>
                    <a:pt x="203693" y="60295"/>
                  </a:lnTo>
                  <a:lnTo>
                    <a:pt x="227309" y="60295"/>
                  </a:lnTo>
                  <a:lnTo>
                    <a:pt x="227309" y="60295"/>
                  </a:lnTo>
                  <a:lnTo>
                    <a:pt x="245022" y="60295"/>
                  </a:lnTo>
                  <a:lnTo>
                    <a:pt x="245022" y="60295"/>
                  </a:lnTo>
                  <a:lnTo>
                    <a:pt x="265686" y="60295"/>
                  </a:lnTo>
                  <a:lnTo>
                    <a:pt x="265686" y="56412"/>
                  </a:lnTo>
                  <a:lnTo>
                    <a:pt x="286351" y="56412"/>
                  </a:lnTo>
                  <a:lnTo>
                    <a:pt x="286351" y="54014"/>
                  </a:lnTo>
                  <a:lnTo>
                    <a:pt x="307015" y="54014"/>
                  </a:lnTo>
                  <a:lnTo>
                    <a:pt x="307015" y="54014"/>
                  </a:lnTo>
                  <a:lnTo>
                    <a:pt x="324728" y="54014"/>
                  </a:lnTo>
                  <a:lnTo>
                    <a:pt x="324728" y="54014"/>
                  </a:lnTo>
                  <a:lnTo>
                    <a:pt x="351297" y="54014"/>
                  </a:lnTo>
                  <a:lnTo>
                    <a:pt x="351297" y="54014"/>
                  </a:lnTo>
                  <a:lnTo>
                    <a:pt x="386721" y="54014"/>
                  </a:lnTo>
                  <a:lnTo>
                    <a:pt x="386721" y="54014"/>
                  </a:lnTo>
                  <a:lnTo>
                    <a:pt x="407386" y="54014"/>
                  </a:lnTo>
                  <a:lnTo>
                    <a:pt x="407386" y="54014"/>
                  </a:lnTo>
                  <a:lnTo>
                    <a:pt x="428050" y="54014"/>
                  </a:lnTo>
                  <a:lnTo>
                    <a:pt x="428050" y="34372"/>
                  </a:lnTo>
                  <a:lnTo>
                    <a:pt x="448715" y="34372"/>
                  </a:lnTo>
                  <a:lnTo>
                    <a:pt x="448715" y="21497"/>
                  </a:lnTo>
                  <a:lnTo>
                    <a:pt x="469380" y="21497"/>
                  </a:lnTo>
                  <a:lnTo>
                    <a:pt x="469380" y="21497"/>
                  </a:lnTo>
                  <a:lnTo>
                    <a:pt x="490044" y="21497"/>
                  </a:lnTo>
                  <a:lnTo>
                    <a:pt x="490044" y="21497"/>
                  </a:lnTo>
                  <a:lnTo>
                    <a:pt x="510709" y="21497"/>
                  </a:lnTo>
                  <a:lnTo>
                    <a:pt x="510709" y="21497"/>
                  </a:lnTo>
                  <a:lnTo>
                    <a:pt x="531373" y="21497"/>
                  </a:lnTo>
                  <a:lnTo>
                    <a:pt x="531373" y="21497"/>
                  </a:lnTo>
                  <a:lnTo>
                    <a:pt x="552038" y="21497"/>
                  </a:lnTo>
                  <a:lnTo>
                    <a:pt x="552038" y="21497"/>
                  </a:lnTo>
                  <a:lnTo>
                    <a:pt x="572702" y="21497"/>
                  </a:lnTo>
                  <a:lnTo>
                    <a:pt x="572702" y="10591"/>
                  </a:lnTo>
                  <a:lnTo>
                    <a:pt x="593367" y="10591"/>
                  </a:lnTo>
                  <a:lnTo>
                    <a:pt x="593367" y="10591"/>
                  </a:lnTo>
                  <a:lnTo>
                    <a:pt x="614031" y="10591"/>
                  </a:lnTo>
                  <a:lnTo>
                    <a:pt x="614031" y="10591"/>
                  </a:lnTo>
                  <a:lnTo>
                    <a:pt x="634696" y="10591"/>
                  </a:lnTo>
                  <a:lnTo>
                    <a:pt x="634696" y="0"/>
                  </a:lnTo>
                  <a:lnTo>
                    <a:pt x="655360" y="0"/>
                  </a:lnTo>
                  <a:lnTo>
                    <a:pt x="655360" y="0"/>
                  </a:lnTo>
                  <a:lnTo>
                    <a:pt x="714402" y="0"/>
                  </a:lnTo>
                  <a:lnTo>
                    <a:pt x="714402" y="0"/>
                  </a:lnTo>
                </a:path>
              </a:pathLst>
            </a:custGeom>
            <a:ln w="271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55" name="tx255"/>
            <p:cNvSpPr/>
            <p:nvPr/>
          </p:nvSpPr>
          <p:spPr>
            <a:xfrm>
              <a:off x="7830067" y="5392711"/>
              <a:ext cx="401931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2369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7127473" y="5384385"/>
              <a:ext cx="401931" cy="1298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BEBEBE">
                      <a:alpha val="100000"/>
                    </a:srgbClr>
                  </a:solidFill>
                  <a:latin typeface="Arial"/>
                  <a:cs typeface="Arial"/>
                </a:rPr>
                <a:t>2741</a:t>
              </a:r>
            </a:p>
          </p:txBody>
        </p:sp>
        <p:sp>
          <p:nvSpPr>
            <p:cNvPr id="257" name="rc257"/>
            <p:cNvSpPr/>
            <p:nvPr/>
          </p:nvSpPr>
          <p:spPr>
            <a:xfrm>
              <a:off x="6714631" y="4390802"/>
              <a:ext cx="1623641" cy="1265692"/>
            </a:xfrm>
            <a:prstGeom prst="rect">
              <a:avLst/>
            </a:prstGeom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58" name="rc258"/>
            <p:cNvSpPr/>
            <p:nvPr/>
          </p:nvSpPr>
          <p:spPr>
            <a:xfrm>
              <a:off x="8452146" y="4390802"/>
              <a:ext cx="1623641" cy="12656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259" name="pl259"/>
            <p:cNvSpPr/>
            <p:nvPr/>
          </p:nvSpPr>
          <p:spPr>
            <a:xfrm>
              <a:off x="8452146" y="5456220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60" name="pl260"/>
            <p:cNvSpPr/>
            <p:nvPr/>
          </p:nvSpPr>
          <p:spPr>
            <a:xfrm>
              <a:off x="8452146" y="5170732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61" name="pl261"/>
            <p:cNvSpPr/>
            <p:nvPr/>
          </p:nvSpPr>
          <p:spPr>
            <a:xfrm>
              <a:off x="8452146" y="4885244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62" name="pl262"/>
            <p:cNvSpPr/>
            <p:nvPr/>
          </p:nvSpPr>
          <p:spPr>
            <a:xfrm>
              <a:off x="8452146" y="4599756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63" name="pl263"/>
            <p:cNvSpPr/>
            <p:nvPr/>
          </p:nvSpPr>
          <p:spPr>
            <a:xfrm>
              <a:off x="8525948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64" name="pl264"/>
            <p:cNvSpPr/>
            <p:nvPr/>
          </p:nvSpPr>
          <p:spPr>
            <a:xfrm>
              <a:off x="8821155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65" name="pl265"/>
            <p:cNvSpPr/>
            <p:nvPr/>
          </p:nvSpPr>
          <p:spPr>
            <a:xfrm>
              <a:off x="9116363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66" name="pl266"/>
            <p:cNvSpPr/>
            <p:nvPr/>
          </p:nvSpPr>
          <p:spPr>
            <a:xfrm>
              <a:off x="9411571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67" name="pl267"/>
            <p:cNvSpPr/>
            <p:nvPr/>
          </p:nvSpPr>
          <p:spPr>
            <a:xfrm>
              <a:off x="9706778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68" name="pl268"/>
            <p:cNvSpPr/>
            <p:nvPr/>
          </p:nvSpPr>
          <p:spPr>
            <a:xfrm>
              <a:off x="10001986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69" name="pl269"/>
            <p:cNvSpPr/>
            <p:nvPr/>
          </p:nvSpPr>
          <p:spPr>
            <a:xfrm>
              <a:off x="8452146" y="559896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70" name="pl270"/>
            <p:cNvSpPr/>
            <p:nvPr/>
          </p:nvSpPr>
          <p:spPr>
            <a:xfrm>
              <a:off x="8452146" y="5313476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71" name="pl271"/>
            <p:cNvSpPr/>
            <p:nvPr/>
          </p:nvSpPr>
          <p:spPr>
            <a:xfrm>
              <a:off x="8452146" y="5027988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72" name="pl272"/>
            <p:cNvSpPr/>
            <p:nvPr/>
          </p:nvSpPr>
          <p:spPr>
            <a:xfrm>
              <a:off x="8452146" y="4742500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73" name="pl273"/>
            <p:cNvSpPr/>
            <p:nvPr/>
          </p:nvSpPr>
          <p:spPr>
            <a:xfrm>
              <a:off x="8452146" y="4457013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74" name="pl274"/>
            <p:cNvSpPr/>
            <p:nvPr/>
          </p:nvSpPr>
          <p:spPr>
            <a:xfrm>
              <a:off x="8673552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75" name="pl275"/>
            <p:cNvSpPr/>
            <p:nvPr/>
          </p:nvSpPr>
          <p:spPr>
            <a:xfrm>
              <a:off x="8968759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76" name="pl276"/>
            <p:cNvSpPr/>
            <p:nvPr/>
          </p:nvSpPr>
          <p:spPr>
            <a:xfrm>
              <a:off x="9263967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77" name="pl277"/>
            <p:cNvSpPr/>
            <p:nvPr/>
          </p:nvSpPr>
          <p:spPr>
            <a:xfrm>
              <a:off x="9559174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78" name="pl278"/>
            <p:cNvSpPr/>
            <p:nvPr/>
          </p:nvSpPr>
          <p:spPr>
            <a:xfrm>
              <a:off x="9854382" y="4390802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79" name="pl279"/>
            <p:cNvSpPr/>
            <p:nvPr/>
          </p:nvSpPr>
          <p:spPr>
            <a:xfrm>
              <a:off x="8552517" y="5292978"/>
              <a:ext cx="1416996" cy="305985"/>
            </a:xfrm>
            <a:custGeom>
              <a:avLst/>
              <a:gdLst/>
              <a:ahLst/>
              <a:cxnLst/>
              <a:rect l="0" t="0" r="0" b="0"/>
              <a:pathLst>
                <a:path w="1416996" h="305985">
                  <a:moveTo>
                    <a:pt x="0" y="305985"/>
                  </a:moveTo>
                  <a:lnTo>
                    <a:pt x="29520" y="305985"/>
                  </a:lnTo>
                  <a:lnTo>
                    <a:pt x="29520" y="305985"/>
                  </a:lnTo>
                  <a:lnTo>
                    <a:pt x="59041" y="305985"/>
                  </a:lnTo>
                  <a:lnTo>
                    <a:pt x="59041" y="305985"/>
                  </a:lnTo>
                  <a:lnTo>
                    <a:pt x="82658" y="305985"/>
                  </a:lnTo>
                  <a:lnTo>
                    <a:pt x="82658" y="305985"/>
                  </a:lnTo>
                  <a:lnTo>
                    <a:pt x="165316" y="305985"/>
                  </a:lnTo>
                  <a:lnTo>
                    <a:pt x="165316" y="305985"/>
                  </a:lnTo>
                  <a:lnTo>
                    <a:pt x="180076" y="305985"/>
                  </a:lnTo>
                  <a:lnTo>
                    <a:pt x="180076" y="305985"/>
                  </a:lnTo>
                  <a:lnTo>
                    <a:pt x="200741" y="305985"/>
                  </a:lnTo>
                  <a:lnTo>
                    <a:pt x="200741" y="305985"/>
                  </a:lnTo>
                  <a:lnTo>
                    <a:pt x="227309" y="305985"/>
                  </a:lnTo>
                  <a:lnTo>
                    <a:pt x="227309" y="305985"/>
                  </a:lnTo>
                  <a:lnTo>
                    <a:pt x="245022" y="305985"/>
                  </a:lnTo>
                  <a:lnTo>
                    <a:pt x="245022" y="305985"/>
                  </a:lnTo>
                  <a:lnTo>
                    <a:pt x="265686" y="305985"/>
                  </a:lnTo>
                  <a:lnTo>
                    <a:pt x="265686" y="305985"/>
                  </a:lnTo>
                  <a:lnTo>
                    <a:pt x="307015" y="305985"/>
                  </a:lnTo>
                  <a:lnTo>
                    <a:pt x="307015" y="305985"/>
                  </a:lnTo>
                  <a:lnTo>
                    <a:pt x="324728" y="305985"/>
                  </a:lnTo>
                  <a:lnTo>
                    <a:pt x="324728" y="305985"/>
                  </a:lnTo>
                  <a:lnTo>
                    <a:pt x="351297" y="305985"/>
                  </a:lnTo>
                  <a:lnTo>
                    <a:pt x="351297" y="305985"/>
                  </a:lnTo>
                  <a:lnTo>
                    <a:pt x="366057" y="305985"/>
                  </a:lnTo>
                  <a:lnTo>
                    <a:pt x="366057" y="293481"/>
                  </a:lnTo>
                  <a:lnTo>
                    <a:pt x="386721" y="293481"/>
                  </a:lnTo>
                  <a:lnTo>
                    <a:pt x="386721" y="293481"/>
                  </a:lnTo>
                  <a:lnTo>
                    <a:pt x="407386" y="293481"/>
                  </a:lnTo>
                  <a:lnTo>
                    <a:pt x="407386" y="293481"/>
                  </a:lnTo>
                  <a:lnTo>
                    <a:pt x="469380" y="293481"/>
                  </a:lnTo>
                  <a:lnTo>
                    <a:pt x="469380" y="293481"/>
                  </a:lnTo>
                  <a:lnTo>
                    <a:pt x="490044" y="293481"/>
                  </a:lnTo>
                  <a:lnTo>
                    <a:pt x="490044" y="293481"/>
                  </a:lnTo>
                  <a:lnTo>
                    <a:pt x="510709" y="293481"/>
                  </a:lnTo>
                  <a:lnTo>
                    <a:pt x="510709" y="268586"/>
                  </a:lnTo>
                  <a:lnTo>
                    <a:pt x="531373" y="268586"/>
                  </a:lnTo>
                  <a:lnTo>
                    <a:pt x="531373" y="268586"/>
                  </a:lnTo>
                  <a:lnTo>
                    <a:pt x="552038" y="268586"/>
                  </a:lnTo>
                  <a:lnTo>
                    <a:pt x="552038" y="268586"/>
                  </a:lnTo>
                  <a:lnTo>
                    <a:pt x="572702" y="268586"/>
                  </a:lnTo>
                  <a:lnTo>
                    <a:pt x="572702" y="268586"/>
                  </a:lnTo>
                  <a:lnTo>
                    <a:pt x="593367" y="268586"/>
                  </a:lnTo>
                  <a:lnTo>
                    <a:pt x="593367" y="268586"/>
                  </a:lnTo>
                  <a:lnTo>
                    <a:pt x="614031" y="268586"/>
                  </a:lnTo>
                  <a:lnTo>
                    <a:pt x="614031" y="268586"/>
                  </a:lnTo>
                  <a:lnTo>
                    <a:pt x="634696" y="268586"/>
                  </a:lnTo>
                  <a:lnTo>
                    <a:pt x="634696" y="268586"/>
                  </a:lnTo>
                  <a:lnTo>
                    <a:pt x="735066" y="268586"/>
                  </a:lnTo>
                  <a:lnTo>
                    <a:pt x="735066" y="268586"/>
                  </a:lnTo>
                  <a:lnTo>
                    <a:pt x="776395" y="268586"/>
                  </a:lnTo>
                  <a:lnTo>
                    <a:pt x="776395" y="264904"/>
                  </a:lnTo>
                  <a:lnTo>
                    <a:pt x="785252" y="264904"/>
                  </a:lnTo>
                  <a:lnTo>
                    <a:pt x="785252" y="264904"/>
                  </a:lnTo>
                  <a:lnTo>
                    <a:pt x="797060" y="264904"/>
                  </a:lnTo>
                  <a:lnTo>
                    <a:pt x="797060" y="264904"/>
                  </a:lnTo>
                  <a:lnTo>
                    <a:pt x="820677" y="264904"/>
                  </a:lnTo>
                  <a:lnTo>
                    <a:pt x="820677" y="250686"/>
                  </a:lnTo>
                  <a:lnTo>
                    <a:pt x="841341" y="250686"/>
                  </a:lnTo>
                  <a:lnTo>
                    <a:pt x="841341" y="133180"/>
                  </a:lnTo>
                  <a:lnTo>
                    <a:pt x="859054" y="133180"/>
                  </a:lnTo>
                  <a:lnTo>
                    <a:pt x="859054" y="133180"/>
                  </a:lnTo>
                  <a:lnTo>
                    <a:pt x="879718" y="133180"/>
                  </a:lnTo>
                  <a:lnTo>
                    <a:pt x="879718" y="133180"/>
                  </a:lnTo>
                  <a:lnTo>
                    <a:pt x="921047" y="133180"/>
                  </a:lnTo>
                  <a:lnTo>
                    <a:pt x="921047" y="128069"/>
                  </a:lnTo>
                  <a:lnTo>
                    <a:pt x="941712" y="128069"/>
                  </a:lnTo>
                  <a:lnTo>
                    <a:pt x="941712" y="128069"/>
                  </a:lnTo>
                  <a:lnTo>
                    <a:pt x="1003705" y="128069"/>
                  </a:lnTo>
                  <a:lnTo>
                    <a:pt x="1003705" y="128069"/>
                  </a:lnTo>
                  <a:lnTo>
                    <a:pt x="1045034" y="128069"/>
                  </a:lnTo>
                  <a:lnTo>
                    <a:pt x="1045034" y="128069"/>
                  </a:lnTo>
                  <a:lnTo>
                    <a:pt x="1086363" y="128069"/>
                  </a:lnTo>
                  <a:lnTo>
                    <a:pt x="1086363" y="127042"/>
                  </a:lnTo>
                  <a:lnTo>
                    <a:pt x="1112932" y="127042"/>
                  </a:lnTo>
                  <a:lnTo>
                    <a:pt x="1112932" y="65291"/>
                  </a:lnTo>
                  <a:lnTo>
                    <a:pt x="1233967" y="65291"/>
                  </a:lnTo>
                  <a:lnTo>
                    <a:pt x="1233967" y="0"/>
                  </a:lnTo>
                  <a:lnTo>
                    <a:pt x="1295961" y="0"/>
                  </a:lnTo>
                  <a:lnTo>
                    <a:pt x="1295961" y="0"/>
                  </a:lnTo>
                  <a:lnTo>
                    <a:pt x="1355002" y="0"/>
                  </a:lnTo>
                  <a:lnTo>
                    <a:pt x="1355002" y="0"/>
                  </a:lnTo>
                  <a:lnTo>
                    <a:pt x="1416996" y="0"/>
                  </a:lnTo>
                  <a:lnTo>
                    <a:pt x="141699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80" name="pl280"/>
            <p:cNvSpPr/>
            <p:nvPr/>
          </p:nvSpPr>
          <p:spPr>
            <a:xfrm>
              <a:off x="8552517" y="5216981"/>
              <a:ext cx="714402" cy="378813"/>
            </a:xfrm>
            <a:custGeom>
              <a:avLst/>
              <a:gdLst/>
              <a:ahLst/>
              <a:cxnLst/>
              <a:rect l="0" t="0" r="0" b="0"/>
              <a:pathLst>
                <a:path w="714402" h="378813">
                  <a:moveTo>
                    <a:pt x="0" y="378813"/>
                  </a:moveTo>
                  <a:lnTo>
                    <a:pt x="29520" y="378813"/>
                  </a:lnTo>
                  <a:lnTo>
                    <a:pt x="29520" y="373903"/>
                  </a:lnTo>
                  <a:lnTo>
                    <a:pt x="53137" y="373903"/>
                  </a:lnTo>
                  <a:lnTo>
                    <a:pt x="53137" y="365595"/>
                  </a:lnTo>
                  <a:lnTo>
                    <a:pt x="59041" y="365595"/>
                  </a:lnTo>
                  <a:lnTo>
                    <a:pt x="59041" y="365595"/>
                  </a:lnTo>
                  <a:lnTo>
                    <a:pt x="79706" y="365595"/>
                  </a:lnTo>
                  <a:lnTo>
                    <a:pt x="79706" y="345582"/>
                  </a:lnTo>
                  <a:lnTo>
                    <a:pt x="85610" y="345582"/>
                  </a:lnTo>
                  <a:lnTo>
                    <a:pt x="85610" y="343727"/>
                  </a:lnTo>
                  <a:lnTo>
                    <a:pt x="103322" y="343727"/>
                  </a:lnTo>
                  <a:lnTo>
                    <a:pt x="103322" y="270756"/>
                  </a:lnTo>
                  <a:lnTo>
                    <a:pt x="135795" y="270756"/>
                  </a:lnTo>
                  <a:lnTo>
                    <a:pt x="135795" y="270756"/>
                  </a:lnTo>
                  <a:lnTo>
                    <a:pt x="165316" y="270756"/>
                  </a:lnTo>
                  <a:lnTo>
                    <a:pt x="165316" y="264590"/>
                  </a:lnTo>
                  <a:lnTo>
                    <a:pt x="180076" y="264590"/>
                  </a:lnTo>
                  <a:lnTo>
                    <a:pt x="180076" y="262991"/>
                  </a:lnTo>
                  <a:lnTo>
                    <a:pt x="200741" y="262991"/>
                  </a:lnTo>
                  <a:lnTo>
                    <a:pt x="200741" y="262991"/>
                  </a:lnTo>
                  <a:lnTo>
                    <a:pt x="203693" y="262991"/>
                  </a:lnTo>
                  <a:lnTo>
                    <a:pt x="203693" y="260707"/>
                  </a:lnTo>
                  <a:lnTo>
                    <a:pt x="227309" y="260707"/>
                  </a:lnTo>
                  <a:lnTo>
                    <a:pt x="227309" y="259194"/>
                  </a:lnTo>
                  <a:lnTo>
                    <a:pt x="245022" y="259194"/>
                  </a:lnTo>
                  <a:lnTo>
                    <a:pt x="245022" y="248802"/>
                  </a:lnTo>
                  <a:lnTo>
                    <a:pt x="265686" y="248802"/>
                  </a:lnTo>
                  <a:lnTo>
                    <a:pt x="265686" y="243777"/>
                  </a:lnTo>
                  <a:lnTo>
                    <a:pt x="286351" y="243777"/>
                  </a:lnTo>
                  <a:lnTo>
                    <a:pt x="286351" y="242321"/>
                  </a:lnTo>
                  <a:lnTo>
                    <a:pt x="307015" y="242321"/>
                  </a:lnTo>
                  <a:lnTo>
                    <a:pt x="307015" y="242321"/>
                  </a:lnTo>
                  <a:lnTo>
                    <a:pt x="324728" y="242321"/>
                  </a:lnTo>
                  <a:lnTo>
                    <a:pt x="324728" y="236440"/>
                  </a:lnTo>
                  <a:lnTo>
                    <a:pt x="351297" y="236440"/>
                  </a:lnTo>
                  <a:lnTo>
                    <a:pt x="351297" y="175175"/>
                  </a:lnTo>
                  <a:lnTo>
                    <a:pt x="386721" y="175175"/>
                  </a:lnTo>
                  <a:lnTo>
                    <a:pt x="386721" y="160729"/>
                  </a:lnTo>
                  <a:lnTo>
                    <a:pt x="407386" y="160729"/>
                  </a:lnTo>
                  <a:lnTo>
                    <a:pt x="407386" y="154734"/>
                  </a:lnTo>
                  <a:lnTo>
                    <a:pt x="428050" y="154734"/>
                  </a:lnTo>
                  <a:lnTo>
                    <a:pt x="428050" y="154734"/>
                  </a:lnTo>
                  <a:lnTo>
                    <a:pt x="448715" y="154734"/>
                  </a:lnTo>
                  <a:lnTo>
                    <a:pt x="448715" y="148310"/>
                  </a:lnTo>
                  <a:lnTo>
                    <a:pt x="469380" y="148310"/>
                  </a:lnTo>
                  <a:lnTo>
                    <a:pt x="469380" y="143143"/>
                  </a:lnTo>
                  <a:lnTo>
                    <a:pt x="490044" y="143143"/>
                  </a:lnTo>
                  <a:lnTo>
                    <a:pt x="490044" y="143143"/>
                  </a:lnTo>
                  <a:lnTo>
                    <a:pt x="510709" y="143143"/>
                  </a:lnTo>
                  <a:lnTo>
                    <a:pt x="510709" y="31118"/>
                  </a:lnTo>
                  <a:lnTo>
                    <a:pt x="531373" y="31118"/>
                  </a:lnTo>
                  <a:lnTo>
                    <a:pt x="531373" y="31118"/>
                  </a:lnTo>
                  <a:lnTo>
                    <a:pt x="552038" y="31118"/>
                  </a:lnTo>
                  <a:lnTo>
                    <a:pt x="552038" y="31118"/>
                  </a:lnTo>
                  <a:lnTo>
                    <a:pt x="572702" y="31118"/>
                  </a:lnTo>
                  <a:lnTo>
                    <a:pt x="572702" y="31118"/>
                  </a:lnTo>
                  <a:lnTo>
                    <a:pt x="593367" y="31118"/>
                  </a:lnTo>
                  <a:lnTo>
                    <a:pt x="593367" y="28377"/>
                  </a:lnTo>
                  <a:lnTo>
                    <a:pt x="614031" y="28377"/>
                  </a:lnTo>
                  <a:lnTo>
                    <a:pt x="614031" y="0"/>
                  </a:lnTo>
                  <a:lnTo>
                    <a:pt x="634696" y="0"/>
                  </a:lnTo>
                  <a:lnTo>
                    <a:pt x="634696" y="0"/>
                  </a:lnTo>
                  <a:lnTo>
                    <a:pt x="655360" y="0"/>
                  </a:lnTo>
                  <a:lnTo>
                    <a:pt x="655360" y="0"/>
                  </a:lnTo>
                  <a:lnTo>
                    <a:pt x="714402" y="0"/>
                  </a:lnTo>
                  <a:lnTo>
                    <a:pt x="714402" y="0"/>
                  </a:lnTo>
                </a:path>
              </a:pathLst>
            </a:custGeom>
            <a:ln w="271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81" name="tx281"/>
            <p:cNvSpPr/>
            <p:nvPr/>
          </p:nvSpPr>
          <p:spPr>
            <a:xfrm>
              <a:off x="9467099" y="5154445"/>
              <a:ext cx="502414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10718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8764505" y="5078360"/>
              <a:ext cx="502414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BEBEBE">
                      <a:alpha val="100000"/>
                    </a:srgbClr>
                  </a:solidFill>
                  <a:latin typeface="Arial"/>
                  <a:cs typeface="Arial"/>
                </a:rPr>
                <a:t>13380</a:t>
              </a:r>
            </a:p>
          </p:txBody>
        </p:sp>
        <p:sp>
          <p:nvSpPr>
            <p:cNvPr id="283" name="rc283"/>
            <p:cNvSpPr/>
            <p:nvPr/>
          </p:nvSpPr>
          <p:spPr>
            <a:xfrm>
              <a:off x="8452146" y="4390802"/>
              <a:ext cx="1623641" cy="1265692"/>
            </a:xfrm>
            <a:prstGeom prst="rect">
              <a:avLst/>
            </a:prstGeom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84" name="tx284"/>
            <p:cNvSpPr/>
            <p:nvPr/>
          </p:nvSpPr>
          <p:spPr>
            <a:xfrm>
              <a:off x="1297893" y="5530741"/>
              <a:ext cx="101709" cy="13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891056" y="5245253"/>
              <a:ext cx="508545" cy="13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10000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891056" y="4959765"/>
              <a:ext cx="508545" cy="13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20000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891056" y="4674188"/>
              <a:ext cx="508545" cy="1337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30000</a:t>
              </a:r>
            </a:p>
          </p:txBody>
        </p:sp>
        <p:sp>
          <p:nvSpPr>
            <p:cNvPr id="288" name="tx288"/>
            <p:cNvSpPr/>
            <p:nvPr/>
          </p:nvSpPr>
          <p:spPr>
            <a:xfrm>
              <a:off x="891056" y="4388790"/>
              <a:ext cx="508545" cy="13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40000</a:t>
              </a:r>
            </a:p>
          </p:txBody>
        </p:sp>
        <p:sp>
          <p:nvSpPr>
            <p:cNvPr id="289" name="pl289"/>
            <p:cNvSpPr/>
            <p:nvPr/>
          </p:nvSpPr>
          <p:spPr>
            <a:xfrm>
              <a:off x="1445151" y="5598963"/>
              <a:ext cx="56936" cy="0"/>
            </a:xfrm>
            <a:custGeom>
              <a:avLst/>
              <a:gdLst/>
              <a:ahLst/>
              <a:cxnLst/>
              <a:rect l="0" t="0" r="0" b="0"/>
              <a:pathLst>
                <a:path w="56936">
                  <a:moveTo>
                    <a:pt x="0" y="0"/>
                  </a:moveTo>
                  <a:lnTo>
                    <a:pt x="56936" y="0"/>
                  </a:lnTo>
                </a:path>
              </a:pathLst>
            </a:custGeom>
            <a:ln w="22173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90" name="pl290"/>
            <p:cNvSpPr/>
            <p:nvPr/>
          </p:nvSpPr>
          <p:spPr>
            <a:xfrm>
              <a:off x="1445151" y="5313476"/>
              <a:ext cx="56936" cy="0"/>
            </a:xfrm>
            <a:custGeom>
              <a:avLst/>
              <a:gdLst/>
              <a:ahLst/>
              <a:cxnLst/>
              <a:rect l="0" t="0" r="0" b="0"/>
              <a:pathLst>
                <a:path w="56936">
                  <a:moveTo>
                    <a:pt x="0" y="0"/>
                  </a:moveTo>
                  <a:lnTo>
                    <a:pt x="56936" y="0"/>
                  </a:lnTo>
                </a:path>
              </a:pathLst>
            </a:custGeom>
            <a:ln w="22173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91" name="pl291"/>
            <p:cNvSpPr/>
            <p:nvPr/>
          </p:nvSpPr>
          <p:spPr>
            <a:xfrm>
              <a:off x="1445151" y="5027988"/>
              <a:ext cx="56936" cy="0"/>
            </a:xfrm>
            <a:custGeom>
              <a:avLst/>
              <a:gdLst/>
              <a:ahLst/>
              <a:cxnLst/>
              <a:rect l="0" t="0" r="0" b="0"/>
              <a:pathLst>
                <a:path w="56936">
                  <a:moveTo>
                    <a:pt x="0" y="0"/>
                  </a:moveTo>
                  <a:lnTo>
                    <a:pt x="56936" y="0"/>
                  </a:lnTo>
                </a:path>
              </a:pathLst>
            </a:custGeom>
            <a:ln w="22173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92" name="pl292"/>
            <p:cNvSpPr/>
            <p:nvPr/>
          </p:nvSpPr>
          <p:spPr>
            <a:xfrm>
              <a:off x="1445151" y="4742500"/>
              <a:ext cx="56936" cy="0"/>
            </a:xfrm>
            <a:custGeom>
              <a:avLst/>
              <a:gdLst/>
              <a:ahLst/>
              <a:cxnLst/>
              <a:rect l="0" t="0" r="0" b="0"/>
              <a:pathLst>
                <a:path w="56936">
                  <a:moveTo>
                    <a:pt x="0" y="0"/>
                  </a:moveTo>
                  <a:lnTo>
                    <a:pt x="56936" y="0"/>
                  </a:lnTo>
                </a:path>
              </a:pathLst>
            </a:custGeom>
            <a:ln w="22173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93" name="pl293"/>
            <p:cNvSpPr/>
            <p:nvPr/>
          </p:nvSpPr>
          <p:spPr>
            <a:xfrm>
              <a:off x="1445151" y="4457013"/>
              <a:ext cx="56936" cy="0"/>
            </a:xfrm>
            <a:custGeom>
              <a:avLst/>
              <a:gdLst/>
              <a:ahLst/>
              <a:cxnLst/>
              <a:rect l="0" t="0" r="0" b="0"/>
              <a:pathLst>
                <a:path w="56936">
                  <a:moveTo>
                    <a:pt x="0" y="0"/>
                  </a:moveTo>
                  <a:lnTo>
                    <a:pt x="56936" y="0"/>
                  </a:lnTo>
                </a:path>
              </a:pathLst>
            </a:custGeom>
            <a:ln w="22173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94" name="tx294"/>
            <p:cNvSpPr/>
            <p:nvPr/>
          </p:nvSpPr>
          <p:spPr>
            <a:xfrm rot="-5400000">
              <a:off x="15379" y="4939040"/>
              <a:ext cx="1372046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32"/>
                </a:lnSpc>
              </a:pPr>
              <a:r>
                <a:rPr sz="1632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Cumulative N</a:t>
              </a:r>
            </a:p>
          </p:txBody>
        </p:sp>
        <p:sp>
          <p:nvSpPr>
            <p:cNvPr id="295" name="rc295"/>
            <p:cNvSpPr/>
            <p:nvPr/>
          </p:nvSpPr>
          <p:spPr>
            <a:xfrm>
              <a:off x="622374" y="5713431"/>
              <a:ext cx="9453413" cy="132262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22173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96" name="rc296"/>
            <p:cNvSpPr/>
            <p:nvPr/>
          </p:nvSpPr>
          <p:spPr>
            <a:xfrm>
              <a:off x="1502088" y="5713431"/>
              <a:ext cx="1623641" cy="12656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297" name="pl297"/>
            <p:cNvSpPr/>
            <p:nvPr/>
          </p:nvSpPr>
          <p:spPr>
            <a:xfrm>
              <a:off x="1575889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98" name="pl298"/>
            <p:cNvSpPr/>
            <p:nvPr/>
          </p:nvSpPr>
          <p:spPr>
            <a:xfrm>
              <a:off x="1871097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299" name="pl299"/>
            <p:cNvSpPr/>
            <p:nvPr/>
          </p:nvSpPr>
          <p:spPr>
            <a:xfrm>
              <a:off x="2166305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00" name="pl300"/>
            <p:cNvSpPr/>
            <p:nvPr/>
          </p:nvSpPr>
          <p:spPr>
            <a:xfrm>
              <a:off x="2461512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01" name="pl301"/>
            <p:cNvSpPr/>
            <p:nvPr/>
          </p:nvSpPr>
          <p:spPr>
            <a:xfrm>
              <a:off x="2756720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02" name="pl302"/>
            <p:cNvSpPr/>
            <p:nvPr/>
          </p:nvSpPr>
          <p:spPr>
            <a:xfrm>
              <a:off x="3051927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03" name="pl303"/>
            <p:cNvSpPr/>
            <p:nvPr/>
          </p:nvSpPr>
          <p:spPr>
            <a:xfrm>
              <a:off x="1502088" y="6633935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04" name="pl304"/>
            <p:cNvSpPr/>
            <p:nvPr/>
          </p:nvSpPr>
          <p:spPr>
            <a:xfrm>
              <a:off x="1502088" y="6058620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05" name="pl305"/>
            <p:cNvSpPr/>
            <p:nvPr/>
          </p:nvSpPr>
          <p:spPr>
            <a:xfrm>
              <a:off x="1723493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06" name="pl306"/>
            <p:cNvSpPr/>
            <p:nvPr/>
          </p:nvSpPr>
          <p:spPr>
            <a:xfrm>
              <a:off x="2018701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07" name="pl307"/>
            <p:cNvSpPr/>
            <p:nvPr/>
          </p:nvSpPr>
          <p:spPr>
            <a:xfrm>
              <a:off x="2313908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08" name="pl308"/>
            <p:cNvSpPr/>
            <p:nvPr/>
          </p:nvSpPr>
          <p:spPr>
            <a:xfrm>
              <a:off x="2609116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09" name="pl309"/>
            <p:cNvSpPr/>
            <p:nvPr/>
          </p:nvSpPr>
          <p:spPr>
            <a:xfrm>
              <a:off x="2904323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10" name="pl310"/>
            <p:cNvSpPr/>
            <p:nvPr/>
          </p:nvSpPr>
          <p:spPr>
            <a:xfrm>
              <a:off x="1602458" y="6633935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4985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11" name="pl311"/>
            <p:cNvSpPr/>
            <p:nvPr/>
          </p:nvSpPr>
          <p:spPr>
            <a:xfrm>
              <a:off x="1631979" y="6633935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5458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12" name="pl312"/>
            <p:cNvSpPr/>
            <p:nvPr/>
          </p:nvSpPr>
          <p:spPr>
            <a:xfrm>
              <a:off x="1661500" y="6633935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5458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13" name="pl313"/>
            <p:cNvSpPr/>
            <p:nvPr/>
          </p:nvSpPr>
          <p:spPr>
            <a:xfrm>
              <a:off x="1685116" y="6633935"/>
              <a:ext cx="82658" cy="0"/>
            </a:xfrm>
            <a:custGeom>
              <a:avLst/>
              <a:gdLst/>
              <a:ahLst/>
              <a:cxnLst/>
              <a:rect l="0" t="0" r="0" b="0"/>
              <a:pathLst>
                <a:path w="82658">
                  <a:moveTo>
                    <a:pt x="0" y="0"/>
                  </a:moveTo>
                  <a:lnTo>
                    <a:pt x="82658" y="0"/>
                  </a:lnTo>
                </a:path>
              </a:pathLst>
            </a:custGeom>
            <a:ln w="5458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14" name="pl314"/>
            <p:cNvSpPr/>
            <p:nvPr/>
          </p:nvSpPr>
          <p:spPr>
            <a:xfrm>
              <a:off x="1767774" y="6633935"/>
              <a:ext cx="14760" cy="0"/>
            </a:xfrm>
            <a:custGeom>
              <a:avLst/>
              <a:gdLst/>
              <a:ahLst/>
              <a:cxnLst/>
              <a:rect l="0" t="0" r="0" b="0"/>
              <a:pathLst>
                <a:path w="14760">
                  <a:moveTo>
                    <a:pt x="0" y="0"/>
                  </a:moveTo>
                  <a:lnTo>
                    <a:pt x="14760" y="0"/>
                  </a:lnTo>
                </a:path>
              </a:pathLst>
            </a:custGeom>
            <a:ln w="6298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15" name="pl315"/>
            <p:cNvSpPr/>
            <p:nvPr/>
          </p:nvSpPr>
          <p:spPr>
            <a:xfrm>
              <a:off x="1782535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6298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16" name="pl316"/>
            <p:cNvSpPr/>
            <p:nvPr/>
          </p:nvSpPr>
          <p:spPr>
            <a:xfrm>
              <a:off x="1803199" y="6633935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6716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17" name="pl317"/>
            <p:cNvSpPr/>
            <p:nvPr/>
          </p:nvSpPr>
          <p:spPr>
            <a:xfrm>
              <a:off x="1829768" y="6633935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3071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18" name="pl318"/>
            <p:cNvSpPr/>
            <p:nvPr/>
          </p:nvSpPr>
          <p:spPr>
            <a:xfrm>
              <a:off x="1847480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1884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19" name="pl319"/>
            <p:cNvSpPr/>
            <p:nvPr/>
          </p:nvSpPr>
          <p:spPr>
            <a:xfrm>
              <a:off x="1868145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31884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20" name="pl320"/>
            <p:cNvSpPr/>
            <p:nvPr/>
          </p:nvSpPr>
          <p:spPr>
            <a:xfrm>
              <a:off x="1909474" y="6633935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31884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21" name="pl321"/>
            <p:cNvSpPr/>
            <p:nvPr/>
          </p:nvSpPr>
          <p:spPr>
            <a:xfrm>
              <a:off x="1927186" y="6633935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32379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22" name="pl322"/>
            <p:cNvSpPr/>
            <p:nvPr/>
          </p:nvSpPr>
          <p:spPr>
            <a:xfrm>
              <a:off x="1953755" y="6633935"/>
              <a:ext cx="14760" cy="0"/>
            </a:xfrm>
            <a:custGeom>
              <a:avLst/>
              <a:gdLst/>
              <a:ahLst/>
              <a:cxnLst/>
              <a:rect l="0" t="0" r="0" b="0"/>
              <a:pathLst>
                <a:path w="14760">
                  <a:moveTo>
                    <a:pt x="0" y="0"/>
                  </a:moveTo>
                  <a:lnTo>
                    <a:pt x="14760" y="0"/>
                  </a:lnTo>
                </a:path>
              </a:pathLst>
            </a:custGeom>
            <a:ln w="32379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23" name="pl323"/>
            <p:cNvSpPr/>
            <p:nvPr/>
          </p:nvSpPr>
          <p:spPr>
            <a:xfrm>
              <a:off x="1968515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2379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24" name="pl324"/>
            <p:cNvSpPr/>
            <p:nvPr/>
          </p:nvSpPr>
          <p:spPr>
            <a:xfrm>
              <a:off x="1989180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2379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25" name="pl325"/>
            <p:cNvSpPr/>
            <p:nvPr/>
          </p:nvSpPr>
          <p:spPr>
            <a:xfrm>
              <a:off x="2009845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32379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26" name="pl326"/>
            <p:cNvSpPr/>
            <p:nvPr/>
          </p:nvSpPr>
          <p:spPr>
            <a:xfrm>
              <a:off x="2071838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2379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27" name="pl327"/>
            <p:cNvSpPr/>
            <p:nvPr/>
          </p:nvSpPr>
          <p:spPr>
            <a:xfrm>
              <a:off x="2092503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677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28" name="pl328"/>
            <p:cNvSpPr/>
            <p:nvPr/>
          </p:nvSpPr>
          <p:spPr>
            <a:xfrm>
              <a:off x="2113167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7433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29" name="pl329"/>
            <p:cNvSpPr/>
            <p:nvPr/>
          </p:nvSpPr>
          <p:spPr>
            <a:xfrm>
              <a:off x="2133832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7433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30" name="pl330"/>
            <p:cNvSpPr/>
            <p:nvPr/>
          </p:nvSpPr>
          <p:spPr>
            <a:xfrm>
              <a:off x="2154496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7712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31" name="pl331"/>
            <p:cNvSpPr/>
            <p:nvPr/>
          </p:nvSpPr>
          <p:spPr>
            <a:xfrm>
              <a:off x="2175161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8740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32" name="pl332"/>
            <p:cNvSpPr/>
            <p:nvPr/>
          </p:nvSpPr>
          <p:spPr>
            <a:xfrm>
              <a:off x="2195825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8740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33" name="pl333"/>
            <p:cNvSpPr/>
            <p:nvPr/>
          </p:nvSpPr>
          <p:spPr>
            <a:xfrm>
              <a:off x="2216490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8740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34" name="pl334"/>
            <p:cNvSpPr/>
            <p:nvPr/>
          </p:nvSpPr>
          <p:spPr>
            <a:xfrm>
              <a:off x="2237154" y="6633935"/>
              <a:ext cx="100370" cy="0"/>
            </a:xfrm>
            <a:custGeom>
              <a:avLst/>
              <a:gdLst/>
              <a:ahLst/>
              <a:cxnLst/>
              <a:rect l="0" t="0" r="0" b="0"/>
              <a:pathLst>
                <a:path w="100370">
                  <a:moveTo>
                    <a:pt x="0" y="0"/>
                  </a:moveTo>
                  <a:lnTo>
                    <a:pt x="100370" y="0"/>
                  </a:lnTo>
                </a:path>
              </a:pathLst>
            </a:custGeom>
            <a:ln w="3937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35" name="pl335"/>
            <p:cNvSpPr/>
            <p:nvPr/>
          </p:nvSpPr>
          <p:spPr>
            <a:xfrm>
              <a:off x="2337525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39984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36" name="pl336"/>
            <p:cNvSpPr/>
            <p:nvPr/>
          </p:nvSpPr>
          <p:spPr>
            <a:xfrm>
              <a:off x="2378854" y="6633935"/>
              <a:ext cx="8856" cy="0"/>
            </a:xfrm>
            <a:custGeom>
              <a:avLst/>
              <a:gdLst/>
              <a:ahLst/>
              <a:cxnLst/>
              <a:rect l="0" t="0" r="0" b="0"/>
              <a:pathLst>
                <a:path w="8856">
                  <a:moveTo>
                    <a:pt x="0" y="0"/>
                  </a:moveTo>
                  <a:lnTo>
                    <a:pt x="8856" y="0"/>
                  </a:lnTo>
                </a:path>
              </a:pathLst>
            </a:custGeom>
            <a:ln w="39984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37" name="pl337"/>
            <p:cNvSpPr/>
            <p:nvPr/>
          </p:nvSpPr>
          <p:spPr>
            <a:xfrm>
              <a:off x="2387710" y="6633935"/>
              <a:ext cx="11808" cy="0"/>
            </a:xfrm>
            <a:custGeom>
              <a:avLst/>
              <a:gdLst/>
              <a:ahLst/>
              <a:cxnLst/>
              <a:rect l="0" t="0" r="0" b="0"/>
              <a:pathLst>
                <a:path w="11808">
                  <a:moveTo>
                    <a:pt x="0" y="0"/>
                  </a:moveTo>
                  <a:lnTo>
                    <a:pt x="11808" y="0"/>
                  </a:lnTo>
                </a:path>
              </a:pathLst>
            </a:custGeom>
            <a:ln w="39984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38" name="pl338"/>
            <p:cNvSpPr/>
            <p:nvPr/>
          </p:nvSpPr>
          <p:spPr>
            <a:xfrm>
              <a:off x="2399519" y="6633935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39984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39" name="pl339"/>
            <p:cNvSpPr/>
            <p:nvPr/>
          </p:nvSpPr>
          <p:spPr>
            <a:xfrm>
              <a:off x="2423135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40420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40" name="pl340"/>
            <p:cNvSpPr/>
            <p:nvPr/>
          </p:nvSpPr>
          <p:spPr>
            <a:xfrm>
              <a:off x="2443800" y="6633935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40420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41" name="pl341"/>
            <p:cNvSpPr/>
            <p:nvPr/>
          </p:nvSpPr>
          <p:spPr>
            <a:xfrm>
              <a:off x="2461512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40420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42" name="pl342"/>
            <p:cNvSpPr/>
            <p:nvPr/>
          </p:nvSpPr>
          <p:spPr>
            <a:xfrm>
              <a:off x="2482177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4056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43" name="pl343"/>
            <p:cNvSpPr/>
            <p:nvPr/>
          </p:nvSpPr>
          <p:spPr>
            <a:xfrm>
              <a:off x="2523506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40872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44" name="pl344"/>
            <p:cNvSpPr/>
            <p:nvPr/>
          </p:nvSpPr>
          <p:spPr>
            <a:xfrm>
              <a:off x="2544170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40872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45" name="pl345"/>
            <p:cNvSpPr/>
            <p:nvPr/>
          </p:nvSpPr>
          <p:spPr>
            <a:xfrm>
              <a:off x="2606164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40872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46" name="pl346"/>
            <p:cNvSpPr/>
            <p:nvPr/>
          </p:nvSpPr>
          <p:spPr>
            <a:xfrm>
              <a:off x="2647493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41748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47" name="pl347"/>
            <p:cNvSpPr/>
            <p:nvPr/>
          </p:nvSpPr>
          <p:spPr>
            <a:xfrm>
              <a:off x="2688822" y="6633935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41748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48" name="pl348"/>
            <p:cNvSpPr/>
            <p:nvPr/>
          </p:nvSpPr>
          <p:spPr>
            <a:xfrm>
              <a:off x="2715391" y="6633935"/>
              <a:ext cx="121035" cy="0"/>
            </a:xfrm>
            <a:custGeom>
              <a:avLst/>
              <a:gdLst/>
              <a:ahLst/>
              <a:cxnLst/>
              <a:rect l="0" t="0" r="0" b="0"/>
              <a:pathLst>
                <a:path w="121035">
                  <a:moveTo>
                    <a:pt x="0" y="0"/>
                  </a:moveTo>
                  <a:lnTo>
                    <a:pt x="121035" y="0"/>
                  </a:lnTo>
                </a:path>
              </a:pathLst>
            </a:custGeom>
            <a:ln w="41748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49" name="pl349"/>
            <p:cNvSpPr/>
            <p:nvPr/>
          </p:nvSpPr>
          <p:spPr>
            <a:xfrm>
              <a:off x="2836426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42037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50" name="pl350"/>
            <p:cNvSpPr/>
            <p:nvPr/>
          </p:nvSpPr>
          <p:spPr>
            <a:xfrm>
              <a:off x="2898419" y="6633935"/>
              <a:ext cx="59041" cy="0"/>
            </a:xfrm>
            <a:custGeom>
              <a:avLst/>
              <a:gdLst/>
              <a:ahLst/>
              <a:cxnLst/>
              <a:rect l="0" t="0" r="0" b="0"/>
              <a:pathLst>
                <a:path w="59041">
                  <a:moveTo>
                    <a:pt x="0" y="0"/>
                  </a:moveTo>
                  <a:lnTo>
                    <a:pt x="59041" y="0"/>
                  </a:lnTo>
                </a:path>
              </a:pathLst>
            </a:custGeom>
            <a:ln w="43003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51" name="pl351"/>
            <p:cNvSpPr/>
            <p:nvPr/>
          </p:nvSpPr>
          <p:spPr>
            <a:xfrm>
              <a:off x="2957461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43213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52" name="pl352"/>
            <p:cNvSpPr/>
            <p:nvPr/>
          </p:nvSpPr>
          <p:spPr>
            <a:xfrm>
              <a:off x="1602458" y="6058620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12855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53" name="pl353"/>
            <p:cNvSpPr/>
            <p:nvPr/>
          </p:nvSpPr>
          <p:spPr>
            <a:xfrm>
              <a:off x="1631979" y="6058620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21723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54" name="pl354"/>
            <p:cNvSpPr/>
            <p:nvPr/>
          </p:nvSpPr>
          <p:spPr>
            <a:xfrm>
              <a:off x="1655595" y="6058620"/>
              <a:ext cx="5904" cy="0"/>
            </a:xfrm>
            <a:custGeom>
              <a:avLst/>
              <a:gdLst/>
              <a:ahLst/>
              <a:cxnLst/>
              <a:rect l="0" t="0" r="0" b="0"/>
              <a:pathLst>
                <a:path w="5904">
                  <a:moveTo>
                    <a:pt x="0" y="0"/>
                  </a:moveTo>
                  <a:lnTo>
                    <a:pt x="5904" y="0"/>
                  </a:lnTo>
                </a:path>
              </a:pathLst>
            </a:custGeom>
            <a:ln w="27758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55" name="pl355"/>
            <p:cNvSpPr/>
            <p:nvPr/>
          </p:nvSpPr>
          <p:spPr>
            <a:xfrm>
              <a:off x="1661500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7758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56" name="pl356"/>
            <p:cNvSpPr/>
            <p:nvPr/>
          </p:nvSpPr>
          <p:spPr>
            <a:xfrm>
              <a:off x="1682164" y="6058620"/>
              <a:ext cx="5904" cy="0"/>
            </a:xfrm>
            <a:custGeom>
              <a:avLst/>
              <a:gdLst/>
              <a:ahLst/>
              <a:cxnLst/>
              <a:rect l="0" t="0" r="0" b="0"/>
              <a:pathLst>
                <a:path w="5904">
                  <a:moveTo>
                    <a:pt x="0" y="0"/>
                  </a:moveTo>
                  <a:lnTo>
                    <a:pt x="5904" y="0"/>
                  </a:lnTo>
                </a:path>
              </a:pathLst>
            </a:custGeom>
            <a:ln w="34389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57" name="pl357"/>
            <p:cNvSpPr/>
            <p:nvPr/>
          </p:nvSpPr>
          <p:spPr>
            <a:xfrm>
              <a:off x="1688068" y="6058620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34389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58" name="pl358"/>
            <p:cNvSpPr/>
            <p:nvPr/>
          </p:nvSpPr>
          <p:spPr>
            <a:xfrm>
              <a:off x="1705781" y="6058620"/>
              <a:ext cx="32472" cy="0"/>
            </a:xfrm>
            <a:custGeom>
              <a:avLst/>
              <a:gdLst/>
              <a:ahLst/>
              <a:cxnLst/>
              <a:rect l="0" t="0" r="0" b="0"/>
              <a:pathLst>
                <a:path w="32472">
                  <a:moveTo>
                    <a:pt x="0" y="0"/>
                  </a:moveTo>
                  <a:lnTo>
                    <a:pt x="32472" y="0"/>
                  </a:lnTo>
                </a:path>
              </a:pathLst>
            </a:custGeom>
            <a:ln w="34389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59" name="pl359"/>
            <p:cNvSpPr/>
            <p:nvPr/>
          </p:nvSpPr>
          <p:spPr>
            <a:xfrm>
              <a:off x="1738254" y="6058620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43823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60" name="pl360"/>
            <p:cNvSpPr/>
            <p:nvPr/>
          </p:nvSpPr>
          <p:spPr>
            <a:xfrm>
              <a:off x="1767774" y="6058620"/>
              <a:ext cx="14760" cy="0"/>
            </a:xfrm>
            <a:custGeom>
              <a:avLst/>
              <a:gdLst/>
              <a:ahLst/>
              <a:cxnLst/>
              <a:rect l="0" t="0" r="0" b="0"/>
              <a:pathLst>
                <a:path w="14760">
                  <a:moveTo>
                    <a:pt x="0" y="0"/>
                  </a:moveTo>
                  <a:lnTo>
                    <a:pt x="14760" y="0"/>
                  </a:lnTo>
                </a:path>
              </a:pathLst>
            </a:custGeom>
            <a:ln w="44313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61" name="pl361"/>
            <p:cNvSpPr/>
            <p:nvPr/>
          </p:nvSpPr>
          <p:spPr>
            <a:xfrm>
              <a:off x="1782535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4720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62" name="pl362"/>
            <p:cNvSpPr/>
            <p:nvPr/>
          </p:nvSpPr>
          <p:spPr>
            <a:xfrm>
              <a:off x="1803199" y="6058620"/>
              <a:ext cx="2952" cy="0"/>
            </a:xfrm>
            <a:custGeom>
              <a:avLst/>
              <a:gdLst/>
              <a:ahLst/>
              <a:cxnLst/>
              <a:rect l="0" t="0" r="0" b="0"/>
              <a:pathLst>
                <a:path w="2952">
                  <a:moveTo>
                    <a:pt x="0" y="0"/>
                  </a:moveTo>
                  <a:lnTo>
                    <a:pt x="2952" y="0"/>
                  </a:lnTo>
                </a:path>
              </a:pathLst>
            </a:custGeom>
            <a:ln w="47795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63" name="pl363"/>
            <p:cNvSpPr/>
            <p:nvPr/>
          </p:nvSpPr>
          <p:spPr>
            <a:xfrm>
              <a:off x="1806151" y="6058620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47898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64" name="pl364"/>
            <p:cNvSpPr/>
            <p:nvPr/>
          </p:nvSpPr>
          <p:spPr>
            <a:xfrm>
              <a:off x="1829768" y="6058620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49275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65" name="pl365"/>
            <p:cNvSpPr/>
            <p:nvPr/>
          </p:nvSpPr>
          <p:spPr>
            <a:xfrm>
              <a:off x="1847480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49275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66" name="pl366"/>
            <p:cNvSpPr/>
            <p:nvPr/>
          </p:nvSpPr>
          <p:spPr>
            <a:xfrm>
              <a:off x="1868145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49405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67" name="pl367"/>
            <p:cNvSpPr/>
            <p:nvPr/>
          </p:nvSpPr>
          <p:spPr>
            <a:xfrm>
              <a:off x="1888809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49405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68" name="pl368"/>
            <p:cNvSpPr/>
            <p:nvPr/>
          </p:nvSpPr>
          <p:spPr>
            <a:xfrm>
              <a:off x="1909474" y="6058620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49405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69" name="pl369"/>
            <p:cNvSpPr/>
            <p:nvPr/>
          </p:nvSpPr>
          <p:spPr>
            <a:xfrm>
              <a:off x="1927186" y="6058620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49405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70" name="pl370"/>
            <p:cNvSpPr/>
            <p:nvPr/>
          </p:nvSpPr>
          <p:spPr>
            <a:xfrm>
              <a:off x="1953755" y="6058620"/>
              <a:ext cx="35424" cy="0"/>
            </a:xfrm>
            <a:custGeom>
              <a:avLst/>
              <a:gdLst/>
              <a:ahLst/>
              <a:cxnLst/>
              <a:rect l="0" t="0" r="0" b="0"/>
              <a:pathLst>
                <a:path w="35424">
                  <a:moveTo>
                    <a:pt x="0" y="0"/>
                  </a:moveTo>
                  <a:lnTo>
                    <a:pt x="35424" y="0"/>
                  </a:lnTo>
                </a:path>
              </a:pathLst>
            </a:custGeom>
            <a:ln w="67125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71" name="pl371"/>
            <p:cNvSpPr/>
            <p:nvPr/>
          </p:nvSpPr>
          <p:spPr>
            <a:xfrm>
              <a:off x="1989180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7358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72" name="pl372"/>
            <p:cNvSpPr/>
            <p:nvPr/>
          </p:nvSpPr>
          <p:spPr>
            <a:xfrm>
              <a:off x="2009845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73671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73" name="pl373"/>
            <p:cNvSpPr/>
            <p:nvPr/>
          </p:nvSpPr>
          <p:spPr>
            <a:xfrm>
              <a:off x="2030509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73671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74" name="pl374"/>
            <p:cNvSpPr/>
            <p:nvPr/>
          </p:nvSpPr>
          <p:spPr>
            <a:xfrm>
              <a:off x="2051174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75389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75" name="pl375"/>
            <p:cNvSpPr/>
            <p:nvPr/>
          </p:nvSpPr>
          <p:spPr>
            <a:xfrm>
              <a:off x="2071838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78406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76" name="pl376"/>
            <p:cNvSpPr/>
            <p:nvPr/>
          </p:nvSpPr>
          <p:spPr>
            <a:xfrm>
              <a:off x="2092503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79170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77" name="pl377"/>
            <p:cNvSpPr/>
            <p:nvPr/>
          </p:nvSpPr>
          <p:spPr>
            <a:xfrm>
              <a:off x="2113167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79170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78" name="pl378"/>
            <p:cNvSpPr/>
            <p:nvPr/>
          </p:nvSpPr>
          <p:spPr>
            <a:xfrm>
              <a:off x="2133832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79170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79" name="pl379"/>
            <p:cNvSpPr/>
            <p:nvPr/>
          </p:nvSpPr>
          <p:spPr>
            <a:xfrm>
              <a:off x="2154496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79603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80" name="pl380"/>
            <p:cNvSpPr/>
            <p:nvPr/>
          </p:nvSpPr>
          <p:spPr>
            <a:xfrm>
              <a:off x="2175161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79603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81" name="pl381"/>
            <p:cNvSpPr/>
            <p:nvPr/>
          </p:nvSpPr>
          <p:spPr>
            <a:xfrm>
              <a:off x="2195825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79603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82" name="pl382"/>
            <p:cNvSpPr/>
            <p:nvPr/>
          </p:nvSpPr>
          <p:spPr>
            <a:xfrm>
              <a:off x="2216490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79603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83" name="pl383"/>
            <p:cNvSpPr/>
            <p:nvPr/>
          </p:nvSpPr>
          <p:spPr>
            <a:xfrm>
              <a:off x="2237154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79603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84" name="pl384"/>
            <p:cNvSpPr/>
            <p:nvPr/>
          </p:nvSpPr>
          <p:spPr>
            <a:xfrm>
              <a:off x="2257819" y="6058620"/>
              <a:ext cx="59041" cy="0"/>
            </a:xfrm>
            <a:custGeom>
              <a:avLst/>
              <a:gdLst/>
              <a:ahLst/>
              <a:cxnLst/>
              <a:rect l="0" t="0" r="0" b="0"/>
              <a:pathLst>
                <a:path w="59041">
                  <a:moveTo>
                    <a:pt x="0" y="0"/>
                  </a:moveTo>
                  <a:lnTo>
                    <a:pt x="59041" y="0"/>
                  </a:lnTo>
                </a:path>
              </a:pathLst>
            </a:custGeom>
            <a:ln w="79603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385" name="pt385"/>
            <p:cNvSpPr/>
            <p:nvPr/>
          </p:nvSpPr>
          <p:spPr>
            <a:xfrm>
              <a:off x="1584216" y="6615693"/>
              <a:ext cx="36484" cy="3648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386" name="pt386"/>
            <p:cNvSpPr/>
            <p:nvPr/>
          </p:nvSpPr>
          <p:spPr>
            <a:xfrm>
              <a:off x="1624149" y="6626105"/>
              <a:ext cx="15660" cy="1566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387" name="pt387"/>
            <p:cNvSpPr/>
            <p:nvPr/>
          </p:nvSpPr>
          <p:spPr>
            <a:xfrm>
              <a:off x="1755794" y="6621955"/>
              <a:ext cx="23959" cy="239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388" name="pt388"/>
            <p:cNvSpPr/>
            <p:nvPr/>
          </p:nvSpPr>
          <p:spPr>
            <a:xfrm>
              <a:off x="1794746" y="6625481"/>
              <a:ext cx="16907" cy="1690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389" name="pt389"/>
            <p:cNvSpPr/>
            <p:nvPr/>
          </p:nvSpPr>
          <p:spPr>
            <a:xfrm>
              <a:off x="1736012" y="6540179"/>
              <a:ext cx="187511" cy="18751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390" name="pt390"/>
            <p:cNvSpPr/>
            <p:nvPr/>
          </p:nvSpPr>
          <p:spPr>
            <a:xfrm>
              <a:off x="1817953" y="6604408"/>
              <a:ext cx="59054" cy="5905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391" name="pt391"/>
            <p:cNvSpPr/>
            <p:nvPr/>
          </p:nvSpPr>
          <p:spPr>
            <a:xfrm>
              <a:off x="1906762" y="6613511"/>
              <a:ext cx="40849" cy="4084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392" name="pt392"/>
            <p:cNvSpPr/>
            <p:nvPr/>
          </p:nvSpPr>
          <p:spPr>
            <a:xfrm>
              <a:off x="2036216" y="6577648"/>
              <a:ext cx="112573" cy="11257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393" name="pt393"/>
            <p:cNvSpPr/>
            <p:nvPr/>
          </p:nvSpPr>
          <p:spPr>
            <a:xfrm>
              <a:off x="2088509" y="6609277"/>
              <a:ext cx="49316" cy="49316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394" name="pt394"/>
            <p:cNvSpPr/>
            <p:nvPr/>
          </p:nvSpPr>
          <p:spPr>
            <a:xfrm>
              <a:off x="2137488" y="6616927"/>
              <a:ext cx="34015" cy="3401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395" name="pt395"/>
            <p:cNvSpPr/>
            <p:nvPr/>
          </p:nvSpPr>
          <p:spPr>
            <a:xfrm>
              <a:off x="2144742" y="6603516"/>
              <a:ext cx="60837" cy="6083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396" name="pt396"/>
            <p:cNvSpPr/>
            <p:nvPr/>
          </p:nvSpPr>
          <p:spPr>
            <a:xfrm>
              <a:off x="2212279" y="6609060"/>
              <a:ext cx="49750" cy="4975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397" name="pt397"/>
            <p:cNvSpPr/>
            <p:nvPr/>
          </p:nvSpPr>
          <p:spPr>
            <a:xfrm>
              <a:off x="2313050" y="6609460"/>
              <a:ext cx="48950" cy="4895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398" name="pt398"/>
            <p:cNvSpPr/>
            <p:nvPr/>
          </p:nvSpPr>
          <p:spPr>
            <a:xfrm>
              <a:off x="2401813" y="6612613"/>
              <a:ext cx="42644" cy="4264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399" name="pt399"/>
            <p:cNvSpPr/>
            <p:nvPr/>
          </p:nvSpPr>
          <p:spPr>
            <a:xfrm>
              <a:off x="2469264" y="6621022"/>
              <a:ext cx="25826" cy="25826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00" name="pt400"/>
            <p:cNvSpPr/>
            <p:nvPr/>
          </p:nvSpPr>
          <p:spPr>
            <a:xfrm>
              <a:off x="2505051" y="6615480"/>
              <a:ext cx="36910" cy="3691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01" name="pt401"/>
            <p:cNvSpPr/>
            <p:nvPr/>
          </p:nvSpPr>
          <p:spPr>
            <a:xfrm>
              <a:off x="2618172" y="6604614"/>
              <a:ext cx="58642" cy="5864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02" name="pt402"/>
            <p:cNvSpPr/>
            <p:nvPr/>
          </p:nvSpPr>
          <p:spPr>
            <a:xfrm>
              <a:off x="2818291" y="6615800"/>
              <a:ext cx="36269" cy="3626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03" name="pt403"/>
            <p:cNvSpPr/>
            <p:nvPr/>
          </p:nvSpPr>
          <p:spPr>
            <a:xfrm>
              <a:off x="2867386" y="6602902"/>
              <a:ext cx="62067" cy="6206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04" name="pt404"/>
            <p:cNvSpPr/>
            <p:nvPr/>
          </p:nvSpPr>
          <p:spPr>
            <a:xfrm>
              <a:off x="2941563" y="6618038"/>
              <a:ext cx="31795" cy="3179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05" name="pg405"/>
            <p:cNvSpPr/>
            <p:nvPr/>
          </p:nvSpPr>
          <p:spPr>
            <a:xfrm>
              <a:off x="1545284" y="5992601"/>
              <a:ext cx="114348" cy="99029"/>
            </a:xfrm>
            <a:custGeom>
              <a:avLst/>
              <a:gdLst/>
              <a:ahLst/>
              <a:cxnLst/>
              <a:rect l="0" t="0" r="0" b="0"/>
              <a:pathLst>
                <a:path w="114348" h="99029">
                  <a:moveTo>
                    <a:pt x="57174" y="0"/>
                  </a:moveTo>
                  <a:lnTo>
                    <a:pt x="114348" y="99029"/>
                  </a:lnTo>
                  <a:lnTo>
                    <a:pt x="0" y="9902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06" name="pg406"/>
            <p:cNvSpPr/>
            <p:nvPr/>
          </p:nvSpPr>
          <p:spPr>
            <a:xfrm>
              <a:off x="1555889" y="5970759"/>
              <a:ext cx="152180" cy="131792"/>
            </a:xfrm>
            <a:custGeom>
              <a:avLst/>
              <a:gdLst/>
              <a:ahLst/>
              <a:cxnLst/>
              <a:rect l="0" t="0" r="0" b="0"/>
              <a:pathLst>
                <a:path w="152180" h="131792">
                  <a:moveTo>
                    <a:pt x="76090" y="0"/>
                  </a:moveTo>
                  <a:lnTo>
                    <a:pt x="152180" y="131792"/>
                  </a:lnTo>
                  <a:lnTo>
                    <a:pt x="0" y="13179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07" name="pg407"/>
            <p:cNvSpPr/>
            <p:nvPr/>
          </p:nvSpPr>
          <p:spPr>
            <a:xfrm>
              <a:off x="1580420" y="5971815"/>
              <a:ext cx="150351" cy="130208"/>
            </a:xfrm>
            <a:custGeom>
              <a:avLst/>
              <a:gdLst/>
              <a:ahLst/>
              <a:cxnLst/>
              <a:rect l="0" t="0" r="0" b="0"/>
              <a:pathLst>
                <a:path w="150351" h="130208">
                  <a:moveTo>
                    <a:pt x="75175" y="0"/>
                  </a:moveTo>
                  <a:lnTo>
                    <a:pt x="150351" y="130208"/>
                  </a:lnTo>
                  <a:lnTo>
                    <a:pt x="0" y="1302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08" name="pg408"/>
            <p:cNvSpPr/>
            <p:nvPr/>
          </p:nvSpPr>
          <p:spPr>
            <a:xfrm>
              <a:off x="1594794" y="5957734"/>
              <a:ext cx="174739" cy="151328"/>
            </a:xfrm>
            <a:custGeom>
              <a:avLst/>
              <a:gdLst/>
              <a:ahLst/>
              <a:cxnLst/>
              <a:rect l="0" t="0" r="0" b="0"/>
              <a:pathLst>
                <a:path w="174739" h="151328">
                  <a:moveTo>
                    <a:pt x="87369" y="0"/>
                  </a:moveTo>
                  <a:lnTo>
                    <a:pt x="174739" y="151328"/>
                  </a:lnTo>
                  <a:lnTo>
                    <a:pt x="0" y="1513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09" name="pg409"/>
            <p:cNvSpPr/>
            <p:nvPr/>
          </p:nvSpPr>
          <p:spPr>
            <a:xfrm>
              <a:off x="1623219" y="5925789"/>
              <a:ext cx="230069" cy="199246"/>
            </a:xfrm>
            <a:custGeom>
              <a:avLst/>
              <a:gdLst/>
              <a:ahLst/>
              <a:cxnLst/>
              <a:rect l="0" t="0" r="0" b="0"/>
              <a:pathLst>
                <a:path w="230069" h="199246">
                  <a:moveTo>
                    <a:pt x="115034" y="0"/>
                  </a:moveTo>
                  <a:lnTo>
                    <a:pt x="230069" y="199246"/>
                  </a:lnTo>
                  <a:lnTo>
                    <a:pt x="0" y="19924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10" name="pg410"/>
            <p:cNvSpPr/>
            <p:nvPr/>
          </p:nvSpPr>
          <p:spPr>
            <a:xfrm>
              <a:off x="1736340" y="6022323"/>
              <a:ext cx="62869" cy="54446"/>
            </a:xfrm>
            <a:custGeom>
              <a:avLst/>
              <a:gdLst/>
              <a:ahLst/>
              <a:cxnLst/>
              <a:rect l="0" t="0" r="0" b="0"/>
              <a:pathLst>
                <a:path w="62869" h="54446">
                  <a:moveTo>
                    <a:pt x="31434" y="0"/>
                  </a:moveTo>
                  <a:lnTo>
                    <a:pt x="62869" y="54446"/>
                  </a:lnTo>
                  <a:lnTo>
                    <a:pt x="0" y="5444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11" name="pg411"/>
            <p:cNvSpPr/>
            <p:nvPr/>
          </p:nvSpPr>
          <p:spPr>
            <a:xfrm>
              <a:off x="1711491" y="5976587"/>
              <a:ext cx="142086" cy="123050"/>
            </a:xfrm>
            <a:custGeom>
              <a:avLst/>
              <a:gdLst/>
              <a:ahLst/>
              <a:cxnLst/>
              <a:rect l="0" t="0" r="0" b="0"/>
              <a:pathLst>
                <a:path w="142086" h="123050">
                  <a:moveTo>
                    <a:pt x="71043" y="0"/>
                  </a:moveTo>
                  <a:lnTo>
                    <a:pt x="142086" y="123050"/>
                  </a:lnTo>
                  <a:lnTo>
                    <a:pt x="0" y="1230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12" name="pg412"/>
            <p:cNvSpPr/>
            <p:nvPr/>
          </p:nvSpPr>
          <p:spPr>
            <a:xfrm>
              <a:off x="1767777" y="6017718"/>
              <a:ext cx="70845" cy="61353"/>
            </a:xfrm>
            <a:custGeom>
              <a:avLst/>
              <a:gdLst/>
              <a:ahLst/>
              <a:cxnLst/>
              <a:rect l="0" t="0" r="0" b="0"/>
              <a:pathLst>
                <a:path w="70845" h="61353">
                  <a:moveTo>
                    <a:pt x="35422" y="0"/>
                  </a:moveTo>
                  <a:lnTo>
                    <a:pt x="70845" y="61353"/>
                  </a:lnTo>
                  <a:lnTo>
                    <a:pt x="0" y="613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13" name="pg413"/>
            <p:cNvSpPr/>
            <p:nvPr/>
          </p:nvSpPr>
          <p:spPr>
            <a:xfrm>
              <a:off x="1790017" y="6039990"/>
              <a:ext cx="32268" cy="27945"/>
            </a:xfrm>
            <a:custGeom>
              <a:avLst/>
              <a:gdLst/>
              <a:ahLst/>
              <a:cxnLst/>
              <a:rect l="0" t="0" r="0" b="0"/>
              <a:pathLst>
                <a:path w="32268" h="27945">
                  <a:moveTo>
                    <a:pt x="16134" y="0"/>
                  </a:moveTo>
                  <a:lnTo>
                    <a:pt x="32268" y="27945"/>
                  </a:lnTo>
                  <a:lnTo>
                    <a:pt x="0" y="2794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14" name="pg414"/>
            <p:cNvSpPr/>
            <p:nvPr/>
          </p:nvSpPr>
          <p:spPr>
            <a:xfrm>
              <a:off x="1777733" y="5998536"/>
              <a:ext cx="104069" cy="90127"/>
            </a:xfrm>
            <a:custGeom>
              <a:avLst/>
              <a:gdLst/>
              <a:ahLst/>
              <a:cxnLst/>
              <a:rect l="0" t="0" r="0" b="0"/>
              <a:pathLst>
                <a:path w="104069" h="90127">
                  <a:moveTo>
                    <a:pt x="52034" y="0"/>
                  </a:moveTo>
                  <a:lnTo>
                    <a:pt x="104069" y="90127"/>
                  </a:lnTo>
                  <a:lnTo>
                    <a:pt x="0" y="9012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15" name="pg415"/>
            <p:cNvSpPr/>
            <p:nvPr/>
          </p:nvSpPr>
          <p:spPr>
            <a:xfrm>
              <a:off x="1849842" y="6037486"/>
              <a:ext cx="36605" cy="31701"/>
            </a:xfrm>
            <a:custGeom>
              <a:avLst/>
              <a:gdLst/>
              <a:ahLst/>
              <a:cxnLst/>
              <a:rect l="0" t="0" r="0" b="0"/>
              <a:pathLst>
                <a:path w="36605" h="31701">
                  <a:moveTo>
                    <a:pt x="18302" y="0"/>
                  </a:moveTo>
                  <a:lnTo>
                    <a:pt x="36605" y="31701"/>
                  </a:lnTo>
                  <a:lnTo>
                    <a:pt x="0" y="3170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16" name="pg416"/>
            <p:cNvSpPr/>
            <p:nvPr/>
          </p:nvSpPr>
          <p:spPr>
            <a:xfrm>
              <a:off x="1765198" y="5840894"/>
              <a:ext cx="377113" cy="326589"/>
            </a:xfrm>
            <a:custGeom>
              <a:avLst/>
              <a:gdLst/>
              <a:ahLst/>
              <a:cxnLst/>
              <a:rect l="0" t="0" r="0" b="0"/>
              <a:pathLst>
                <a:path w="377113" h="326589">
                  <a:moveTo>
                    <a:pt x="188556" y="0"/>
                  </a:moveTo>
                  <a:lnTo>
                    <a:pt x="377113" y="326589"/>
                  </a:lnTo>
                  <a:lnTo>
                    <a:pt x="0" y="3265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17" name="pg417"/>
            <p:cNvSpPr/>
            <p:nvPr/>
          </p:nvSpPr>
          <p:spPr>
            <a:xfrm>
              <a:off x="1862144" y="5911931"/>
              <a:ext cx="254072" cy="220033"/>
            </a:xfrm>
            <a:custGeom>
              <a:avLst/>
              <a:gdLst/>
              <a:ahLst/>
              <a:cxnLst/>
              <a:rect l="0" t="0" r="0" b="0"/>
              <a:pathLst>
                <a:path w="254072" h="220033">
                  <a:moveTo>
                    <a:pt x="127036" y="0"/>
                  </a:moveTo>
                  <a:lnTo>
                    <a:pt x="254072" y="220033"/>
                  </a:lnTo>
                  <a:lnTo>
                    <a:pt x="0" y="22003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18" name="pg418"/>
            <p:cNvSpPr/>
            <p:nvPr/>
          </p:nvSpPr>
          <p:spPr>
            <a:xfrm>
              <a:off x="1991325" y="6037235"/>
              <a:ext cx="37039" cy="32077"/>
            </a:xfrm>
            <a:custGeom>
              <a:avLst/>
              <a:gdLst/>
              <a:ahLst/>
              <a:cxnLst/>
              <a:rect l="0" t="0" r="0" b="0"/>
              <a:pathLst>
                <a:path w="37039" h="32077">
                  <a:moveTo>
                    <a:pt x="18519" y="0"/>
                  </a:moveTo>
                  <a:lnTo>
                    <a:pt x="37039" y="32077"/>
                  </a:lnTo>
                  <a:lnTo>
                    <a:pt x="0" y="320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19" name="pg419"/>
            <p:cNvSpPr/>
            <p:nvPr/>
          </p:nvSpPr>
          <p:spPr>
            <a:xfrm>
              <a:off x="1981138" y="5977750"/>
              <a:ext cx="140071" cy="121305"/>
            </a:xfrm>
            <a:custGeom>
              <a:avLst/>
              <a:gdLst/>
              <a:ahLst/>
              <a:cxnLst/>
              <a:rect l="0" t="0" r="0" b="0"/>
              <a:pathLst>
                <a:path w="140071" h="121305">
                  <a:moveTo>
                    <a:pt x="70035" y="0"/>
                  </a:moveTo>
                  <a:lnTo>
                    <a:pt x="140071" y="121305"/>
                  </a:lnTo>
                  <a:lnTo>
                    <a:pt x="0" y="12130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20" name="pg420"/>
            <p:cNvSpPr/>
            <p:nvPr/>
          </p:nvSpPr>
          <p:spPr>
            <a:xfrm>
              <a:off x="1979442" y="5951930"/>
              <a:ext cx="184792" cy="160035"/>
            </a:xfrm>
            <a:custGeom>
              <a:avLst/>
              <a:gdLst/>
              <a:ahLst/>
              <a:cxnLst/>
              <a:rect l="0" t="0" r="0" b="0"/>
              <a:pathLst>
                <a:path w="184792" h="160035">
                  <a:moveTo>
                    <a:pt x="92396" y="0"/>
                  </a:moveTo>
                  <a:lnTo>
                    <a:pt x="184792" y="160035"/>
                  </a:lnTo>
                  <a:lnTo>
                    <a:pt x="0" y="16003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21" name="pg421"/>
            <p:cNvSpPr/>
            <p:nvPr/>
          </p:nvSpPr>
          <p:spPr>
            <a:xfrm>
              <a:off x="2042900" y="6001344"/>
              <a:ext cx="99205" cy="85914"/>
            </a:xfrm>
            <a:custGeom>
              <a:avLst/>
              <a:gdLst/>
              <a:ahLst/>
              <a:cxnLst/>
              <a:rect l="0" t="0" r="0" b="0"/>
              <a:pathLst>
                <a:path w="99205" h="85914">
                  <a:moveTo>
                    <a:pt x="49602" y="0"/>
                  </a:moveTo>
                  <a:lnTo>
                    <a:pt x="99205" y="85914"/>
                  </a:lnTo>
                  <a:lnTo>
                    <a:pt x="0" y="8591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22" name="pg422"/>
            <p:cNvSpPr/>
            <p:nvPr/>
          </p:nvSpPr>
          <p:spPr>
            <a:xfrm>
              <a:off x="2115894" y="6014046"/>
              <a:ext cx="77204" cy="66861"/>
            </a:xfrm>
            <a:custGeom>
              <a:avLst/>
              <a:gdLst/>
              <a:ahLst/>
              <a:cxnLst/>
              <a:rect l="0" t="0" r="0" b="0"/>
              <a:pathLst>
                <a:path w="77204" h="66861">
                  <a:moveTo>
                    <a:pt x="38602" y="0"/>
                  </a:moveTo>
                  <a:lnTo>
                    <a:pt x="77204" y="66861"/>
                  </a:lnTo>
                  <a:lnTo>
                    <a:pt x="0" y="6686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23" name="pg423"/>
            <p:cNvSpPr/>
            <p:nvPr/>
          </p:nvSpPr>
          <p:spPr>
            <a:xfrm>
              <a:off x="2244644" y="5975232"/>
              <a:ext cx="144432" cy="125081"/>
            </a:xfrm>
            <a:custGeom>
              <a:avLst/>
              <a:gdLst/>
              <a:ahLst/>
              <a:cxnLst/>
              <a:rect l="0" t="0" r="0" b="0"/>
              <a:pathLst>
                <a:path w="144432" h="125081">
                  <a:moveTo>
                    <a:pt x="72216" y="0"/>
                  </a:moveTo>
                  <a:lnTo>
                    <a:pt x="144432" y="125081"/>
                  </a:lnTo>
                  <a:lnTo>
                    <a:pt x="0" y="12508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24" name="tx424"/>
            <p:cNvSpPr/>
            <p:nvPr/>
          </p:nvSpPr>
          <p:spPr>
            <a:xfrm>
              <a:off x="2517040" y="6243120"/>
              <a:ext cx="502414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11379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1814446" y="5667805"/>
              <a:ext cx="502414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40304</a:t>
              </a:r>
            </a:p>
          </p:txBody>
        </p:sp>
        <p:sp>
          <p:nvSpPr>
            <p:cNvPr id="426" name="rc426"/>
            <p:cNvSpPr/>
            <p:nvPr/>
          </p:nvSpPr>
          <p:spPr>
            <a:xfrm>
              <a:off x="1502088" y="5713431"/>
              <a:ext cx="1623641" cy="1265692"/>
            </a:xfrm>
            <a:prstGeom prst="rect">
              <a:avLst/>
            </a:prstGeom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27" name="rc427"/>
            <p:cNvSpPr/>
            <p:nvPr/>
          </p:nvSpPr>
          <p:spPr>
            <a:xfrm>
              <a:off x="3239602" y="5713431"/>
              <a:ext cx="1623641" cy="12656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428" name="pl428"/>
            <p:cNvSpPr/>
            <p:nvPr/>
          </p:nvSpPr>
          <p:spPr>
            <a:xfrm>
              <a:off x="3313404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29" name="pl429"/>
            <p:cNvSpPr/>
            <p:nvPr/>
          </p:nvSpPr>
          <p:spPr>
            <a:xfrm>
              <a:off x="3608612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30" name="pl430"/>
            <p:cNvSpPr/>
            <p:nvPr/>
          </p:nvSpPr>
          <p:spPr>
            <a:xfrm>
              <a:off x="3903819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31" name="pl431"/>
            <p:cNvSpPr/>
            <p:nvPr/>
          </p:nvSpPr>
          <p:spPr>
            <a:xfrm>
              <a:off x="4199027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32" name="pl432"/>
            <p:cNvSpPr/>
            <p:nvPr/>
          </p:nvSpPr>
          <p:spPr>
            <a:xfrm>
              <a:off x="4494234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33" name="pl433"/>
            <p:cNvSpPr/>
            <p:nvPr/>
          </p:nvSpPr>
          <p:spPr>
            <a:xfrm>
              <a:off x="4789442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34" name="pl434"/>
            <p:cNvSpPr/>
            <p:nvPr/>
          </p:nvSpPr>
          <p:spPr>
            <a:xfrm>
              <a:off x="3239602" y="6633935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35" name="pl435"/>
            <p:cNvSpPr/>
            <p:nvPr/>
          </p:nvSpPr>
          <p:spPr>
            <a:xfrm>
              <a:off x="3239602" y="6058620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36" name="pl436"/>
            <p:cNvSpPr/>
            <p:nvPr/>
          </p:nvSpPr>
          <p:spPr>
            <a:xfrm>
              <a:off x="3461008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37" name="pl437"/>
            <p:cNvSpPr/>
            <p:nvPr/>
          </p:nvSpPr>
          <p:spPr>
            <a:xfrm>
              <a:off x="3756215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38" name="pl438"/>
            <p:cNvSpPr/>
            <p:nvPr/>
          </p:nvSpPr>
          <p:spPr>
            <a:xfrm>
              <a:off x="4051423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39" name="pl439"/>
            <p:cNvSpPr/>
            <p:nvPr/>
          </p:nvSpPr>
          <p:spPr>
            <a:xfrm>
              <a:off x="4346631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40" name="pl440"/>
            <p:cNvSpPr/>
            <p:nvPr/>
          </p:nvSpPr>
          <p:spPr>
            <a:xfrm>
              <a:off x="4641838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41" name="pl441"/>
            <p:cNvSpPr/>
            <p:nvPr/>
          </p:nvSpPr>
          <p:spPr>
            <a:xfrm>
              <a:off x="3339973" y="6633935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42" name="pl442"/>
            <p:cNvSpPr/>
            <p:nvPr/>
          </p:nvSpPr>
          <p:spPr>
            <a:xfrm>
              <a:off x="3369493" y="6633935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43" name="pl443"/>
            <p:cNvSpPr/>
            <p:nvPr/>
          </p:nvSpPr>
          <p:spPr>
            <a:xfrm>
              <a:off x="3399014" y="6633935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44" name="pl444"/>
            <p:cNvSpPr/>
            <p:nvPr/>
          </p:nvSpPr>
          <p:spPr>
            <a:xfrm>
              <a:off x="3422631" y="6633935"/>
              <a:ext cx="82658" cy="0"/>
            </a:xfrm>
            <a:custGeom>
              <a:avLst/>
              <a:gdLst/>
              <a:ahLst/>
              <a:cxnLst/>
              <a:rect l="0" t="0" r="0" b="0"/>
              <a:pathLst>
                <a:path w="82658">
                  <a:moveTo>
                    <a:pt x="0" y="0"/>
                  </a:moveTo>
                  <a:lnTo>
                    <a:pt x="82658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45" name="pl445"/>
            <p:cNvSpPr/>
            <p:nvPr/>
          </p:nvSpPr>
          <p:spPr>
            <a:xfrm>
              <a:off x="3505289" y="6633935"/>
              <a:ext cx="14760" cy="0"/>
            </a:xfrm>
            <a:custGeom>
              <a:avLst/>
              <a:gdLst/>
              <a:ahLst/>
              <a:cxnLst/>
              <a:rect l="0" t="0" r="0" b="0"/>
              <a:pathLst>
                <a:path w="14760">
                  <a:moveTo>
                    <a:pt x="0" y="0"/>
                  </a:moveTo>
                  <a:lnTo>
                    <a:pt x="14760" y="0"/>
                  </a:lnTo>
                </a:path>
              </a:pathLst>
            </a:custGeom>
            <a:ln w="1588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46" name="pl446"/>
            <p:cNvSpPr/>
            <p:nvPr/>
          </p:nvSpPr>
          <p:spPr>
            <a:xfrm>
              <a:off x="3520049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588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47" name="pl447"/>
            <p:cNvSpPr/>
            <p:nvPr/>
          </p:nvSpPr>
          <p:spPr>
            <a:xfrm>
              <a:off x="3540714" y="6633935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1588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48" name="pl448"/>
            <p:cNvSpPr/>
            <p:nvPr/>
          </p:nvSpPr>
          <p:spPr>
            <a:xfrm>
              <a:off x="3567283" y="6633935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1588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49" name="pl449"/>
            <p:cNvSpPr/>
            <p:nvPr/>
          </p:nvSpPr>
          <p:spPr>
            <a:xfrm>
              <a:off x="3584995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588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50" name="pl450"/>
            <p:cNvSpPr/>
            <p:nvPr/>
          </p:nvSpPr>
          <p:spPr>
            <a:xfrm>
              <a:off x="3605660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1588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51" name="pl451"/>
            <p:cNvSpPr/>
            <p:nvPr/>
          </p:nvSpPr>
          <p:spPr>
            <a:xfrm>
              <a:off x="3646989" y="6633935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52" name="pl452"/>
            <p:cNvSpPr/>
            <p:nvPr/>
          </p:nvSpPr>
          <p:spPr>
            <a:xfrm>
              <a:off x="3664701" y="6633935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53" name="pl453"/>
            <p:cNvSpPr/>
            <p:nvPr/>
          </p:nvSpPr>
          <p:spPr>
            <a:xfrm>
              <a:off x="3691270" y="6633935"/>
              <a:ext cx="14760" cy="0"/>
            </a:xfrm>
            <a:custGeom>
              <a:avLst/>
              <a:gdLst/>
              <a:ahLst/>
              <a:cxnLst/>
              <a:rect l="0" t="0" r="0" b="0"/>
              <a:pathLst>
                <a:path w="14760">
                  <a:moveTo>
                    <a:pt x="0" y="0"/>
                  </a:moveTo>
                  <a:lnTo>
                    <a:pt x="14760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54" name="pl454"/>
            <p:cNvSpPr/>
            <p:nvPr/>
          </p:nvSpPr>
          <p:spPr>
            <a:xfrm>
              <a:off x="3706030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55" name="pl455"/>
            <p:cNvSpPr/>
            <p:nvPr/>
          </p:nvSpPr>
          <p:spPr>
            <a:xfrm>
              <a:off x="3726695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56" name="pl456"/>
            <p:cNvSpPr/>
            <p:nvPr/>
          </p:nvSpPr>
          <p:spPr>
            <a:xfrm>
              <a:off x="3747359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57" name="pl457"/>
            <p:cNvSpPr/>
            <p:nvPr/>
          </p:nvSpPr>
          <p:spPr>
            <a:xfrm>
              <a:off x="3809353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58" name="pl458"/>
            <p:cNvSpPr/>
            <p:nvPr/>
          </p:nvSpPr>
          <p:spPr>
            <a:xfrm>
              <a:off x="3830017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59" name="pl459"/>
            <p:cNvSpPr/>
            <p:nvPr/>
          </p:nvSpPr>
          <p:spPr>
            <a:xfrm>
              <a:off x="3850682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60" name="pl460"/>
            <p:cNvSpPr/>
            <p:nvPr/>
          </p:nvSpPr>
          <p:spPr>
            <a:xfrm>
              <a:off x="3871346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61" name="pl461"/>
            <p:cNvSpPr/>
            <p:nvPr/>
          </p:nvSpPr>
          <p:spPr>
            <a:xfrm>
              <a:off x="3892011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62" name="pl462"/>
            <p:cNvSpPr/>
            <p:nvPr/>
          </p:nvSpPr>
          <p:spPr>
            <a:xfrm>
              <a:off x="3912675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63" name="pl463"/>
            <p:cNvSpPr/>
            <p:nvPr/>
          </p:nvSpPr>
          <p:spPr>
            <a:xfrm>
              <a:off x="3933340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64" name="pl464"/>
            <p:cNvSpPr/>
            <p:nvPr/>
          </p:nvSpPr>
          <p:spPr>
            <a:xfrm>
              <a:off x="3954004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65" name="pl465"/>
            <p:cNvSpPr/>
            <p:nvPr/>
          </p:nvSpPr>
          <p:spPr>
            <a:xfrm>
              <a:off x="3974669" y="6633935"/>
              <a:ext cx="100370" cy="0"/>
            </a:xfrm>
            <a:custGeom>
              <a:avLst/>
              <a:gdLst/>
              <a:ahLst/>
              <a:cxnLst/>
              <a:rect l="0" t="0" r="0" b="0"/>
              <a:pathLst>
                <a:path w="100370">
                  <a:moveTo>
                    <a:pt x="0" y="0"/>
                  </a:moveTo>
                  <a:lnTo>
                    <a:pt x="100370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66" name="pl466"/>
            <p:cNvSpPr/>
            <p:nvPr/>
          </p:nvSpPr>
          <p:spPr>
            <a:xfrm>
              <a:off x="4075040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67" name="pl467"/>
            <p:cNvSpPr/>
            <p:nvPr/>
          </p:nvSpPr>
          <p:spPr>
            <a:xfrm>
              <a:off x="4116369" y="6633935"/>
              <a:ext cx="8856" cy="0"/>
            </a:xfrm>
            <a:custGeom>
              <a:avLst/>
              <a:gdLst/>
              <a:ahLst/>
              <a:cxnLst/>
              <a:rect l="0" t="0" r="0" b="0"/>
              <a:pathLst>
                <a:path w="8856">
                  <a:moveTo>
                    <a:pt x="0" y="0"/>
                  </a:moveTo>
                  <a:lnTo>
                    <a:pt x="8856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68" name="pl468"/>
            <p:cNvSpPr/>
            <p:nvPr/>
          </p:nvSpPr>
          <p:spPr>
            <a:xfrm>
              <a:off x="4125225" y="6633935"/>
              <a:ext cx="11808" cy="0"/>
            </a:xfrm>
            <a:custGeom>
              <a:avLst/>
              <a:gdLst/>
              <a:ahLst/>
              <a:cxnLst/>
              <a:rect l="0" t="0" r="0" b="0"/>
              <a:pathLst>
                <a:path w="11808">
                  <a:moveTo>
                    <a:pt x="0" y="0"/>
                  </a:moveTo>
                  <a:lnTo>
                    <a:pt x="11808" y="0"/>
                  </a:lnTo>
                </a:path>
              </a:pathLst>
            </a:custGeom>
            <a:ln w="16256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69" name="pl469"/>
            <p:cNvSpPr/>
            <p:nvPr/>
          </p:nvSpPr>
          <p:spPr>
            <a:xfrm>
              <a:off x="4137033" y="6633935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1648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70" name="pl470"/>
            <p:cNvSpPr/>
            <p:nvPr/>
          </p:nvSpPr>
          <p:spPr>
            <a:xfrm>
              <a:off x="4160650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648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71" name="pl471"/>
            <p:cNvSpPr/>
            <p:nvPr/>
          </p:nvSpPr>
          <p:spPr>
            <a:xfrm>
              <a:off x="4181314" y="6633935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1648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72" name="pl472"/>
            <p:cNvSpPr/>
            <p:nvPr/>
          </p:nvSpPr>
          <p:spPr>
            <a:xfrm>
              <a:off x="4199027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648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73" name="pl473"/>
            <p:cNvSpPr/>
            <p:nvPr/>
          </p:nvSpPr>
          <p:spPr>
            <a:xfrm>
              <a:off x="4219691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1648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74" name="pl474"/>
            <p:cNvSpPr/>
            <p:nvPr/>
          </p:nvSpPr>
          <p:spPr>
            <a:xfrm>
              <a:off x="4261020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648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75" name="pl475"/>
            <p:cNvSpPr/>
            <p:nvPr/>
          </p:nvSpPr>
          <p:spPr>
            <a:xfrm>
              <a:off x="4281685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1648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76" name="pl476"/>
            <p:cNvSpPr/>
            <p:nvPr/>
          </p:nvSpPr>
          <p:spPr>
            <a:xfrm>
              <a:off x="4343678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1648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77" name="pl477"/>
            <p:cNvSpPr/>
            <p:nvPr/>
          </p:nvSpPr>
          <p:spPr>
            <a:xfrm>
              <a:off x="4385007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1648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78" name="pl478"/>
            <p:cNvSpPr/>
            <p:nvPr/>
          </p:nvSpPr>
          <p:spPr>
            <a:xfrm>
              <a:off x="4426337" y="6633935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1648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79" name="pl479"/>
            <p:cNvSpPr/>
            <p:nvPr/>
          </p:nvSpPr>
          <p:spPr>
            <a:xfrm>
              <a:off x="4452905" y="6633935"/>
              <a:ext cx="121035" cy="0"/>
            </a:xfrm>
            <a:custGeom>
              <a:avLst/>
              <a:gdLst/>
              <a:ahLst/>
              <a:cxnLst/>
              <a:rect l="0" t="0" r="0" b="0"/>
              <a:pathLst>
                <a:path w="121035">
                  <a:moveTo>
                    <a:pt x="0" y="0"/>
                  </a:moveTo>
                  <a:lnTo>
                    <a:pt x="121035" y="0"/>
                  </a:lnTo>
                </a:path>
              </a:pathLst>
            </a:custGeom>
            <a:ln w="1648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80" name="pl480"/>
            <p:cNvSpPr/>
            <p:nvPr/>
          </p:nvSpPr>
          <p:spPr>
            <a:xfrm>
              <a:off x="4573940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1648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81" name="pl481"/>
            <p:cNvSpPr/>
            <p:nvPr/>
          </p:nvSpPr>
          <p:spPr>
            <a:xfrm>
              <a:off x="4635934" y="6633935"/>
              <a:ext cx="59041" cy="0"/>
            </a:xfrm>
            <a:custGeom>
              <a:avLst/>
              <a:gdLst/>
              <a:ahLst/>
              <a:cxnLst/>
              <a:rect l="0" t="0" r="0" b="0"/>
              <a:pathLst>
                <a:path w="59041">
                  <a:moveTo>
                    <a:pt x="0" y="0"/>
                  </a:moveTo>
                  <a:lnTo>
                    <a:pt x="59041" y="0"/>
                  </a:lnTo>
                </a:path>
              </a:pathLst>
            </a:custGeom>
            <a:ln w="1648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82" name="pl482"/>
            <p:cNvSpPr/>
            <p:nvPr/>
          </p:nvSpPr>
          <p:spPr>
            <a:xfrm>
              <a:off x="4694975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1648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83" name="pl483"/>
            <p:cNvSpPr/>
            <p:nvPr/>
          </p:nvSpPr>
          <p:spPr>
            <a:xfrm>
              <a:off x="3339973" y="6058620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2281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84" name="pl484"/>
            <p:cNvSpPr/>
            <p:nvPr/>
          </p:nvSpPr>
          <p:spPr>
            <a:xfrm>
              <a:off x="3369493" y="6058620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2281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85" name="pl485"/>
            <p:cNvSpPr/>
            <p:nvPr/>
          </p:nvSpPr>
          <p:spPr>
            <a:xfrm>
              <a:off x="3393110" y="6058620"/>
              <a:ext cx="5904" cy="0"/>
            </a:xfrm>
            <a:custGeom>
              <a:avLst/>
              <a:gdLst/>
              <a:ahLst/>
              <a:cxnLst/>
              <a:rect l="0" t="0" r="0" b="0"/>
              <a:pathLst>
                <a:path w="5904">
                  <a:moveTo>
                    <a:pt x="0" y="0"/>
                  </a:moveTo>
                  <a:lnTo>
                    <a:pt x="5904" y="0"/>
                  </a:lnTo>
                </a:path>
              </a:pathLst>
            </a:custGeom>
            <a:ln w="2281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86" name="pl486"/>
            <p:cNvSpPr/>
            <p:nvPr/>
          </p:nvSpPr>
          <p:spPr>
            <a:xfrm>
              <a:off x="3399014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281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87" name="pl487"/>
            <p:cNvSpPr/>
            <p:nvPr/>
          </p:nvSpPr>
          <p:spPr>
            <a:xfrm>
              <a:off x="3419679" y="6058620"/>
              <a:ext cx="5904" cy="0"/>
            </a:xfrm>
            <a:custGeom>
              <a:avLst/>
              <a:gdLst/>
              <a:ahLst/>
              <a:cxnLst/>
              <a:rect l="0" t="0" r="0" b="0"/>
              <a:pathLst>
                <a:path w="5904">
                  <a:moveTo>
                    <a:pt x="0" y="0"/>
                  </a:moveTo>
                  <a:lnTo>
                    <a:pt x="5904" y="0"/>
                  </a:lnTo>
                </a:path>
              </a:pathLst>
            </a:custGeom>
            <a:ln w="2281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88" name="pl488"/>
            <p:cNvSpPr/>
            <p:nvPr/>
          </p:nvSpPr>
          <p:spPr>
            <a:xfrm>
              <a:off x="3425583" y="6058620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2281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89" name="pl489"/>
            <p:cNvSpPr/>
            <p:nvPr/>
          </p:nvSpPr>
          <p:spPr>
            <a:xfrm>
              <a:off x="3443295" y="6058620"/>
              <a:ext cx="32472" cy="0"/>
            </a:xfrm>
            <a:custGeom>
              <a:avLst/>
              <a:gdLst/>
              <a:ahLst/>
              <a:cxnLst/>
              <a:rect l="0" t="0" r="0" b="0"/>
              <a:pathLst>
                <a:path w="32472">
                  <a:moveTo>
                    <a:pt x="0" y="0"/>
                  </a:moveTo>
                  <a:lnTo>
                    <a:pt x="32472" y="0"/>
                  </a:lnTo>
                </a:path>
              </a:pathLst>
            </a:custGeom>
            <a:ln w="2281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90" name="pl490"/>
            <p:cNvSpPr/>
            <p:nvPr/>
          </p:nvSpPr>
          <p:spPr>
            <a:xfrm>
              <a:off x="3475768" y="6058620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2281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91" name="pl491"/>
            <p:cNvSpPr/>
            <p:nvPr/>
          </p:nvSpPr>
          <p:spPr>
            <a:xfrm>
              <a:off x="3505289" y="6058620"/>
              <a:ext cx="14760" cy="0"/>
            </a:xfrm>
            <a:custGeom>
              <a:avLst/>
              <a:gdLst/>
              <a:ahLst/>
              <a:cxnLst/>
              <a:rect l="0" t="0" r="0" b="0"/>
              <a:pathLst>
                <a:path w="14760">
                  <a:moveTo>
                    <a:pt x="0" y="0"/>
                  </a:moveTo>
                  <a:lnTo>
                    <a:pt x="14760" y="0"/>
                  </a:lnTo>
                </a:path>
              </a:pathLst>
            </a:custGeom>
            <a:ln w="2281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92" name="pl492"/>
            <p:cNvSpPr/>
            <p:nvPr/>
          </p:nvSpPr>
          <p:spPr>
            <a:xfrm>
              <a:off x="3520049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281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93" name="pl493"/>
            <p:cNvSpPr/>
            <p:nvPr/>
          </p:nvSpPr>
          <p:spPr>
            <a:xfrm>
              <a:off x="3540714" y="6058620"/>
              <a:ext cx="2952" cy="0"/>
            </a:xfrm>
            <a:custGeom>
              <a:avLst/>
              <a:gdLst/>
              <a:ahLst/>
              <a:cxnLst/>
              <a:rect l="0" t="0" r="0" b="0"/>
              <a:pathLst>
                <a:path w="2952">
                  <a:moveTo>
                    <a:pt x="0" y="0"/>
                  </a:moveTo>
                  <a:lnTo>
                    <a:pt x="2952" y="0"/>
                  </a:lnTo>
                </a:path>
              </a:pathLst>
            </a:custGeom>
            <a:ln w="2281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94" name="pl494"/>
            <p:cNvSpPr/>
            <p:nvPr/>
          </p:nvSpPr>
          <p:spPr>
            <a:xfrm>
              <a:off x="3543666" y="6058620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2281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95" name="pl495"/>
            <p:cNvSpPr/>
            <p:nvPr/>
          </p:nvSpPr>
          <p:spPr>
            <a:xfrm>
              <a:off x="3567283" y="6058620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2281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96" name="pl496"/>
            <p:cNvSpPr/>
            <p:nvPr/>
          </p:nvSpPr>
          <p:spPr>
            <a:xfrm>
              <a:off x="3584995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281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97" name="pl497"/>
            <p:cNvSpPr/>
            <p:nvPr/>
          </p:nvSpPr>
          <p:spPr>
            <a:xfrm>
              <a:off x="3605660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5851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98" name="pl498"/>
            <p:cNvSpPr/>
            <p:nvPr/>
          </p:nvSpPr>
          <p:spPr>
            <a:xfrm>
              <a:off x="3626324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5851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499" name="pl499"/>
            <p:cNvSpPr/>
            <p:nvPr/>
          </p:nvSpPr>
          <p:spPr>
            <a:xfrm>
              <a:off x="3646989" y="6058620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5851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00" name="pl500"/>
            <p:cNvSpPr/>
            <p:nvPr/>
          </p:nvSpPr>
          <p:spPr>
            <a:xfrm>
              <a:off x="3664701" y="6058620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5851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01" name="pl501"/>
            <p:cNvSpPr/>
            <p:nvPr/>
          </p:nvSpPr>
          <p:spPr>
            <a:xfrm>
              <a:off x="3691270" y="6058620"/>
              <a:ext cx="35424" cy="0"/>
            </a:xfrm>
            <a:custGeom>
              <a:avLst/>
              <a:gdLst/>
              <a:ahLst/>
              <a:cxnLst/>
              <a:rect l="0" t="0" r="0" b="0"/>
              <a:pathLst>
                <a:path w="35424">
                  <a:moveTo>
                    <a:pt x="0" y="0"/>
                  </a:moveTo>
                  <a:lnTo>
                    <a:pt x="35424" y="0"/>
                  </a:lnTo>
                </a:path>
              </a:pathLst>
            </a:custGeom>
            <a:ln w="5851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02" name="pl502"/>
            <p:cNvSpPr/>
            <p:nvPr/>
          </p:nvSpPr>
          <p:spPr>
            <a:xfrm>
              <a:off x="3726695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5851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03" name="pl503"/>
            <p:cNvSpPr/>
            <p:nvPr/>
          </p:nvSpPr>
          <p:spPr>
            <a:xfrm>
              <a:off x="3747359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5851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04" name="pl504"/>
            <p:cNvSpPr/>
            <p:nvPr/>
          </p:nvSpPr>
          <p:spPr>
            <a:xfrm>
              <a:off x="3768024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5851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05" name="pl505"/>
            <p:cNvSpPr/>
            <p:nvPr/>
          </p:nvSpPr>
          <p:spPr>
            <a:xfrm>
              <a:off x="3788688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6909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06" name="pl506"/>
            <p:cNvSpPr/>
            <p:nvPr/>
          </p:nvSpPr>
          <p:spPr>
            <a:xfrm>
              <a:off x="3809353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6909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07" name="pl507"/>
            <p:cNvSpPr/>
            <p:nvPr/>
          </p:nvSpPr>
          <p:spPr>
            <a:xfrm>
              <a:off x="3830017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6909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08" name="pl508"/>
            <p:cNvSpPr/>
            <p:nvPr/>
          </p:nvSpPr>
          <p:spPr>
            <a:xfrm>
              <a:off x="3850682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6909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09" name="pl509"/>
            <p:cNvSpPr/>
            <p:nvPr/>
          </p:nvSpPr>
          <p:spPr>
            <a:xfrm>
              <a:off x="3871346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5586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10" name="pl510"/>
            <p:cNvSpPr/>
            <p:nvPr/>
          </p:nvSpPr>
          <p:spPr>
            <a:xfrm>
              <a:off x="3892011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5586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11" name="pl511"/>
            <p:cNvSpPr/>
            <p:nvPr/>
          </p:nvSpPr>
          <p:spPr>
            <a:xfrm>
              <a:off x="3912675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5586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12" name="pl512"/>
            <p:cNvSpPr/>
            <p:nvPr/>
          </p:nvSpPr>
          <p:spPr>
            <a:xfrm>
              <a:off x="3933340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5586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13" name="pl513"/>
            <p:cNvSpPr/>
            <p:nvPr/>
          </p:nvSpPr>
          <p:spPr>
            <a:xfrm>
              <a:off x="3954004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5586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14" name="pl514"/>
            <p:cNvSpPr/>
            <p:nvPr/>
          </p:nvSpPr>
          <p:spPr>
            <a:xfrm>
              <a:off x="3974669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5586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15" name="pl515"/>
            <p:cNvSpPr/>
            <p:nvPr/>
          </p:nvSpPr>
          <p:spPr>
            <a:xfrm>
              <a:off x="3995334" y="6058620"/>
              <a:ext cx="59041" cy="0"/>
            </a:xfrm>
            <a:custGeom>
              <a:avLst/>
              <a:gdLst/>
              <a:ahLst/>
              <a:cxnLst/>
              <a:rect l="0" t="0" r="0" b="0"/>
              <a:pathLst>
                <a:path w="59041">
                  <a:moveTo>
                    <a:pt x="0" y="0"/>
                  </a:moveTo>
                  <a:lnTo>
                    <a:pt x="59041" y="0"/>
                  </a:lnTo>
                </a:path>
              </a:pathLst>
            </a:custGeom>
            <a:ln w="15586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16" name="pt516"/>
            <p:cNvSpPr/>
            <p:nvPr/>
          </p:nvSpPr>
          <p:spPr>
            <a:xfrm>
              <a:off x="3453704" y="6582350"/>
              <a:ext cx="103170" cy="10317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517" name="pt517"/>
            <p:cNvSpPr/>
            <p:nvPr/>
          </p:nvSpPr>
          <p:spPr>
            <a:xfrm>
              <a:off x="3633901" y="6620848"/>
              <a:ext cx="26174" cy="2617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518" name="pt518"/>
            <p:cNvSpPr/>
            <p:nvPr/>
          </p:nvSpPr>
          <p:spPr>
            <a:xfrm>
              <a:off x="4126734" y="6623636"/>
              <a:ext cx="20597" cy="2059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519" name="pg519"/>
            <p:cNvSpPr/>
            <p:nvPr/>
          </p:nvSpPr>
          <p:spPr>
            <a:xfrm>
              <a:off x="3329130" y="6046101"/>
              <a:ext cx="21684" cy="18779"/>
            </a:xfrm>
            <a:custGeom>
              <a:avLst/>
              <a:gdLst/>
              <a:ahLst/>
              <a:cxnLst/>
              <a:rect l="0" t="0" r="0" b="0"/>
              <a:pathLst>
                <a:path w="21684" h="18779">
                  <a:moveTo>
                    <a:pt x="10842" y="0"/>
                  </a:moveTo>
                  <a:lnTo>
                    <a:pt x="21684" y="18779"/>
                  </a:lnTo>
                  <a:lnTo>
                    <a:pt x="0" y="187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520" name="pg520"/>
            <p:cNvSpPr/>
            <p:nvPr/>
          </p:nvSpPr>
          <p:spPr>
            <a:xfrm>
              <a:off x="3579303" y="6028186"/>
              <a:ext cx="52713" cy="45651"/>
            </a:xfrm>
            <a:custGeom>
              <a:avLst/>
              <a:gdLst/>
              <a:ahLst/>
              <a:cxnLst/>
              <a:rect l="0" t="0" r="0" b="0"/>
              <a:pathLst>
                <a:path w="52713" h="45651">
                  <a:moveTo>
                    <a:pt x="26356" y="0"/>
                  </a:moveTo>
                  <a:lnTo>
                    <a:pt x="52713" y="45651"/>
                  </a:lnTo>
                  <a:lnTo>
                    <a:pt x="0" y="4565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521" name="pg521"/>
            <p:cNvSpPr/>
            <p:nvPr/>
          </p:nvSpPr>
          <p:spPr>
            <a:xfrm>
              <a:off x="3769955" y="6036989"/>
              <a:ext cx="37466" cy="32447"/>
            </a:xfrm>
            <a:custGeom>
              <a:avLst/>
              <a:gdLst/>
              <a:ahLst/>
              <a:cxnLst/>
              <a:rect l="0" t="0" r="0" b="0"/>
              <a:pathLst>
                <a:path w="37466" h="32447">
                  <a:moveTo>
                    <a:pt x="18733" y="0"/>
                  </a:moveTo>
                  <a:lnTo>
                    <a:pt x="37466" y="32447"/>
                  </a:lnTo>
                  <a:lnTo>
                    <a:pt x="0" y="324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522" name="pg522"/>
            <p:cNvSpPr/>
            <p:nvPr/>
          </p:nvSpPr>
          <p:spPr>
            <a:xfrm>
              <a:off x="3809601" y="5987322"/>
              <a:ext cx="123491" cy="106946"/>
            </a:xfrm>
            <a:custGeom>
              <a:avLst/>
              <a:gdLst/>
              <a:ahLst/>
              <a:cxnLst/>
              <a:rect l="0" t="0" r="0" b="0"/>
              <a:pathLst>
                <a:path w="123491" h="106946">
                  <a:moveTo>
                    <a:pt x="61745" y="0"/>
                  </a:moveTo>
                  <a:lnTo>
                    <a:pt x="123491" y="106946"/>
                  </a:lnTo>
                  <a:lnTo>
                    <a:pt x="0" y="10694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523" name="tx523"/>
            <p:cNvSpPr/>
            <p:nvPr/>
          </p:nvSpPr>
          <p:spPr>
            <a:xfrm>
              <a:off x="4355038" y="6243208"/>
              <a:ext cx="401931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1652</a:t>
              </a:r>
            </a:p>
          </p:txBody>
        </p:sp>
        <p:sp>
          <p:nvSpPr>
            <p:cNvPr id="524" name="tx524"/>
            <p:cNvSpPr/>
            <p:nvPr/>
          </p:nvSpPr>
          <p:spPr>
            <a:xfrm>
              <a:off x="3652444" y="5670098"/>
              <a:ext cx="401931" cy="1298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1477</a:t>
              </a:r>
            </a:p>
          </p:txBody>
        </p:sp>
        <p:sp>
          <p:nvSpPr>
            <p:cNvPr id="525" name="rc525"/>
            <p:cNvSpPr/>
            <p:nvPr/>
          </p:nvSpPr>
          <p:spPr>
            <a:xfrm>
              <a:off x="3239602" y="5713431"/>
              <a:ext cx="1623641" cy="1265692"/>
            </a:xfrm>
            <a:prstGeom prst="rect">
              <a:avLst/>
            </a:prstGeom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26" name="rc526"/>
            <p:cNvSpPr/>
            <p:nvPr/>
          </p:nvSpPr>
          <p:spPr>
            <a:xfrm>
              <a:off x="4977117" y="5713431"/>
              <a:ext cx="1623641" cy="12656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527" name="pl527"/>
            <p:cNvSpPr/>
            <p:nvPr/>
          </p:nvSpPr>
          <p:spPr>
            <a:xfrm>
              <a:off x="5050919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28" name="pl528"/>
            <p:cNvSpPr/>
            <p:nvPr/>
          </p:nvSpPr>
          <p:spPr>
            <a:xfrm>
              <a:off x="5346126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29" name="pl529"/>
            <p:cNvSpPr/>
            <p:nvPr/>
          </p:nvSpPr>
          <p:spPr>
            <a:xfrm>
              <a:off x="5641334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30" name="pl530"/>
            <p:cNvSpPr/>
            <p:nvPr/>
          </p:nvSpPr>
          <p:spPr>
            <a:xfrm>
              <a:off x="5936541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31" name="pl531"/>
            <p:cNvSpPr/>
            <p:nvPr/>
          </p:nvSpPr>
          <p:spPr>
            <a:xfrm>
              <a:off x="6231749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32" name="pl532"/>
            <p:cNvSpPr/>
            <p:nvPr/>
          </p:nvSpPr>
          <p:spPr>
            <a:xfrm>
              <a:off x="6526956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33" name="pl533"/>
            <p:cNvSpPr/>
            <p:nvPr/>
          </p:nvSpPr>
          <p:spPr>
            <a:xfrm>
              <a:off x="4977117" y="6633935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34" name="pl534"/>
            <p:cNvSpPr/>
            <p:nvPr/>
          </p:nvSpPr>
          <p:spPr>
            <a:xfrm>
              <a:off x="4977117" y="6058620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35" name="pl535"/>
            <p:cNvSpPr/>
            <p:nvPr/>
          </p:nvSpPr>
          <p:spPr>
            <a:xfrm>
              <a:off x="5198522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36" name="pl536"/>
            <p:cNvSpPr/>
            <p:nvPr/>
          </p:nvSpPr>
          <p:spPr>
            <a:xfrm>
              <a:off x="5493730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37" name="pl537"/>
            <p:cNvSpPr/>
            <p:nvPr/>
          </p:nvSpPr>
          <p:spPr>
            <a:xfrm>
              <a:off x="5788938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38" name="pl538"/>
            <p:cNvSpPr/>
            <p:nvPr/>
          </p:nvSpPr>
          <p:spPr>
            <a:xfrm>
              <a:off x="6084145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39" name="pl539"/>
            <p:cNvSpPr/>
            <p:nvPr/>
          </p:nvSpPr>
          <p:spPr>
            <a:xfrm>
              <a:off x="6379353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40" name="pl540"/>
            <p:cNvSpPr/>
            <p:nvPr/>
          </p:nvSpPr>
          <p:spPr>
            <a:xfrm>
              <a:off x="5077487" y="6633935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41" name="pl541"/>
            <p:cNvSpPr/>
            <p:nvPr/>
          </p:nvSpPr>
          <p:spPr>
            <a:xfrm>
              <a:off x="5107008" y="6633935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42" name="pl542"/>
            <p:cNvSpPr/>
            <p:nvPr/>
          </p:nvSpPr>
          <p:spPr>
            <a:xfrm>
              <a:off x="5136529" y="6633935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43" name="pl543"/>
            <p:cNvSpPr/>
            <p:nvPr/>
          </p:nvSpPr>
          <p:spPr>
            <a:xfrm>
              <a:off x="5160145" y="6633935"/>
              <a:ext cx="82658" cy="0"/>
            </a:xfrm>
            <a:custGeom>
              <a:avLst/>
              <a:gdLst/>
              <a:ahLst/>
              <a:cxnLst/>
              <a:rect l="0" t="0" r="0" b="0"/>
              <a:pathLst>
                <a:path w="82658">
                  <a:moveTo>
                    <a:pt x="0" y="0"/>
                  </a:moveTo>
                  <a:lnTo>
                    <a:pt x="82658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44" name="pl544"/>
            <p:cNvSpPr/>
            <p:nvPr/>
          </p:nvSpPr>
          <p:spPr>
            <a:xfrm>
              <a:off x="5242804" y="6633935"/>
              <a:ext cx="14760" cy="0"/>
            </a:xfrm>
            <a:custGeom>
              <a:avLst/>
              <a:gdLst/>
              <a:ahLst/>
              <a:cxnLst/>
              <a:rect l="0" t="0" r="0" b="0"/>
              <a:pathLst>
                <a:path w="14760">
                  <a:moveTo>
                    <a:pt x="0" y="0"/>
                  </a:moveTo>
                  <a:lnTo>
                    <a:pt x="14760" y="0"/>
                  </a:lnTo>
                </a:path>
              </a:pathLst>
            </a:custGeom>
            <a:ln w="2525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45" name="pl545"/>
            <p:cNvSpPr/>
            <p:nvPr/>
          </p:nvSpPr>
          <p:spPr>
            <a:xfrm>
              <a:off x="5257564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525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46" name="pl546"/>
            <p:cNvSpPr/>
            <p:nvPr/>
          </p:nvSpPr>
          <p:spPr>
            <a:xfrm>
              <a:off x="5278228" y="6633935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2525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47" name="pl547"/>
            <p:cNvSpPr/>
            <p:nvPr/>
          </p:nvSpPr>
          <p:spPr>
            <a:xfrm>
              <a:off x="5304797" y="6633935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2525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48" name="pl548"/>
            <p:cNvSpPr/>
            <p:nvPr/>
          </p:nvSpPr>
          <p:spPr>
            <a:xfrm>
              <a:off x="5322510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525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49" name="pl549"/>
            <p:cNvSpPr/>
            <p:nvPr/>
          </p:nvSpPr>
          <p:spPr>
            <a:xfrm>
              <a:off x="5343174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2525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50" name="pl550"/>
            <p:cNvSpPr/>
            <p:nvPr/>
          </p:nvSpPr>
          <p:spPr>
            <a:xfrm>
              <a:off x="5384503" y="6633935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2525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51" name="pl551"/>
            <p:cNvSpPr/>
            <p:nvPr/>
          </p:nvSpPr>
          <p:spPr>
            <a:xfrm>
              <a:off x="5402216" y="6633935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2525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52" name="pl552"/>
            <p:cNvSpPr/>
            <p:nvPr/>
          </p:nvSpPr>
          <p:spPr>
            <a:xfrm>
              <a:off x="5428784" y="6633935"/>
              <a:ext cx="14760" cy="0"/>
            </a:xfrm>
            <a:custGeom>
              <a:avLst/>
              <a:gdLst/>
              <a:ahLst/>
              <a:cxnLst/>
              <a:rect l="0" t="0" r="0" b="0"/>
              <a:pathLst>
                <a:path w="14760">
                  <a:moveTo>
                    <a:pt x="0" y="0"/>
                  </a:moveTo>
                  <a:lnTo>
                    <a:pt x="14760" y="0"/>
                  </a:lnTo>
                </a:path>
              </a:pathLst>
            </a:custGeom>
            <a:ln w="2525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53" name="pl553"/>
            <p:cNvSpPr/>
            <p:nvPr/>
          </p:nvSpPr>
          <p:spPr>
            <a:xfrm>
              <a:off x="5443545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525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54" name="pl554"/>
            <p:cNvSpPr/>
            <p:nvPr/>
          </p:nvSpPr>
          <p:spPr>
            <a:xfrm>
              <a:off x="5464209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525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55" name="pl555"/>
            <p:cNvSpPr/>
            <p:nvPr/>
          </p:nvSpPr>
          <p:spPr>
            <a:xfrm>
              <a:off x="5484874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25381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56" name="pl556"/>
            <p:cNvSpPr/>
            <p:nvPr/>
          </p:nvSpPr>
          <p:spPr>
            <a:xfrm>
              <a:off x="5546867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5381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57" name="pl557"/>
            <p:cNvSpPr/>
            <p:nvPr/>
          </p:nvSpPr>
          <p:spPr>
            <a:xfrm>
              <a:off x="5567532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5381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58" name="pl558"/>
            <p:cNvSpPr/>
            <p:nvPr/>
          </p:nvSpPr>
          <p:spPr>
            <a:xfrm>
              <a:off x="5588196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5381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59" name="pl559"/>
            <p:cNvSpPr/>
            <p:nvPr/>
          </p:nvSpPr>
          <p:spPr>
            <a:xfrm>
              <a:off x="5608861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5381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60" name="pl560"/>
            <p:cNvSpPr/>
            <p:nvPr/>
          </p:nvSpPr>
          <p:spPr>
            <a:xfrm>
              <a:off x="5629525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5381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61" name="pl561"/>
            <p:cNvSpPr/>
            <p:nvPr/>
          </p:nvSpPr>
          <p:spPr>
            <a:xfrm>
              <a:off x="5650190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5381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62" name="pl562"/>
            <p:cNvSpPr/>
            <p:nvPr/>
          </p:nvSpPr>
          <p:spPr>
            <a:xfrm>
              <a:off x="5670855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5381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63" name="pl563"/>
            <p:cNvSpPr/>
            <p:nvPr/>
          </p:nvSpPr>
          <p:spPr>
            <a:xfrm>
              <a:off x="5691519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5381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64" name="pl564"/>
            <p:cNvSpPr/>
            <p:nvPr/>
          </p:nvSpPr>
          <p:spPr>
            <a:xfrm>
              <a:off x="5712184" y="6633935"/>
              <a:ext cx="100370" cy="0"/>
            </a:xfrm>
            <a:custGeom>
              <a:avLst/>
              <a:gdLst/>
              <a:ahLst/>
              <a:cxnLst/>
              <a:rect l="0" t="0" r="0" b="0"/>
              <a:pathLst>
                <a:path w="100370">
                  <a:moveTo>
                    <a:pt x="0" y="0"/>
                  </a:moveTo>
                  <a:lnTo>
                    <a:pt x="100370" y="0"/>
                  </a:lnTo>
                </a:path>
              </a:pathLst>
            </a:custGeom>
            <a:ln w="25381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65" name="pl565"/>
            <p:cNvSpPr/>
            <p:nvPr/>
          </p:nvSpPr>
          <p:spPr>
            <a:xfrm>
              <a:off x="5812554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25381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66" name="pl566"/>
            <p:cNvSpPr/>
            <p:nvPr/>
          </p:nvSpPr>
          <p:spPr>
            <a:xfrm>
              <a:off x="5853883" y="6633935"/>
              <a:ext cx="8856" cy="0"/>
            </a:xfrm>
            <a:custGeom>
              <a:avLst/>
              <a:gdLst/>
              <a:ahLst/>
              <a:cxnLst/>
              <a:rect l="0" t="0" r="0" b="0"/>
              <a:pathLst>
                <a:path w="8856">
                  <a:moveTo>
                    <a:pt x="0" y="0"/>
                  </a:moveTo>
                  <a:lnTo>
                    <a:pt x="8856" y="0"/>
                  </a:lnTo>
                </a:path>
              </a:pathLst>
            </a:custGeom>
            <a:ln w="25381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67" name="pl567"/>
            <p:cNvSpPr/>
            <p:nvPr/>
          </p:nvSpPr>
          <p:spPr>
            <a:xfrm>
              <a:off x="5862739" y="6633935"/>
              <a:ext cx="11808" cy="0"/>
            </a:xfrm>
            <a:custGeom>
              <a:avLst/>
              <a:gdLst/>
              <a:ahLst/>
              <a:cxnLst/>
              <a:rect l="0" t="0" r="0" b="0"/>
              <a:pathLst>
                <a:path w="11808">
                  <a:moveTo>
                    <a:pt x="0" y="0"/>
                  </a:moveTo>
                  <a:lnTo>
                    <a:pt x="11808" y="0"/>
                  </a:lnTo>
                </a:path>
              </a:pathLst>
            </a:custGeom>
            <a:ln w="25381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68" name="pl568"/>
            <p:cNvSpPr/>
            <p:nvPr/>
          </p:nvSpPr>
          <p:spPr>
            <a:xfrm>
              <a:off x="5874548" y="6633935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25381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69" name="pl569"/>
            <p:cNvSpPr/>
            <p:nvPr/>
          </p:nvSpPr>
          <p:spPr>
            <a:xfrm>
              <a:off x="5898164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55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70" name="pl570"/>
            <p:cNvSpPr/>
            <p:nvPr/>
          </p:nvSpPr>
          <p:spPr>
            <a:xfrm>
              <a:off x="5918829" y="6633935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255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71" name="pl571"/>
            <p:cNvSpPr/>
            <p:nvPr/>
          </p:nvSpPr>
          <p:spPr>
            <a:xfrm>
              <a:off x="5936541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55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72" name="pl572"/>
            <p:cNvSpPr/>
            <p:nvPr/>
          </p:nvSpPr>
          <p:spPr>
            <a:xfrm>
              <a:off x="5957206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255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73" name="pl573"/>
            <p:cNvSpPr/>
            <p:nvPr/>
          </p:nvSpPr>
          <p:spPr>
            <a:xfrm>
              <a:off x="5998535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55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74" name="pl574"/>
            <p:cNvSpPr/>
            <p:nvPr/>
          </p:nvSpPr>
          <p:spPr>
            <a:xfrm>
              <a:off x="6019199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255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75" name="pl575"/>
            <p:cNvSpPr/>
            <p:nvPr/>
          </p:nvSpPr>
          <p:spPr>
            <a:xfrm>
              <a:off x="6081193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255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76" name="pl576"/>
            <p:cNvSpPr/>
            <p:nvPr/>
          </p:nvSpPr>
          <p:spPr>
            <a:xfrm>
              <a:off x="6122522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255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77" name="pl577"/>
            <p:cNvSpPr/>
            <p:nvPr/>
          </p:nvSpPr>
          <p:spPr>
            <a:xfrm>
              <a:off x="6163851" y="6633935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255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78" name="pl578"/>
            <p:cNvSpPr/>
            <p:nvPr/>
          </p:nvSpPr>
          <p:spPr>
            <a:xfrm>
              <a:off x="6190420" y="6633935"/>
              <a:ext cx="121035" cy="0"/>
            </a:xfrm>
            <a:custGeom>
              <a:avLst/>
              <a:gdLst/>
              <a:ahLst/>
              <a:cxnLst/>
              <a:rect l="0" t="0" r="0" b="0"/>
              <a:pathLst>
                <a:path w="121035">
                  <a:moveTo>
                    <a:pt x="0" y="0"/>
                  </a:moveTo>
                  <a:lnTo>
                    <a:pt x="121035" y="0"/>
                  </a:lnTo>
                </a:path>
              </a:pathLst>
            </a:custGeom>
            <a:ln w="255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79" name="pl579"/>
            <p:cNvSpPr/>
            <p:nvPr/>
          </p:nvSpPr>
          <p:spPr>
            <a:xfrm>
              <a:off x="6311455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255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80" name="pl580"/>
            <p:cNvSpPr/>
            <p:nvPr/>
          </p:nvSpPr>
          <p:spPr>
            <a:xfrm>
              <a:off x="6373449" y="6633935"/>
              <a:ext cx="59041" cy="0"/>
            </a:xfrm>
            <a:custGeom>
              <a:avLst/>
              <a:gdLst/>
              <a:ahLst/>
              <a:cxnLst/>
              <a:rect l="0" t="0" r="0" b="0"/>
              <a:pathLst>
                <a:path w="59041">
                  <a:moveTo>
                    <a:pt x="0" y="0"/>
                  </a:moveTo>
                  <a:lnTo>
                    <a:pt x="59041" y="0"/>
                  </a:lnTo>
                </a:path>
              </a:pathLst>
            </a:custGeom>
            <a:ln w="255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81" name="pl581"/>
            <p:cNvSpPr/>
            <p:nvPr/>
          </p:nvSpPr>
          <p:spPr>
            <a:xfrm>
              <a:off x="6432490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255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82" name="pl582"/>
            <p:cNvSpPr/>
            <p:nvPr/>
          </p:nvSpPr>
          <p:spPr>
            <a:xfrm>
              <a:off x="5077487" y="6058620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2772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83" name="pl583"/>
            <p:cNvSpPr/>
            <p:nvPr/>
          </p:nvSpPr>
          <p:spPr>
            <a:xfrm>
              <a:off x="5107008" y="6058620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2772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84" name="pl584"/>
            <p:cNvSpPr/>
            <p:nvPr/>
          </p:nvSpPr>
          <p:spPr>
            <a:xfrm>
              <a:off x="5130625" y="6058620"/>
              <a:ext cx="5904" cy="0"/>
            </a:xfrm>
            <a:custGeom>
              <a:avLst/>
              <a:gdLst/>
              <a:ahLst/>
              <a:cxnLst/>
              <a:rect l="0" t="0" r="0" b="0"/>
              <a:pathLst>
                <a:path w="5904">
                  <a:moveTo>
                    <a:pt x="0" y="0"/>
                  </a:moveTo>
                  <a:lnTo>
                    <a:pt x="5904" y="0"/>
                  </a:lnTo>
                </a:path>
              </a:pathLst>
            </a:custGeom>
            <a:ln w="16017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85" name="pl585"/>
            <p:cNvSpPr/>
            <p:nvPr/>
          </p:nvSpPr>
          <p:spPr>
            <a:xfrm>
              <a:off x="5136529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6017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86" name="pl586"/>
            <p:cNvSpPr/>
            <p:nvPr/>
          </p:nvSpPr>
          <p:spPr>
            <a:xfrm>
              <a:off x="5157193" y="6058620"/>
              <a:ext cx="5904" cy="0"/>
            </a:xfrm>
            <a:custGeom>
              <a:avLst/>
              <a:gdLst/>
              <a:ahLst/>
              <a:cxnLst/>
              <a:rect l="0" t="0" r="0" b="0"/>
              <a:pathLst>
                <a:path w="5904">
                  <a:moveTo>
                    <a:pt x="0" y="0"/>
                  </a:moveTo>
                  <a:lnTo>
                    <a:pt x="5904" y="0"/>
                  </a:lnTo>
                </a:path>
              </a:pathLst>
            </a:custGeom>
            <a:ln w="18236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87" name="pl587"/>
            <p:cNvSpPr/>
            <p:nvPr/>
          </p:nvSpPr>
          <p:spPr>
            <a:xfrm>
              <a:off x="5163097" y="6058620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18236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88" name="pl588"/>
            <p:cNvSpPr/>
            <p:nvPr/>
          </p:nvSpPr>
          <p:spPr>
            <a:xfrm>
              <a:off x="5180810" y="6058620"/>
              <a:ext cx="32472" cy="0"/>
            </a:xfrm>
            <a:custGeom>
              <a:avLst/>
              <a:gdLst/>
              <a:ahLst/>
              <a:cxnLst/>
              <a:rect l="0" t="0" r="0" b="0"/>
              <a:pathLst>
                <a:path w="32472">
                  <a:moveTo>
                    <a:pt x="0" y="0"/>
                  </a:moveTo>
                  <a:lnTo>
                    <a:pt x="32472" y="0"/>
                  </a:lnTo>
                </a:path>
              </a:pathLst>
            </a:custGeom>
            <a:ln w="18236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89" name="pl589"/>
            <p:cNvSpPr/>
            <p:nvPr/>
          </p:nvSpPr>
          <p:spPr>
            <a:xfrm>
              <a:off x="5213283" y="6058620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18236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90" name="pl590"/>
            <p:cNvSpPr/>
            <p:nvPr/>
          </p:nvSpPr>
          <p:spPr>
            <a:xfrm>
              <a:off x="5242804" y="6058620"/>
              <a:ext cx="14760" cy="0"/>
            </a:xfrm>
            <a:custGeom>
              <a:avLst/>
              <a:gdLst/>
              <a:ahLst/>
              <a:cxnLst/>
              <a:rect l="0" t="0" r="0" b="0"/>
              <a:pathLst>
                <a:path w="14760">
                  <a:moveTo>
                    <a:pt x="0" y="0"/>
                  </a:moveTo>
                  <a:lnTo>
                    <a:pt x="14760" y="0"/>
                  </a:lnTo>
                </a:path>
              </a:pathLst>
            </a:custGeom>
            <a:ln w="18236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91" name="pl591"/>
            <p:cNvSpPr/>
            <p:nvPr/>
          </p:nvSpPr>
          <p:spPr>
            <a:xfrm>
              <a:off x="5257564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076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92" name="pl592"/>
            <p:cNvSpPr/>
            <p:nvPr/>
          </p:nvSpPr>
          <p:spPr>
            <a:xfrm>
              <a:off x="5278228" y="6058620"/>
              <a:ext cx="2952" cy="0"/>
            </a:xfrm>
            <a:custGeom>
              <a:avLst/>
              <a:gdLst/>
              <a:ahLst/>
              <a:cxnLst/>
              <a:rect l="0" t="0" r="0" b="0"/>
              <a:pathLst>
                <a:path w="2952">
                  <a:moveTo>
                    <a:pt x="0" y="0"/>
                  </a:moveTo>
                  <a:lnTo>
                    <a:pt x="2952" y="0"/>
                  </a:lnTo>
                </a:path>
              </a:pathLst>
            </a:custGeom>
            <a:ln w="19076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93" name="pl593"/>
            <p:cNvSpPr/>
            <p:nvPr/>
          </p:nvSpPr>
          <p:spPr>
            <a:xfrm>
              <a:off x="5281181" y="6058620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19076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94" name="pl594"/>
            <p:cNvSpPr/>
            <p:nvPr/>
          </p:nvSpPr>
          <p:spPr>
            <a:xfrm>
              <a:off x="5304797" y="6058620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24375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95" name="pl595"/>
            <p:cNvSpPr/>
            <p:nvPr/>
          </p:nvSpPr>
          <p:spPr>
            <a:xfrm>
              <a:off x="5322510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4375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96" name="pl596"/>
            <p:cNvSpPr/>
            <p:nvPr/>
          </p:nvSpPr>
          <p:spPr>
            <a:xfrm>
              <a:off x="5343174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4375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97" name="pl597"/>
            <p:cNvSpPr/>
            <p:nvPr/>
          </p:nvSpPr>
          <p:spPr>
            <a:xfrm>
              <a:off x="5363839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4375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98" name="pl598"/>
            <p:cNvSpPr/>
            <p:nvPr/>
          </p:nvSpPr>
          <p:spPr>
            <a:xfrm>
              <a:off x="5384503" y="6058620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24375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599" name="pl599"/>
            <p:cNvSpPr/>
            <p:nvPr/>
          </p:nvSpPr>
          <p:spPr>
            <a:xfrm>
              <a:off x="5402216" y="6058620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24375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00" name="pl600"/>
            <p:cNvSpPr/>
            <p:nvPr/>
          </p:nvSpPr>
          <p:spPr>
            <a:xfrm>
              <a:off x="5428784" y="6058620"/>
              <a:ext cx="35424" cy="0"/>
            </a:xfrm>
            <a:custGeom>
              <a:avLst/>
              <a:gdLst/>
              <a:ahLst/>
              <a:cxnLst/>
              <a:rect l="0" t="0" r="0" b="0"/>
              <a:pathLst>
                <a:path w="35424">
                  <a:moveTo>
                    <a:pt x="0" y="0"/>
                  </a:moveTo>
                  <a:lnTo>
                    <a:pt x="35424" y="0"/>
                  </a:lnTo>
                </a:path>
              </a:pathLst>
            </a:custGeom>
            <a:ln w="27185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01" name="pl601"/>
            <p:cNvSpPr/>
            <p:nvPr/>
          </p:nvSpPr>
          <p:spPr>
            <a:xfrm>
              <a:off x="5464209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7185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02" name="pl602"/>
            <p:cNvSpPr/>
            <p:nvPr/>
          </p:nvSpPr>
          <p:spPr>
            <a:xfrm>
              <a:off x="5484874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059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03" name="pl603"/>
            <p:cNvSpPr/>
            <p:nvPr/>
          </p:nvSpPr>
          <p:spPr>
            <a:xfrm>
              <a:off x="5505538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059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04" name="pl604"/>
            <p:cNvSpPr/>
            <p:nvPr/>
          </p:nvSpPr>
          <p:spPr>
            <a:xfrm>
              <a:off x="5526203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059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05" name="pl605"/>
            <p:cNvSpPr/>
            <p:nvPr/>
          </p:nvSpPr>
          <p:spPr>
            <a:xfrm>
              <a:off x="5546867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059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06" name="pl606"/>
            <p:cNvSpPr/>
            <p:nvPr/>
          </p:nvSpPr>
          <p:spPr>
            <a:xfrm>
              <a:off x="5567532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059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07" name="pl607"/>
            <p:cNvSpPr/>
            <p:nvPr/>
          </p:nvSpPr>
          <p:spPr>
            <a:xfrm>
              <a:off x="5588196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059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08" name="pl608"/>
            <p:cNvSpPr/>
            <p:nvPr/>
          </p:nvSpPr>
          <p:spPr>
            <a:xfrm>
              <a:off x="5608861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2397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09" name="pl609"/>
            <p:cNvSpPr/>
            <p:nvPr/>
          </p:nvSpPr>
          <p:spPr>
            <a:xfrm>
              <a:off x="5629525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3305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10" name="pl610"/>
            <p:cNvSpPr/>
            <p:nvPr/>
          </p:nvSpPr>
          <p:spPr>
            <a:xfrm>
              <a:off x="5650190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3305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11" name="pl611"/>
            <p:cNvSpPr/>
            <p:nvPr/>
          </p:nvSpPr>
          <p:spPr>
            <a:xfrm>
              <a:off x="5670855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3305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12" name="pl612"/>
            <p:cNvSpPr/>
            <p:nvPr/>
          </p:nvSpPr>
          <p:spPr>
            <a:xfrm>
              <a:off x="5691519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3305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13" name="pl613"/>
            <p:cNvSpPr/>
            <p:nvPr/>
          </p:nvSpPr>
          <p:spPr>
            <a:xfrm>
              <a:off x="5712184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3988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14" name="pl614"/>
            <p:cNvSpPr/>
            <p:nvPr/>
          </p:nvSpPr>
          <p:spPr>
            <a:xfrm>
              <a:off x="5732848" y="6058620"/>
              <a:ext cx="59041" cy="0"/>
            </a:xfrm>
            <a:custGeom>
              <a:avLst/>
              <a:gdLst/>
              <a:ahLst/>
              <a:cxnLst/>
              <a:rect l="0" t="0" r="0" b="0"/>
              <a:pathLst>
                <a:path w="59041">
                  <a:moveTo>
                    <a:pt x="0" y="0"/>
                  </a:moveTo>
                  <a:lnTo>
                    <a:pt x="59041" y="0"/>
                  </a:lnTo>
                </a:path>
              </a:pathLst>
            </a:custGeom>
            <a:ln w="33988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15" name="pt615"/>
            <p:cNvSpPr/>
            <p:nvPr/>
          </p:nvSpPr>
          <p:spPr>
            <a:xfrm>
              <a:off x="5163153" y="6554284"/>
              <a:ext cx="159301" cy="15930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616" name="pt616"/>
            <p:cNvSpPr/>
            <p:nvPr/>
          </p:nvSpPr>
          <p:spPr>
            <a:xfrm>
              <a:off x="5475409" y="6624470"/>
              <a:ext cx="18930" cy="1893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617" name="pt617"/>
            <p:cNvSpPr/>
            <p:nvPr/>
          </p:nvSpPr>
          <p:spPr>
            <a:xfrm>
              <a:off x="5885798" y="6621568"/>
              <a:ext cx="24733" cy="2473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618" name="pg618"/>
            <p:cNvSpPr/>
            <p:nvPr/>
          </p:nvSpPr>
          <p:spPr>
            <a:xfrm>
              <a:off x="5063446" y="6042406"/>
              <a:ext cx="28083" cy="24320"/>
            </a:xfrm>
            <a:custGeom>
              <a:avLst/>
              <a:gdLst/>
              <a:ahLst/>
              <a:cxnLst/>
              <a:rect l="0" t="0" r="0" b="0"/>
              <a:pathLst>
                <a:path w="28083" h="24320">
                  <a:moveTo>
                    <a:pt x="14041" y="0"/>
                  </a:moveTo>
                  <a:lnTo>
                    <a:pt x="28083" y="24320"/>
                  </a:lnTo>
                  <a:lnTo>
                    <a:pt x="0" y="2432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619" name="pg619"/>
            <p:cNvSpPr/>
            <p:nvPr/>
          </p:nvSpPr>
          <p:spPr>
            <a:xfrm>
              <a:off x="5061592" y="5978908"/>
              <a:ext cx="138065" cy="119568"/>
            </a:xfrm>
            <a:custGeom>
              <a:avLst/>
              <a:gdLst/>
              <a:ahLst/>
              <a:cxnLst/>
              <a:rect l="0" t="0" r="0" b="0"/>
              <a:pathLst>
                <a:path w="138065" h="119568">
                  <a:moveTo>
                    <a:pt x="69032" y="0"/>
                  </a:moveTo>
                  <a:lnTo>
                    <a:pt x="138065" y="119568"/>
                  </a:lnTo>
                  <a:lnTo>
                    <a:pt x="0" y="11956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620" name="pg620"/>
            <p:cNvSpPr/>
            <p:nvPr/>
          </p:nvSpPr>
          <p:spPr>
            <a:xfrm>
              <a:off x="5116841" y="6012025"/>
              <a:ext cx="80705" cy="69892"/>
            </a:xfrm>
            <a:custGeom>
              <a:avLst/>
              <a:gdLst/>
              <a:ahLst/>
              <a:cxnLst/>
              <a:rect l="0" t="0" r="0" b="0"/>
              <a:pathLst>
                <a:path w="80705" h="69892">
                  <a:moveTo>
                    <a:pt x="40352" y="0"/>
                  </a:moveTo>
                  <a:lnTo>
                    <a:pt x="80705" y="69892"/>
                  </a:lnTo>
                  <a:lnTo>
                    <a:pt x="0" y="6989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621" name="pg621"/>
            <p:cNvSpPr/>
            <p:nvPr/>
          </p:nvSpPr>
          <p:spPr>
            <a:xfrm>
              <a:off x="5230244" y="6027074"/>
              <a:ext cx="54639" cy="47319"/>
            </a:xfrm>
            <a:custGeom>
              <a:avLst/>
              <a:gdLst/>
              <a:ahLst/>
              <a:cxnLst/>
              <a:rect l="0" t="0" r="0" b="0"/>
              <a:pathLst>
                <a:path w="54639" h="47319">
                  <a:moveTo>
                    <a:pt x="27319" y="0"/>
                  </a:moveTo>
                  <a:lnTo>
                    <a:pt x="54639" y="47319"/>
                  </a:lnTo>
                  <a:lnTo>
                    <a:pt x="0" y="4731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622" name="pg622"/>
            <p:cNvSpPr/>
            <p:nvPr/>
          </p:nvSpPr>
          <p:spPr>
            <a:xfrm>
              <a:off x="5238147" y="5981659"/>
              <a:ext cx="133301" cy="115442"/>
            </a:xfrm>
            <a:custGeom>
              <a:avLst/>
              <a:gdLst/>
              <a:ahLst/>
              <a:cxnLst/>
              <a:rect l="0" t="0" r="0" b="0"/>
              <a:pathLst>
                <a:path w="133301" h="115442">
                  <a:moveTo>
                    <a:pt x="66650" y="0"/>
                  </a:moveTo>
                  <a:lnTo>
                    <a:pt x="133301" y="115442"/>
                  </a:lnTo>
                  <a:lnTo>
                    <a:pt x="0" y="11544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623" name="pg623"/>
            <p:cNvSpPr/>
            <p:nvPr/>
          </p:nvSpPr>
          <p:spPr>
            <a:xfrm>
              <a:off x="5374854" y="5996347"/>
              <a:ext cx="107860" cy="93409"/>
            </a:xfrm>
            <a:custGeom>
              <a:avLst/>
              <a:gdLst/>
              <a:ahLst/>
              <a:cxnLst/>
              <a:rect l="0" t="0" r="0" b="0"/>
              <a:pathLst>
                <a:path w="107860" h="93409">
                  <a:moveTo>
                    <a:pt x="53930" y="0"/>
                  </a:moveTo>
                  <a:lnTo>
                    <a:pt x="107860" y="93409"/>
                  </a:lnTo>
                  <a:lnTo>
                    <a:pt x="0" y="934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624" name="pg624"/>
            <p:cNvSpPr/>
            <p:nvPr/>
          </p:nvSpPr>
          <p:spPr>
            <a:xfrm>
              <a:off x="5422843" y="5986993"/>
              <a:ext cx="124061" cy="107440"/>
            </a:xfrm>
            <a:custGeom>
              <a:avLst/>
              <a:gdLst/>
              <a:ahLst/>
              <a:cxnLst/>
              <a:rect l="0" t="0" r="0" b="0"/>
              <a:pathLst>
                <a:path w="124061" h="107440">
                  <a:moveTo>
                    <a:pt x="62030" y="0"/>
                  </a:moveTo>
                  <a:lnTo>
                    <a:pt x="124061" y="107440"/>
                  </a:lnTo>
                  <a:lnTo>
                    <a:pt x="0" y="10744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625" name="pg625"/>
            <p:cNvSpPr/>
            <p:nvPr/>
          </p:nvSpPr>
          <p:spPr>
            <a:xfrm>
              <a:off x="5560527" y="6002809"/>
              <a:ext cx="96667" cy="83716"/>
            </a:xfrm>
            <a:custGeom>
              <a:avLst/>
              <a:gdLst/>
              <a:ahLst/>
              <a:cxnLst/>
              <a:rect l="0" t="0" r="0" b="0"/>
              <a:pathLst>
                <a:path w="96667" h="83716">
                  <a:moveTo>
                    <a:pt x="48333" y="0"/>
                  </a:moveTo>
                  <a:lnTo>
                    <a:pt x="96667" y="83716"/>
                  </a:lnTo>
                  <a:lnTo>
                    <a:pt x="0" y="837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626" name="pg626"/>
            <p:cNvSpPr/>
            <p:nvPr/>
          </p:nvSpPr>
          <p:spPr>
            <a:xfrm>
              <a:off x="5593254" y="6016738"/>
              <a:ext cx="72542" cy="62823"/>
            </a:xfrm>
            <a:custGeom>
              <a:avLst/>
              <a:gdLst/>
              <a:ahLst/>
              <a:cxnLst/>
              <a:rect l="0" t="0" r="0" b="0"/>
              <a:pathLst>
                <a:path w="72542" h="62823">
                  <a:moveTo>
                    <a:pt x="36271" y="0"/>
                  </a:moveTo>
                  <a:lnTo>
                    <a:pt x="72542" y="62823"/>
                  </a:lnTo>
                  <a:lnTo>
                    <a:pt x="0" y="6282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627" name="pg627"/>
            <p:cNvSpPr/>
            <p:nvPr/>
          </p:nvSpPr>
          <p:spPr>
            <a:xfrm>
              <a:off x="5679872" y="6021310"/>
              <a:ext cx="64623" cy="55965"/>
            </a:xfrm>
            <a:custGeom>
              <a:avLst/>
              <a:gdLst/>
              <a:ahLst/>
              <a:cxnLst/>
              <a:rect l="0" t="0" r="0" b="0"/>
              <a:pathLst>
                <a:path w="64623" h="55965">
                  <a:moveTo>
                    <a:pt x="32311" y="0"/>
                  </a:moveTo>
                  <a:lnTo>
                    <a:pt x="64623" y="55965"/>
                  </a:lnTo>
                  <a:lnTo>
                    <a:pt x="0" y="5596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628" name="tx628"/>
            <p:cNvSpPr/>
            <p:nvPr/>
          </p:nvSpPr>
          <p:spPr>
            <a:xfrm>
              <a:off x="6092552" y="6243120"/>
              <a:ext cx="401931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3986</a:t>
              </a:r>
            </a:p>
          </p:txBody>
        </p:sp>
        <p:sp>
          <p:nvSpPr>
            <p:cNvPr id="629" name="tx629"/>
            <p:cNvSpPr/>
            <p:nvPr/>
          </p:nvSpPr>
          <p:spPr>
            <a:xfrm>
              <a:off x="5389958" y="5667805"/>
              <a:ext cx="401931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7037</a:t>
              </a:r>
            </a:p>
          </p:txBody>
        </p:sp>
        <p:sp>
          <p:nvSpPr>
            <p:cNvPr id="630" name="rc630"/>
            <p:cNvSpPr/>
            <p:nvPr/>
          </p:nvSpPr>
          <p:spPr>
            <a:xfrm>
              <a:off x="4977117" y="5713431"/>
              <a:ext cx="1623641" cy="1265692"/>
            </a:xfrm>
            <a:prstGeom prst="rect">
              <a:avLst/>
            </a:prstGeom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31" name="rc631"/>
            <p:cNvSpPr/>
            <p:nvPr/>
          </p:nvSpPr>
          <p:spPr>
            <a:xfrm>
              <a:off x="6714631" y="5713431"/>
              <a:ext cx="1623641" cy="12656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632" name="pl632"/>
            <p:cNvSpPr/>
            <p:nvPr/>
          </p:nvSpPr>
          <p:spPr>
            <a:xfrm>
              <a:off x="6788433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33" name="pl633"/>
            <p:cNvSpPr/>
            <p:nvPr/>
          </p:nvSpPr>
          <p:spPr>
            <a:xfrm>
              <a:off x="7083641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34" name="pl634"/>
            <p:cNvSpPr/>
            <p:nvPr/>
          </p:nvSpPr>
          <p:spPr>
            <a:xfrm>
              <a:off x="7378848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35" name="pl635"/>
            <p:cNvSpPr/>
            <p:nvPr/>
          </p:nvSpPr>
          <p:spPr>
            <a:xfrm>
              <a:off x="7674056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36" name="pl636"/>
            <p:cNvSpPr/>
            <p:nvPr/>
          </p:nvSpPr>
          <p:spPr>
            <a:xfrm>
              <a:off x="7969263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37" name="pl637"/>
            <p:cNvSpPr/>
            <p:nvPr/>
          </p:nvSpPr>
          <p:spPr>
            <a:xfrm>
              <a:off x="8264471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38" name="pl638"/>
            <p:cNvSpPr/>
            <p:nvPr/>
          </p:nvSpPr>
          <p:spPr>
            <a:xfrm>
              <a:off x="6714631" y="6633935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39" name="pl639"/>
            <p:cNvSpPr/>
            <p:nvPr/>
          </p:nvSpPr>
          <p:spPr>
            <a:xfrm>
              <a:off x="6714631" y="6058620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40" name="pl640"/>
            <p:cNvSpPr/>
            <p:nvPr/>
          </p:nvSpPr>
          <p:spPr>
            <a:xfrm>
              <a:off x="6936037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41" name="pl641"/>
            <p:cNvSpPr/>
            <p:nvPr/>
          </p:nvSpPr>
          <p:spPr>
            <a:xfrm>
              <a:off x="7231245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42" name="pl642"/>
            <p:cNvSpPr/>
            <p:nvPr/>
          </p:nvSpPr>
          <p:spPr>
            <a:xfrm>
              <a:off x="7526452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43" name="pl643"/>
            <p:cNvSpPr/>
            <p:nvPr/>
          </p:nvSpPr>
          <p:spPr>
            <a:xfrm>
              <a:off x="7821660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44" name="pl644"/>
            <p:cNvSpPr/>
            <p:nvPr/>
          </p:nvSpPr>
          <p:spPr>
            <a:xfrm>
              <a:off x="8116867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45" name="pl645"/>
            <p:cNvSpPr/>
            <p:nvPr/>
          </p:nvSpPr>
          <p:spPr>
            <a:xfrm>
              <a:off x="6815002" y="6633935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46" name="pl646"/>
            <p:cNvSpPr/>
            <p:nvPr/>
          </p:nvSpPr>
          <p:spPr>
            <a:xfrm>
              <a:off x="6844523" y="6633935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47" name="pl647"/>
            <p:cNvSpPr/>
            <p:nvPr/>
          </p:nvSpPr>
          <p:spPr>
            <a:xfrm>
              <a:off x="6874043" y="6633935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48" name="pl648"/>
            <p:cNvSpPr/>
            <p:nvPr/>
          </p:nvSpPr>
          <p:spPr>
            <a:xfrm>
              <a:off x="6897660" y="6633935"/>
              <a:ext cx="82658" cy="0"/>
            </a:xfrm>
            <a:custGeom>
              <a:avLst/>
              <a:gdLst/>
              <a:ahLst/>
              <a:cxnLst/>
              <a:rect l="0" t="0" r="0" b="0"/>
              <a:pathLst>
                <a:path w="82658">
                  <a:moveTo>
                    <a:pt x="0" y="0"/>
                  </a:moveTo>
                  <a:lnTo>
                    <a:pt x="82658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49" name="pl649"/>
            <p:cNvSpPr/>
            <p:nvPr/>
          </p:nvSpPr>
          <p:spPr>
            <a:xfrm>
              <a:off x="6980318" y="6633935"/>
              <a:ext cx="14760" cy="0"/>
            </a:xfrm>
            <a:custGeom>
              <a:avLst/>
              <a:gdLst/>
              <a:ahLst/>
              <a:cxnLst/>
              <a:rect l="0" t="0" r="0" b="0"/>
              <a:pathLst>
                <a:path w="14760">
                  <a:moveTo>
                    <a:pt x="0" y="0"/>
                  </a:moveTo>
                  <a:lnTo>
                    <a:pt x="14760" y="0"/>
                  </a:lnTo>
                </a:path>
              </a:pathLst>
            </a:custGeom>
            <a:ln w="12874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50" name="pl650"/>
            <p:cNvSpPr/>
            <p:nvPr/>
          </p:nvSpPr>
          <p:spPr>
            <a:xfrm>
              <a:off x="6995079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2874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51" name="pl651"/>
            <p:cNvSpPr/>
            <p:nvPr/>
          </p:nvSpPr>
          <p:spPr>
            <a:xfrm>
              <a:off x="7015743" y="6633935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12874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52" name="pl652"/>
            <p:cNvSpPr/>
            <p:nvPr/>
          </p:nvSpPr>
          <p:spPr>
            <a:xfrm>
              <a:off x="7042312" y="6633935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12874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53" name="pl653"/>
            <p:cNvSpPr/>
            <p:nvPr/>
          </p:nvSpPr>
          <p:spPr>
            <a:xfrm>
              <a:off x="7060024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2874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54" name="pl654"/>
            <p:cNvSpPr/>
            <p:nvPr/>
          </p:nvSpPr>
          <p:spPr>
            <a:xfrm>
              <a:off x="7080689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12874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55" name="pl655"/>
            <p:cNvSpPr/>
            <p:nvPr/>
          </p:nvSpPr>
          <p:spPr>
            <a:xfrm>
              <a:off x="7122018" y="6633935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14780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56" name="pl656"/>
            <p:cNvSpPr/>
            <p:nvPr/>
          </p:nvSpPr>
          <p:spPr>
            <a:xfrm>
              <a:off x="7139730" y="6633935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14780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57" name="pl657"/>
            <p:cNvSpPr/>
            <p:nvPr/>
          </p:nvSpPr>
          <p:spPr>
            <a:xfrm>
              <a:off x="7166299" y="6633935"/>
              <a:ext cx="14760" cy="0"/>
            </a:xfrm>
            <a:custGeom>
              <a:avLst/>
              <a:gdLst/>
              <a:ahLst/>
              <a:cxnLst/>
              <a:rect l="0" t="0" r="0" b="0"/>
              <a:pathLst>
                <a:path w="14760">
                  <a:moveTo>
                    <a:pt x="0" y="0"/>
                  </a:moveTo>
                  <a:lnTo>
                    <a:pt x="14760" y="0"/>
                  </a:lnTo>
                </a:path>
              </a:pathLst>
            </a:custGeom>
            <a:ln w="14780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58" name="pl658"/>
            <p:cNvSpPr/>
            <p:nvPr/>
          </p:nvSpPr>
          <p:spPr>
            <a:xfrm>
              <a:off x="7181059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25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59" name="pl659"/>
            <p:cNvSpPr/>
            <p:nvPr/>
          </p:nvSpPr>
          <p:spPr>
            <a:xfrm>
              <a:off x="7201724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25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60" name="pl660"/>
            <p:cNvSpPr/>
            <p:nvPr/>
          </p:nvSpPr>
          <p:spPr>
            <a:xfrm>
              <a:off x="7222388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19349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61" name="pl661"/>
            <p:cNvSpPr/>
            <p:nvPr/>
          </p:nvSpPr>
          <p:spPr>
            <a:xfrm>
              <a:off x="7284382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349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62" name="pl662"/>
            <p:cNvSpPr/>
            <p:nvPr/>
          </p:nvSpPr>
          <p:spPr>
            <a:xfrm>
              <a:off x="7305046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349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63" name="pl663"/>
            <p:cNvSpPr/>
            <p:nvPr/>
          </p:nvSpPr>
          <p:spPr>
            <a:xfrm>
              <a:off x="7325711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349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64" name="pl664"/>
            <p:cNvSpPr/>
            <p:nvPr/>
          </p:nvSpPr>
          <p:spPr>
            <a:xfrm>
              <a:off x="7346376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349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65" name="pl665"/>
            <p:cNvSpPr/>
            <p:nvPr/>
          </p:nvSpPr>
          <p:spPr>
            <a:xfrm>
              <a:off x="7367040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349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66" name="pl666"/>
            <p:cNvSpPr/>
            <p:nvPr/>
          </p:nvSpPr>
          <p:spPr>
            <a:xfrm>
              <a:off x="7387705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349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67" name="pl667"/>
            <p:cNvSpPr/>
            <p:nvPr/>
          </p:nvSpPr>
          <p:spPr>
            <a:xfrm>
              <a:off x="7408369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349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68" name="pl668"/>
            <p:cNvSpPr/>
            <p:nvPr/>
          </p:nvSpPr>
          <p:spPr>
            <a:xfrm>
              <a:off x="7429034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349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69" name="pl669"/>
            <p:cNvSpPr/>
            <p:nvPr/>
          </p:nvSpPr>
          <p:spPr>
            <a:xfrm>
              <a:off x="7449698" y="6633935"/>
              <a:ext cx="100370" cy="0"/>
            </a:xfrm>
            <a:custGeom>
              <a:avLst/>
              <a:gdLst/>
              <a:ahLst/>
              <a:cxnLst/>
              <a:rect l="0" t="0" r="0" b="0"/>
              <a:pathLst>
                <a:path w="100370">
                  <a:moveTo>
                    <a:pt x="0" y="0"/>
                  </a:moveTo>
                  <a:lnTo>
                    <a:pt x="100370" y="0"/>
                  </a:lnTo>
                </a:path>
              </a:pathLst>
            </a:custGeom>
            <a:ln w="19349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70" name="pl670"/>
            <p:cNvSpPr/>
            <p:nvPr/>
          </p:nvSpPr>
          <p:spPr>
            <a:xfrm>
              <a:off x="7550069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19349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71" name="pl671"/>
            <p:cNvSpPr/>
            <p:nvPr/>
          </p:nvSpPr>
          <p:spPr>
            <a:xfrm>
              <a:off x="7591398" y="6633935"/>
              <a:ext cx="8856" cy="0"/>
            </a:xfrm>
            <a:custGeom>
              <a:avLst/>
              <a:gdLst/>
              <a:ahLst/>
              <a:cxnLst/>
              <a:rect l="0" t="0" r="0" b="0"/>
              <a:pathLst>
                <a:path w="8856">
                  <a:moveTo>
                    <a:pt x="0" y="0"/>
                  </a:moveTo>
                  <a:lnTo>
                    <a:pt x="8856" y="0"/>
                  </a:lnTo>
                </a:path>
              </a:pathLst>
            </a:custGeom>
            <a:ln w="19349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72" name="pl672"/>
            <p:cNvSpPr/>
            <p:nvPr/>
          </p:nvSpPr>
          <p:spPr>
            <a:xfrm>
              <a:off x="7600254" y="6633935"/>
              <a:ext cx="11808" cy="0"/>
            </a:xfrm>
            <a:custGeom>
              <a:avLst/>
              <a:gdLst/>
              <a:ahLst/>
              <a:cxnLst/>
              <a:rect l="0" t="0" r="0" b="0"/>
              <a:pathLst>
                <a:path w="11808">
                  <a:moveTo>
                    <a:pt x="0" y="0"/>
                  </a:moveTo>
                  <a:lnTo>
                    <a:pt x="11808" y="0"/>
                  </a:lnTo>
                </a:path>
              </a:pathLst>
            </a:custGeom>
            <a:ln w="19349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73" name="pl673"/>
            <p:cNvSpPr/>
            <p:nvPr/>
          </p:nvSpPr>
          <p:spPr>
            <a:xfrm>
              <a:off x="7612062" y="6633935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19522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74" name="pl674"/>
            <p:cNvSpPr/>
            <p:nvPr/>
          </p:nvSpPr>
          <p:spPr>
            <a:xfrm>
              <a:off x="7635679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522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75" name="pl675"/>
            <p:cNvSpPr/>
            <p:nvPr/>
          </p:nvSpPr>
          <p:spPr>
            <a:xfrm>
              <a:off x="7656343" y="6633935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19522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76" name="pl676"/>
            <p:cNvSpPr/>
            <p:nvPr/>
          </p:nvSpPr>
          <p:spPr>
            <a:xfrm>
              <a:off x="7674056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73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77" name="pl677"/>
            <p:cNvSpPr/>
            <p:nvPr/>
          </p:nvSpPr>
          <p:spPr>
            <a:xfrm>
              <a:off x="7694720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1973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78" name="pl678"/>
            <p:cNvSpPr/>
            <p:nvPr/>
          </p:nvSpPr>
          <p:spPr>
            <a:xfrm>
              <a:off x="7736050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73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79" name="pl679"/>
            <p:cNvSpPr/>
            <p:nvPr/>
          </p:nvSpPr>
          <p:spPr>
            <a:xfrm>
              <a:off x="7756714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1973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80" name="pl680"/>
            <p:cNvSpPr/>
            <p:nvPr/>
          </p:nvSpPr>
          <p:spPr>
            <a:xfrm>
              <a:off x="7818708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1973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81" name="pl681"/>
            <p:cNvSpPr/>
            <p:nvPr/>
          </p:nvSpPr>
          <p:spPr>
            <a:xfrm>
              <a:off x="7860037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1973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82" name="pl682"/>
            <p:cNvSpPr/>
            <p:nvPr/>
          </p:nvSpPr>
          <p:spPr>
            <a:xfrm>
              <a:off x="7901366" y="6633935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1973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83" name="pl683"/>
            <p:cNvSpPr/>
            <p:nvPr/>
          </p:nvSpPr>
          <p:spPr>
            <a:xfrm>
              <a:off x="7927934" y="6633935"/>
              <a:ext cx="121035" cy="0"/>
            </a:xfrm>
            <a:custGeom>
              <a:avLst/>
              <a:gdLst/>
              <a:ahLst/>
              <a:cxnLst/>
              <a:rect l="0" t="0" r="0" b="0"/>
              <a:pathLst>
                <a:path w="121035">
                  <a:moveTo>
                    <a:pt x="0" y="0"/>
                  </a:moveTo>
                  <a:lnTo>
                    <a:pt x="121035" y="0"/>
                  </a:lnTo>
                </a:path>
              </a:pathLst>
            </a:custGeom>
            <a:ln w="1973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84" name="pl684"/>
            <p:cNvSpPr/>
            <p:nvPr/>
          </p:nvSpPr>
          <p:spPr>
            <a:xfrm>
              <a:off x="8048970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1973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85" name="pl685"/>
            <p:cNvSpPr/>
            <p:nvPr/>
          </p:nvSpPr>
          <p:spPr>
            <a:xfrm>
              <a:off x="8110963" y="6633935"/>
              <a:ext cx="59041" cy="0"/>
            </a:xfrm>
            <a:custGeom>
              <a:avLst/>
              <a:gdLst/>
              <a:ahLst/>
              <a:cxnLst/>
              <a:rect l="0" t="0" r="0" b="0"/>
              <a:pathLst>
                <a:path w="59041">
                  <a:moveTo>
                    <a:pt x="0" y="0"/>
                  </a:moveTo>
                  <a:lnTo>
                    <a:pt x="59041" y="0"/>
                  </a:lnTo>
                </a:path>
              </a:pathLst>
            </a:custGeom>
            <a:ln w="1973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86" name="pl686"/>
            <p:cNvSpPr/>
            <p:nvPr/>
          </p:nvSpPr>
          <p:spPr>
            <a:xfrm>
              <a:off x="8170005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1973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87" name="pl687"/>
            <p:cNvSpPr/>
            <p:nvPr/>
          </p:nvSpPr>
          <p:spPr>
            <a:xfrm>
              <a:off x="6815002" y="6058620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3214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88" name="pl688"/>
            <p:cNvSpPr/>
            <p:nvPr/>
          </p:nvSpPr>
          <p:spPr>
            <a:xfrm>
              <a:off x="6844523" y="6058620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3214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89" name="pl689"/>
            <p:cNvSpPr/>
            <p:nvPr/>
          </p:nvSpPr>
          <p:spPr>
            <a:xfrm>
              <a:off x="6868139" y="6058620"/>
              <a:ext cx="5904" cy="0"/>
            </a:xfrm>
            <a:custGeom>
              <a:avLst/>
              <a:gdLst/>
              <a:ahLst/>
              <a:cxnLst/>
              <a:rect l="0" t="0" r="0" b="0"/>
              <a:pathLst>
                <a:path w="5904">
                  <a:moveTo>
                    <a:pt x="0" y="0"/>
                  </a:moveTo>
                  <a:lnTo>
                    <a:pt x="5904" y="0"/>
                  </a:lnTo>
                </a:path>
              </a:pathLst>
            </a:custGeom>
            <a:ln w="7166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90" name="pl690"/>
            <p:cNvSpPr/>
            <p:nvPr/>
          </p:nvSpPr>
          <p:spPr>
            <a:xfrm>
              <a:off x="6874043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7546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91" name="pl691"/>
            <p:cNvSpPr/>
            <p:nvPr/>
          </p:nvSpPr>
          <p:spPr>
            <a:xfrm>
              <a:off x="6894708" y="6058620"/>
              <a:ext cx="5904" cy="0"/>
            </a:xfrm>
            <a:custGeom>
              <a:avLst/>
              <a:gdLst/>
              <a:ahLst/>
              <a:cxnLst/>
              <a:rect l="0" t="0" r="0" b="0"/>
              <a:pathLst>
                <a:path w="5904">
                  <a:moveTo>
                    <a:pt x="0" y="0"/>
                  </a:moveTo>
                  <a:lnTo>
                    <a:pt x="5904" y="0"/>
                  </a:lnTo>
                </a:path>
              </a:pathLst>
            </a:custGeom>
            <a:ln w="7546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92" name="pl692"/>
            <p:cNvSpPr/>
            <p:nvPr/>
          </p:nvSpPr>
          <p:spPr>
            <a:xfrm>
              <a:off x="6900612" y="6058620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7546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93" name="pl693"/>
            <p:cNvSpPr/>
            <p:nvPr/>
          </p:nvSpPr>
          <p:spPr>
            <a:xfrm>
              <a:off x="6918325" y="6058620"/>
              <a:ext cx="32472" cy="0"/>
            </a:xfrm>
            <a:custGeom>
              <a:avLst/>
              <a:gdLst/>
              <a:ahLst/>
              <a:cxnLst/>
              <a:rect l="0" t="0" r="0" b="0"/>
              <a:pathLst>
                <a:path w="32472">
                  <a:moveTo>
                    <a:pt x="0" y="0"/>
                  </a:moveTo>
                  <a:lnTo>
                    <a:pt x="32472" y="0"/>
                  </a:lnTo>
                </a:path>
              </a:pathLst>
            </a:custGeom>
            <a:ln w="7546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94" name="pl694"/>
            <p:cNvSpPr/>
            <p:nvPr/>
          </p:nvSpPr>
          <p:spPr>
            <a:xfrm>
              <a:off x="6950797" y="6058620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9241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95" name="pl695"/>
            <p:cNvSpPr/>
            <p:nvPr/>
          </p:nvSpPr>
          <p:spPr>
            <a:xfrm>
              <a:off x="6980318" y="6058620"/>
              <a:ext cx="14760" cy="0"/>
            </a:xfrm>
            <a:custGeom>
              <a:avLst/>
              <a:gdLst/>
              <a:ahLst/>
              <a:cxnLst/>
              <a:rect l="0" t="0" r="0" b="0"/>
              <a:pathLst>
                <a:path w="14760">
                  <a:moveTo>
                    <a:pt x="0" y="0"/>
                  </a:moveTo>
                  <a:lnTo>
                    <a:pt x="14760" y="0"/>
                  </a:lnTo>
                </a:path>
              </a:pathLst>
            </a:custGeom>
            <a:ln w="10180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96" name="pl696"/>
            <p:cNvSpPr/>
            <p:nvPr/>
          </p:nvSpPr>
          <p:spPr>
            <a:xfrm>
              <a:off x="6995079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0180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97" name="pl697"/>
            <p:cNvSpPr/>
            <p:nvPr/>
          </p:nvSpPr>
          <p:spPr>
            <a:xfrm>
              <a:off x="7015743" y="6058620"/>
              <a:ext cx="2952" cy="0"/>
            </a:xfrm>
            <a:custGeom>
              <a:avLst/>
              <a:gdLst/>
              <a:ahLst/>
              <a:cxnLst/>
              <a:rect l="0" t="0" r="0" b="0"/>
              <a:pathLst>
                <a:path w="2952">
                  <a:moveTo>
                    <a:pt x="0" y="0"/>
                  </a:moveTo>
                  <a:lnTo>
                    <a:pt x="2952" y="0"/>
                  </a:lnTo>
                </a:path>
              </a:pathLst>
            </a:custGeom>
            <a:ln w="10180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98" name="pl698"/>
            <p:cNvSpPr/>
            <p:nvPr/>
          </p:nvSpPr>
          <p:spPr>
            <a:xfrm>
              <a:off x="7018695" y="6058620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10180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699" name="pl699"/>
            <p:cNvSpPr/>
            <p:nvPr/>
          </p:nvSpPr>
          <p:spPr>
            <a:xfrm>
              <a:off x="7042312" y="6058620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10180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00" name="pl700"/>
            <p:cNvSpPr/>
            <p:nvPr/>
          </p:nvSpPr>
          <p:spPr>
            <a:xfrm>
              <a:off x="7060024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0180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01" name="pl701"/>
            <p:cNvSpPr/>
            <p:nvPr/>
          </p:nvSpPr>
          <p:spPr>
            <a:xfrm>
              <a:off x="7080689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122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02" name="pl702"/>
            <p:cNvSpPr/>
            <p:nvPr/>
          </p:nvSpPr>
          <p:spPr>
            <a:xfrm>
              <a:off x="7101353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1823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03" name="pl703"/>
            <p:cNvSpPr/>
            <p:nvPr/>
          </p:nvSpPr>
          <p:spPr>
            <a:xfrm>
              <a:off x="7122018" y="6058620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11823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04" name="pl704"/>
            <p:cNvSpPr/>
            <p:nvPr/>
          </p:nvSpPr>
          <p:spPr>
            <a:xfrm>
              <a:off x="7139730" y="6058620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11823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05" name="pl705"/>
            <p:cNvSpPr/>
            <p:nvPr/>
          </p:nvSpPr>
          <p:spPr>
            <a:xfrm>
              <a:off x="7166299" y="6058620"/>
              <a:ext cx="35424" cy="0"/>
            </a:xfrm>
            <a:custGeom>
              <a:avLst/>
              <a:gdLst/>
              <a:ahLst/>
              <a:cxnLst/>
              <a:rect l="0" t="0" r="0" b="0"/>
              <a:pathLst>
                <a:path w="35424">
                  <a:moveTo>
                    <a:pt x="0" y="0"/>
                  </a:moveTo>
                  <a:lnTo>
                    <a:pt x="35424" y="0"/>
                  </a:lnTo>
                </a:path>
              </a:pathLst>
            </a:custGeom>
            <a:ln w="11823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06" name="pl706"/>
            <p:cNvSpPr/>
            <p:nvPr/>
          </p:nvSpPr>
          <p:spPr>
            <a:xfrm>
              <a:off x="7201724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1823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07" name="pl707"/>
            <p:cNvSpPr/>
            <p:nvPr/>
          </p:nvSpPr>
          <p:spPr>
            <a:xfrm>
              <a:off x="7222388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1823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08" name="pl708"/>
            <p:cNvSpPr/>
            <p:nvPr/>
          </p:nvSpPr>
          <p:spPr>
            <a:xfrm>
              <a:off x="7243053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5898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09" name="pl709"/>
            <p:cNvSpPr/>
            <p:nvPr/>
          </p:nvSpPr>
          <p:spPr>
            <a:xfrm>
              <a:off x="7263717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8078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10" name="pl710"/>
            <p:cNvSpPr/>
            <p:nvPr/>
          </p:nvSpPr>
          <p:spPr>
            <a:xfrm>
              <a:off x="7284382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8078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11" name="pl711"/>
            <p:cNvSpPr/>
            <p:nvPr/>
          </p:nvSpPr>
          <p:spPr>
            <a:xfrm>
              <a:off x="7305046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8078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12" name="pl712"/>
            <p:cNvSpPr/>
            <p:nvPr/>
          </p:nvSpPr>
          <p:spPr>
            <a:xfrm>
              <a:off x="7325711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8078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13" name="pl713"/>
            <p:cNvSpPr/>
            <p:nvPr/>
          </p:nvSpPr>
          <p:spPr>
            <a:xfrm>
              <a:off x="7346376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8078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14" name="pl714"/>
            <p:cNvSpPr/>
            <p:nvPr/>
          </p:nvSpPr>
          <p:spPr>
            <a:xfrm>
              <a:off x="7367040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8078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15" name="pl715"/>
            <p:cNvSpPr/>
            <p:nvPr/>
          </p:nvSpPr>
          <p:spPr>
            <a:xfrm>
              <a:off x="7387705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736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16" name="pl716"/>
            <p:cNvSpPr/>
            <p:nvPr/>
          </p:nvSpPr>
          <p:spPr>
            <a:xfrm>
              <a:off x="7408369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736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17" name="pl717"/>
            <p:cNvSpPr/>
            <p:nvPr/>
          </p:nvSpPr>
          <p:spPr>
            <a:xfrm>
              <a:off x="7429034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9736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18" name="pl718"/>
            <p:cNvSpPr/>
            <p:nvPr/>
          </p:nvSpPr>
          <p:spPr>
            <a:xfrm>
              <a:off x="7449698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1222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19" name="pl719"/>
            <p:cNvSpPr/>
            <p:nvPr/>
          </p:nvSpPr>
          <p:spPr>
            <a:xfrm>
              <a:off x="7470363" y="6058620"/>
              <a:ext cx="59041" cy="0"/>
            </a:xfrm>
            <a:custGeom>
              <a:avLst/>
              <a:gdLst/>
              <a:ahLst/>
              <a:cxnLst/>
              <a:rect l="0" t="0" r="0" b="0"/>
              <a:pathLst>
                <a:path w="59041">
                  <a:moveTo>
                    <a:pt x="0" y="0"/>
                  </a:moveTo>
                  <a:lnTo>
                    <a:pt x="59041" y="0"/>
                  </a:lnTo>
                </a:path>
              </a:pathLst>
            </a:custGeom>
            <a:ln w="21222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20" name="pt720"/>
            <p:cNvSpPr/>
            <p:nvPr/>
          </p:nvSpPr>
          <p:spPr>
            <a:xfrm>
              <a:off x="6937807" y="6591424"/>
              <a:ext cx="85021" cy="8502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21" name="pt721"/>
            <p:cNvSpPr/>
            <p:nvPr/>
          </p:nvSpPr>
          <p:spPr>
            <a:xfrm>
              <a:off x="7096539" y="6608456"/>
              <a:ext cx="50957" cy="5095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22" name="pt722"/>
            <p:cNvSpPr/>
            <p:nvPr/>
          </p:nvSpPr>
          <p:spPr>
            <a:xfrm>
              <a:off x="7140121" y="6592997"/>
              <a:ext cx="81876" cy="81876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23" name="pt723"/>
            <p:cNvSpPr/>
            <p:nvPr/>
          </p:nvSpPr>
          <p:spPr>
            <a:xfrm>
              <a:off x="7217753" y="6629300"/>
              <a:ext cx="9271" cy="927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24" name="pt724"/>
            <p:cNvSpPr/>
            <p:nvPr/>
          </p:nvSpPr>
          <p:spPr>
            <a:xfrm>
              <a:off x="7602304" y="6624177"/>
              <a:ext cx="19516" cy="19516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25" name="pt725"/>
            <p:cNvSpPr/>
            <p:nvPr/>
          </p:nvSpPr>
          <p:spPr>
            <a:xfrm>
              <a:off x="7663147" y="6623026"/>
              <a:ext cx="21818" cy="21818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26" name="pg726"/>
            <p:cNvSpPr/>
            <p:nvPr/>
          </p:nvSpPr>
          <p:spPr>
            <a:xfrm>
              <a:off x="6798604" y="6039685"/>
              <a:ext cx="32796" cy="28402"/>
            </a:xfrm>
            <a:custGeom>
              <a:avLst/>
              <a:gdLst/>
              <a:ahLst/>
              <a:cxnLst/>
              <a:rect l="0" t="0" r="0" b="0"/>
              <a:pathLst>
                <a:path w="32796" h="28402">
                  <a:moveTo>
                    <a:pt x="16398" y="0"/>
                  </a:moveTo>
                  <a:lnTo>
                    <a:pt x="32796" y="28402"/>
                  </a:lnTo>
                  <a:lnTo>
                    <a:pt x="0" y="2840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27" name="pg727"/>
            <p:cNvSpPr/>
            <p:nvPr/>
          </p:nvSpPr>
          <p:spPr>
            <a:xfrm>
              <a:off x="6837450" y="6023184"/>
              <a:ext cx="61377" cy="53154"/>
            </a:xfrm>
            <a:custGeom>
              <a:avLst/>
              <a:gdLst/>
              <a:ahLst/>
              <a:cxnLst/>
              <a:rect l="0" t="0" r="0" b="0"/>
              <a:pathLst>
                <a:path w="61377" h="53154">
                  <a:moveTo>
                    <a:pt x="30688" y="0"/>
                  </a:moveTo>
                  <a:lnTo>
                    <a:pt x="61377" y="53154"/>
                  </a:lnTo>
                  <a:lnTo>
                    <a:pt x="0" y="531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28" name="pg728"/>
            <p:cNvSpPr/>
            <p:nvPr/>
          </p:nvSpPr>
          <p:spPr>
            <a:xfrm>
              <a:off x="6862407" y="6045184"/>
              <a:ext cx="23272" cy="20154"/>
            </a:xfrm>
            <a:custGeom>
              <a:avLst/>
              <a:gdLst/>
              <a:ahLst/>
              <a:cxnLst/>
              <a:rect l="0" t="0" r="0" b="0"/>
              <a:pathLst>
                <a:path w="23272" h="20154">
                  <a:moveTo>
                    <a:pt x="11636" y="0"/>
                  </a:moveTo>
                  <a:lnTo>
                    <a:pt x="23272" y="20154"/>
                  </a:lnTo>
                  <a:lnTo>
                    <a:pt x="0" y="201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29" name="pg729"/>
            <p:cNvSpPr/>
            <p:nvPr/>
          </p:nvSpPr>
          <p:spPr>
            <a:xfrm>
              <a:off x="6924639" y="6028415"/>
              <a:ext cx="52317" cy="45308"/>
            </a:xfrm>
            <a:custGeom>
              <a:avLst/>
              <a:gdLst/>
              <a:ahLst/>
              <a:cxnLst/>
              <a:rect l="0" t="0" r="0" b="0"/>
              <a:pathLst>
                <a:path w="52317" h="45308">
                  <a:moveTo>
                    <a:pt x="26158" y="0"/>
                  </a:moveTo>
                  <a:lnTo>
                    <a:pt x="52317" y="45308"/>
                  </a:lnTo>
                  <a:lnTo>
                    <a:pt x="0" y="453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30" name="pg730"/>
            <p:cNvSpPr/>
            <p:nvPr/>
          </p:nvSpPr>
          <p:spPr>
            <a:xfrm>
              <a:off x="6958821" y="6033797"/>
              <a:ext cx="42994" cy="37234"/>
            </a:xfrm>
            <a:custGeom>
              <a:avLst/>
              <a:gdLst/>
              <a:ahLst/>
              <a:cxnLst/>
              <a:rect l="0" t="0" r="0" b="0"/>
              <a:pathLst>
                <a:path w="42994" h="37234">
                  <a:moveTo>
                    <a:pt x="21497" y="0"/>
                  </a:moveTo>
                  <a:lnTo>
                    <a:pt x="42994" y="37234"/>
                  </a:lnTo>
                  <a:lnTo>
                    <a:pt x="0" y="3723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31" name="pg731"/>
            <p:cNvSpPr/>
            <p:nvPr/>
          </p:nvSpPr>
          <p:spPr>
            <a:xfrm>
              <a:off x="7057160" y="6031451"/>
              <a:ext cx="47057" cy="40753"/>
            </a:xfrm>
            <a:custGeom>
              <a:avLst/>
              <a:gdLst/>
              <a:ahLst/>
              <a:cxnLst/>
              <a:rect l="0" t="0" r="0" b="0"/>
              <a:pathLst>
                <a:path w="47057" h="40753">
                  <a:moveTo>
                    <a:pt x="23528" y="0"/>
                  </a:moveTo>
                  <a:lnTo>
                    <a:pt x="47057" y="40753"/>
                  </a:lnTo>
                  <a:lnTo>
                    <a:pt x="0" y="407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32" name="pg732"/>
            <p:cNvSpPr/>
            <p:nvPr/>
          </p:nvSpPr>
          <p:spPr>
            <a:xfrm>
              <a:off x="7082410" y="6036746"/>
              <a:ext cx="37886" cy="32810"/>
            </a:xfrm>
            <a:custGeom>
              <a:avLst/>
              <a:gdLst/>
              <a:ahLst/>
              <a:cxnLst/>
              <a:rect l="0" t="0" r="0" b="0"/>
              <a:pathLst>
                <a:path w="37886" h="32810">
                  <a:moveTo>
                    <a:pt x="18943" y="0"/>
                  </a:moveTo>
                  <a:lnTo>
                    <a:pt x="37886" y="32810"/>
                  </a:lnTo>
                  <a:lnTo>
                    <a:pt x="0" y="3281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33" name="pg733"/>
            <p:cNvSpPr/>
            <p:nvPr/>
          </p:nvSpPr>
          <p:spPr>
            <a:xfrm>
              <a:off x="7194876" y="6002991"/>
              <a:ext cx="96353" cy="83444"/>
            </a:xfrm>
            <a:custGeom>
              <a:avLst/>
              <a:gdLst/>
              <a:ahLst/>
              <a:cxnLst/>
              <a:rect l="0" t="0" r="0" b="0"/>
              <a:pathLst>
                <a:path w="96353" h="83444">
                  <a:moveTo>
                    <a:pt x="48176" y="0"/>
                  </a:moveTo>
                  <a:lnTo>
                    <a:pt x="96353" y="83444"/>
                  </a:lnTo>
                  <a:lnTo>
                    <a:pt x="0" y="8344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34" name="pg734"/>
            <p:cNvSpPr/>
            <p:nvPr/>
          </p:nvSpPr>
          <p:spPr>
            <a:xfrm>
              <a:off x="7223833" y="6012566"/>
              <a:ext cx="79768" cy="69081"/>
            </a:xfrm>
            <a:custGeom>
              <a:avLst/>
              <a:gdLst/>
              <a:ahLst/>
              <a:cxnLst/>
              <a:rect l="0" t="0" r="0" b="0"/>
              <a:pathLst>
                <a:path w="79768" h="69081">
                  <a:moveTo>
                    <a:pt x="39884" y="0"/>
                  </a:moveTo>
                  <a:lnTo>
                    <a:pt x="79768" y="69081"/>
                  </a:lnTo>
                  <a:lnTo>
                    <a:pt x="0" y="6908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35" name="pg735"/>
            <p:cNvSpPr/>
            <p:nvPr/>
          </p:nvSpPr>
          <p:spPr>
            <a:xfrm>
              <a:off x="7350651" y="6015835"/>
              <a:ext cx="74106" cy="64178"/>
            </a:xfrm>
            <a:custGeom>
              <a:avLst/>
              <a:gdLst/>
              <a:ahLst/>
              <a:cxnLst/>
              <a:rect l="0" t="0" r="0" b="0"/>
              <a:pathLst>
                <a:path w="74106" h="64178">
                  <a:moveTo>
                    <a:pt x="37053" y="0"/>
                  </a:moveTo>
                  <a:lnTo>
                    <a:pt x="74106" y="64178"/>
                  </a:lnTo>
                  <a:lnTo>
                    <a:pt x="0" y="641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36" name="pg736"/>
            <p:cNvSpPr/>
            <p:nvPr/>
          </p:nvSpPr>
          <p:spPr>
            <a:xfrm>
              <a:off x="7413120" y="6016384"/>
              <a:ext cx="73155" cy="63354"/>
            </a:xfrm>
            <a:custGeom>
              <a:avLst/>
              <a:gdLst/>
              <a:ahLst/>
              <a:cxnLst/>
              <a:rect l="0" t="0" r="0" b="0"/>
              <a:pathLst>
                <a:path w="73155" h="63354">
                  <a:moveTo>
                    <a:pt x="36577" y="0"/>
                  </a:moveTo>
                  <a:lnTo>
                    <a:pt x="73155" y="63354"/>
                  </a:lnTo>
                  <a:lnTo>
                    <a:pt x="0" y="633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37" name="tx737"/>
            <p:cNvSpPr/>
            <p:nvPr/>
          </p:nvSpPr>
          <p:spPr>
            <a:xfrm>
              <a:off x="7830067" y="6243120"/>
              <a:ext cx="401931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2369</a:t>
              </a:r>
            </a:p>
          </p:txBody>
        </p:sp>
        <p:sp>
          <p:nvSpPr>
            <p:cNvPr id="738" name="tx738"/>
            <p:cNvSpPr/>
            <p:nvPr/>
          </p:nvSpPr>
          <p:spPr>
            <a:xfrm>
              <a:off x="7127473" y="5670098"/>
              <a:ext cx="401931" cy="1298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2741</a:t>
              </a:r>
            </a:p>
          </p:txBody>
        </p:sp>
        <p:sp>
          <p:nvSpPr>
            <p:cNvPr id="739" name="rc739"/>
            <p:cNvSpPr/>
            <p:nvPr/>
          </p:nvSpPr>
          <p:spPr>
            <a:xfrm>
              <a:off x="6714631" y="5713431"/>
              <a:ext cx="1623641" cy="1265692"/>
            </a:xfrm>
            <a:prstGeom prst="rect">
              <a:avLst/>
            </a:prstGeom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40" name="rc740"/>
            <p:cNvSpPr/>
            <p:nvPr/>
          </p:nvSpPr>
          <p:spPr>
            <a:xfrm>
              <a:off x="8452146" y="5713431"/>
              <a:ext cx="1623641" cy="12656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741" name="pl741"/>
            <p:cNvSpPr/>
            <p:nvPr/>
          </p:nvSpPr>
          <p:spPr>
            <a:xfrm>
              <a:off x="8525948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42" name="pl742"/>
            <p:cNvSpPr/>
            <p:nvPr/>
          </p:nvSpPr>
          <p:spPr>
            <a:xfrm>
              <a:off x="8821155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43" name="pl743"/>
            <p:cNvSpPr/>
            <p:nvPr/>
          </p:nvSpPr>
          <p:spPr>
            <a:xfrm>
              <a:off x="9116363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44" name="pl744"/>
            <p:cNvSpPr/>
            <p:nvPr/>
          </p:nvSpPr>
          <p:spPr>
            <a:xfrm>
              <a:off x="9411571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45" name="pl745"/>
            <p:cNvSpPr/>
            <p:nvPr/>
          </p:nvSpPr>
          <p:spPr>
            <a:xfrm>
              <a:off x="9706778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46" name="pl746"/>
            <p:cNvSpPr/>
            <p:nvPr/>
          </p:nvSpPr>
          <p:spPr>
            <a:xfrm>
              <a:off x="10001986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108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47" name="pl747"/>
            <p:cNvSpPr/>
            <p:nvPr/>
          </p:nvSpPr>
          <p:spPr>
            <a:xfrm>
              <a:off x="8452146" y="6633935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48" name="pl748"/>
            <p:cNvSpPr/>
            <p:nvPr/>
          </p:nvSpPr>
          <p:spPr>
            <a:xfrm>
              <a:off x="8452146" y="6058620"/>
              <a:ext cx="1623641" cy="0"/>
            </a:xfrm>
            <a:custGeom>
              <a:avLst/>
              <a:gdLst/>
              <a:ahLst/>
              <a:cxnLst/>
              <a:rect l="0" t="0" r="0" b="0"/>
              <a:pathLst>
                <a:path w="1623641">
                  <a:moveTo>
                    <a:pt x="0" y="0"/>
                  </a:moveTo>
                  <a:lnTo>
                    <a:pt x="1623641" y="0"/>
                  </a:lnTo>
                  <a:lnTo>
                    <a:pt x="162364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49" name="pl749"/>
            <p:cNvSpPr/>
            <p:nvPr/>
          </p:nvSpPr>
          <p:spPr>
            <a:xfrm>
              <a:off x="8673552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50" name="pl750"/>
            <p:cNvSpPr/>
            <p:nvPr/>
          </p:nvSpPr>
          <p:spPr>
            <a:xfrm>
              <a:off x="8968759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51" name="pl751"/>
            <p:cNvSpPr/>
            <p:nvPr/>
          </p:nvSpPr>
          <p:spPr>
            <a:xfrm>
              <a:off x="9263967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52" name="pl752"/>
            <p:cNvSpPr/>
            <p:nvPr/>
          </p:nvSpPr>
          <p:spPr>
            <a:xfrm>
              <a:off x="9559174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53" name="pl753"/>
            <p:cNvSpPr/>
            <p:nvPr/>
          </p:nvSpPr>
          <p:spPr>
            <a:xfrm>
              <a:off x="9854382" y="5713431"/>
              <a:ext cx="0" cy="1265692"/>
            </a:xfrm>
            <a:custGeom>
              <a:avLst/>
              <a:gdLst/>
              <a:ahLst/>
              <a:cxnLst/>
              <a:rect l="0" t="0" r="0" b="0"/>
              <a:pathLst>
                <a:path h="1265692">
                  <a:moveTo>
                    <a:pt x="0" y="12656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54" name="pl754"/>
            <p:cNvSpPr/>
            <p:nvPr/>
          </p:nvSpPr>
          <p:spPr>
            <a:xfrm>
              <a:off x="8552517" y="6633935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55" name="pl755"/>
            <p:cNvSpPr/>
            <p:nvPr/>
          </p:nvSpPr>
          <p:spPr>
            <a:xfrm>
              <a:off x="8582037" y="6633935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56" name="pl756"/>
            <p:cNvSpPr/>
            <p:nvPr/>
          </p:nvSpPr>
          <p:spPr>
            <a:xfrm>
              <a:off x="8611558" y="6633935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57" name="pl757"/>
            <p:cNvSpPr/>
            <p:nvPr/>
          </p:nvSpPr>
          <p:spPr>
            <a:xfrm>
              <a:off x="8635175" y="6633935"/>
              <a:ext cx="82658" cy="0"/>
            </a:xfrm>
            <a:custGeom>
              <a:avLst/>
              <a:gdLst/>
              <a:ahLst/>
              <a:cxnLst/>
              <a:rect l="0" t="0" r="0" b="0"/>
              <a:pathLst>
                <a:path w="82658">
                  <a:moveTo>
                    <a:pt x="0" y="0"/>
                  </a:moveTo>
                  <a:lnTo>
                    <a:pt x="82658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58" name="pl758"/>
            <p:cNvSpPr/>
            <p:nvPr/>
          </p:nvSpPr>
          <p:spPr>
            <a:xfrm>
              <a:off x="8717833" y="6633935"/>
              <a:ext cx="14760" cy="0"/>
            </a:xfrm>
            <a:custGeom>
              <a:avLst/>
              <a:gdLst/>
              <a:ahLst/>
              <a:cxnLst/>
              <a:rect l="0" t="0" r="0" b="0"/>
              <a:pathLst>
                <a:path w="14760">
                  <a:moveTo>
                    <a:pt x="0" y="0"/>
                  </a:moveTo>
                  <a:lnTo>
                    <a:pt x="14760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59" name="pl759"/>
            <p:cNvSpPr/>
            <p:nvPr/>
          </p:nvSpPr>
          <p:spPr>
            <a:xfrm>
              <a:off x="8732593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60" name="pl760"/>
            <p:cNvSpPr/>
            <p:nvPr/>
          </p:nvSpPr>
          <p:spPr>
            <a:xfrm>
              <a:off x="8753258" y="6633935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61" name="pl761"/>
            <p:cNvSpPr/>
            <p:nvPr/>
          </p:nvSpPr>
          <p:spPr>
            <a:xfrm>
              <a:off x="8779826" y="6633935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62" name="pl762"/>
            <p:cNvSpPr/>
            <p:nvPr/>
          </p:nvSpPr>
          <p:spPr>
            <a:xfrm>
              <a:off x="8797539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63" name="pl763"/>
            <p:cNvSpPr/>
            <p:nvPr/>
          </p:nvSpPr>
          <p:spPr>
            <a:xfrm>
              <a:off x="8818203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64" name="pl764"/>
            <p:cNvSpPr/>
            <p:nvPr/>
          </p:nvSpPr>
          <p:spPr>
            <a:xfrm>
              <a:off x="8859532" y="6633935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65" name="pl765"/>
            <p:cNvSpPr/>
            <p:nvPr/>
          </p:nvSpPr>
          <p:spPr>
            <a:xfrm>
              <a:off x="8877245" y="6633935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66" name="pl766"/>
            <p:cNvSpPr/>
            <p:nvPr/>
          </p:nvSpPr>
          <p:spPr>
            <a:xfrm>
              <a:off x="8903814" y="6633935"/>
              <a:ext cx="14760" cy="0"/>
            </a:xfrm>
            <a:custGeom>
              <a:avLst/>
              <a:gdLst/>
              <a:ahLst/>
              <a:cxnLst/>
              <a:rect l="0" t="0" r="0" b="0"/>
              <a:pathLst>
                <a:path w="14760">
                  <a:moveTo>
                    <a:pt x="0" y="0"/>
                  </a:moveTo>
                  <a:lnTo>
                    <a:pt x="14760" y="0"/>
                  </a:lnTo>
                </a:path>
              </a:pathLst>
            </a:custGeom>
            <a:ln w="2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67" name="pl767"/>
            <p:cNvSpPr/>
            <p:nvPr/>
          </p:nvSpPr>
          <p:spPr>
            <a:xfrm>
              <a:off x="8918574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8499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68" name="pl768"/>
            <p:cNvSpPr/>
            <p:nvPr/>
          </p:nvSpPr>
          <p:spPr>
            <a:xfrm>
              <a:off x="8939238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8499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69" name="pl769"/>
            <p:cNvSpPr/>
            <p:nvPr/>
          </p:nvSpPr>
          <p:spPr>
            <a:xfrm>
              <a:off x="8959903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8499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70" name="pl770"/>
            <p:cNvSpPr/>
            <p:nvPr/>
          </p:nvSpPr>
          <p:spPr>
            <a:xfrm>
              <a:off x="9021897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8499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71" name="pl771"/>
            <p:cNvSpPr/>
            <p:nvPr/>
          </p:nvSpPr>
          <p:spPr>
            <a:xfrm>
              <a:off x="9042561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8499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72" name="pl772"/>
            <p:cNvSpPr/>
            <p:nvPr/>
          </p:nvSpPr>
          <p:spPr>
            <a:xfrm>
              <a:off x="9063226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468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73" name="pl773"/>
            <p:cNvSpPr/>
            <p:nvPr/>
          </p:nvSpPr>
          <p:spPr>
            <a:xfrm>
              <a:off x="9083890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468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74" name="pl774"/>
            <p:cNvSpPr/>
            <p:nvPr/>
          </p:nvSpPr>
          <p:spPr>
            <a:xfrm>
              <a:off x="9104555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468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75" name="pl775"/>
            <p:cNvSpPr/>
            <p:nvPr/>
          </p:nvSpPr>
          <p:spPr>
            <a:xfrm>
              <a:off x="9125219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468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76" name="pl776"/>
            <p:cNvSpPr/>
            <p:nvPr/>
          </p:nvSpPr>
          <p:spPr>
            <a:xfrm>
              <a:off x="9145884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468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77" name="pl777"/>
            <p:cNvSpPr/>
            <p:nvPr/>
          </p:nvSpPr>
          <p:spPr>
            <a:xfrm>
              <a:off x="9166548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468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78" name="pl778"/>
            <p:cNvSpPr/>
            <p:nvPr/>
          </p:nvSpPr>
          <p:spPr>
            <a:xfrm>
              <a:off x="9187213" y="6633935"/>
              <a:ext cx="100370" cy="0"/>
            </a:xfrm>
            <a:custGeom>
              <a:avLst/>
              <a:gdLst/>
              <a:ahLst/>
              <a:cxnLst/>
              <a:rect l="0" t="0" r="0" b="0"/>
              <a:pathLst>
                <a:path w="100370">
                  <a:moveTo>
                    <a:pt x="0" y="0"/>
                  </a:moveTo>
                  <a:lnTo>
                    <a:pt x="100370" y="0"/>
                  </a:lnTo>
                </a:path>
              </a:pathLst>
            </a:custGeom>
            <a:ln w="1468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79" name="pl779"/>
            <p:cNvSpPr/>
            <p:nvPr/>
          </p:nvSpPr>
          <p:spPr>
            <a:xfrm>
              <a:off x="9287583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14680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80" name="pl780"/>
            <p:cNvSpPr/>
            <p:nvPr/>
          </p:nvSpPr>
          <p:spPr>
            <a:xfrm>
              <a:off x="9328912" y="6633935"/>
              <a:ext cx="8856" cy="0"/>
            </a:xfrm>
            <a:custGeom>
              <a:avLst/>
              <a:gdLst/>
              <a:ahLst/>
              <a:cxnLst/>
              <a:rect l="0" t="0" r="0" b="0"/>
              <a:pathLst>
                <a:path w="8856">
                  <a:moveTo>
                    <a:pt x="0" y="0"/>
                  </a:moveTo>
                  <a:lnTo>
                    <a:pt x="8856" y="0"/>
                  </a:lnTo>
                </a:path>
              </a:pathLst>
            </a:custGeom>
            <a:ln w="1538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81" name="pl781"/>
            <p:cNvSpPr/>
            <p:nvPr/>
          </p:nvSpPr>
          <p:spPr>
            <a:xfrm>
              <a:off x="9337769" y="6633935"/>
              <a:ext cx="11808" cy="0"/>
            </a:xfrm>
            <a:custGeom>
              <a:avLst/>
              <a:gdLst/>
              <a:ahLst/>
              <a:cxnLst/>
              <a:rect l="0" t="0" r="0" b="0"/>
              <a:pathLst>
                <a:path w="11808">
                  <a:moveTo>
                    <a:pt x="0" y="0"/>
                  </a:moveTo>
                  <a:lnTo>
                    <a:pt x="11808" y="0"/>
                  </a:lnTo>
                </a:path>
              </a:pathLst>
            </a:custGeom>
            <a:ln w="1538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82" name="pl782"/>
            <p:cNvSpPr/>
            <p:nvPr/>
          </p:nvSpPr>
          <p:spPr>
            <a:xfrm>
              <a:off x="9349577" y="6633935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1538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83" name="pl783"/>
            <p:cNvSpPr/>
            <p:nvPr/>
          </p:nvSpPr>
          <p:spPr>
            <a:xfrm>
              <a:off x="9373194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17845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84" name="pl784"/>
            <p:cNvSpPr/>
            <p:nvPr/>
          </p:nvSpPr>
          <p:spPr>
            <a:xfrm>
              <a:off x="9393858" y="6633935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3152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85" name="pl785"/>
            <p:cNvSpPr/>
            <p:nvPr/>
          </p:nvSpPr>
          <p:spPr>
            <a:xfrm>
              <a:off x="9411571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152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86" name="pl786"/>
            <p:cNvSpPr/>
            <p:nvPr/>
          </p:nvSpPr>
          <p:spPr>
            <a:xfrm>
              <a:off x="9432235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31524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87" name="pl787"/>
            <p:cNvSpPr/>
            <p:nvPr/>
          </p:nvSpPr>
          <p:spPr>
            <a:xfrm>
              <a:off x="9473564" y="6633935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19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88" name="pl788"/>
            <p:cNvSpPr/>
            <p:nvPr/>
          </p:nvSpPr>
          <p:spPr>
            <a:xfrm>
              <a:off x="9494229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319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89" name="pl789"/>
            <p:cNvSpPr/>
            <p:nvPr/>
          </p:nvSpPr>
          <p:spPr>
            <a:xfrm>
              <a:off x="9556222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319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90" name="pl790"/>
            <p:cNvSpPr/>
            <p:nvPr/>
          </p:nvSpPr>
          <p:spPr>
            <a:xfrm>
              <a:off x="9597551" y="6633935"/>
              <a:ext cx="41329" cy="0"/>
            </a:xfrm>
            <a:custGeom>
              <a:avLst/>
              <a:gdLst/>
              <a:ahLst/>
              <a:cxnLst/>
              <a:rect l="0" t="0" r="0" b="0"/>
              <a:pathLst>
                <a:path w="41329">
                  <a:moveTo>
                    <a:pt x="0" y="0"/>
                  </a:moveTo>
                  <a:lnTo>
                    <a:pt x="41329" y="0"/>
                  </a:lnTo>
                </a:path>
              </a:pathLst>
            </a:custGeom>
            <a:ln w="31987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91" name="pl791"/>
            <p:cNvSpPr/>
            <p:nvPr/>
          </p:nvSpPr>
          <p:spPr>
            <a:xfrm>
              <a:off x="9638880" y="6633935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32079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92" name="pl792"/>
            <p:cNvSpPr/>
            <p:nvPr/>
          </p:nvSpPr>
          <p:spPr>
            <a:xfrm>
              <a:off x="9665449" y="6633935"/>
              <a:ext cx="121035" cy="0"/>
            </a:xfrm>
            <a:custGeom>
              <a:avLst/>
              <a:gdLst/>
              <a:ahLst/>
              <a:cxnLst/>
              <a:rect l="0" t="0" r="0" b="0"/>
              <a:pathLst>
                <a:path w="121035">
                  <a:moveTo>
                    <a:pt x="0" y="0"/>
                  </a:moveTo>
                  <a:lnTo>
                    <a:pt x="121035" y="0"/>
                  </a:lnTo>
                </a:path>
              </a:pathLst>
            </a:custGeom>
            <a:ln w="37200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93" name="pl793"/>
            <p:cNvSpPr/>
            <p:nvPr/>
          </p:nvSpPr>
          <p:spPr>
            <a:xfrm>
              <a:off x="9786484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41940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94" name="pl794"/>
            <p:cNvSpPr/>
            <p:nvPr/>
          </p:nvSpPr>
          <p:spPr>
            <a:xfrm>
              <a:off x="9848478" y="6633935"/>
              <a:ext cx="59041" cy="0"/>
            </a:xfrm>
            <a:custGeom>
              <a:avLst/>
              <a:gdLst/>
              <a:ahLst/>
              <a:cxnLst/>
              <a:rect l="0" t="0" r="0" b="0"/>
              <a:pathLst>
                <a:path w="59041">
                  <a:moveTo>
                    <a:pt x="0" y="0"/>
                  </a:moveTo>
                  <a:lnTo>
                    <a:pt x="59041" y="0"/>
                  </a:lnTo>
                </a:path>
              </a:pathLst>
            </a:custGeom>
            <a:ln w="41940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95" name="pl795"/>
            <p:cNvSpPr/>
            <p:nvPr/>
          </p:nvSpPr>
          <p:spPr>
            <a:xfrm>
              <a:off x="9907519" y="6633935"/>
              <a:ext cx="61993" cy="0"/>
            </a:xfrm>
            <a:custGeom>
              <a:avLst/>
              <a:gdLst/>
              <a:ahLst/>
              <a:cxnLst/>
              <a:rect l="0" t="0" r="0" b="0"/>
              <a:pathLst>
                <a:path w="61993">
                  <a:moveTo>
                    <a:pt x="0" y="0"/>
                  </a:moveTo>
                  <a:lnTo>
                    <a:pt x="61993" y="0"/>
                  </a:lnTo>
                </a:path>
              </a:pathLst>
            </a:custGeom>
            <a:ln w="41940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96" name="pl796"/>
            <p:cNvSpPr/>
            <p:nvPr/>
          </p:nvSpPr>
          <p:spPr>
            <a:xfrm>
              <a:off x="8552517" y="6058620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42924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97" name="pl797"/>
            <p:cNvSpPr/>
            <p:nvPr/>
          </p:nvSpPr>
          <p:spPr>
            <a:xfrm>
              <a:off x="8582037" y="6058620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6837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98" name="pl798"/>
            <p:cNvSpPr/>
            <p:nvPr/>
          </p:nvSpPr>
          <p:spPr>
            <a:xfrm>
              <a:off x="8605654" y="6058620"/>
              <a:ext cx="5904" cy="0"/>
            </a:xfrm>
            <a:custGeom>
              <a:avLst/>
              <a:gdLst/>
              <a:ahLst/>
              <a:cxnLst/>
              <a:rect l="0" t="0" r="0" b="0"/>
              <a:pathLst>
                <a:path w="5904">
                  <a:moveTo>
                    <a:pt x="0" y="0"/>
                  </a:moveTo>
                  <a:lnTo>
                    <a:pt x="5904" y="0"/>
                  </a:lnTo>
                </a:path>
              </a:pathLst>
            </a:custGeom>
            <a:ln w="9726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799" name="pl799"/>
            <p:cNvSpPr/>
            <p:nvPr/>
          </p:nvSpPr>
          <p:spPr>
            <a:xfrm>
              <a:off x="8611558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9726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00" name="pl800"/>
            <p:cNvSpPr/>
            <p:nvPr/>
          </p:nvSpPr>
          <p:spPr>
            <a:xfrm>
              <a:off x="8632223" y="6058620"/>
              <a:ext cx="5904" cy="0"/>
            </a:xfrm>
            <a:custGeom>
              <a:avLst/>
              <a:gdLst/>
              <a:ahLst/>
              <a:cxnLst/>
              <a:rect l="0" t="0" r="0" b="0"/>
              <a:pathLst>
                <a:path w="5904">
                  <a:moveTo>
                    <a:pt x="0" y="0"/>
                  </a:moveTo>
                  <a:lnTo>
                    <a:pt x="5904" y="0"/>
                  </a:lnTo>
                </a:path>
              </a:pathLst>
            </a:custGeom>
            <a:ln w="14483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01" name="pl801"/>
            <p:cNvSpPr/>
            <p:nvPr/>
          </p:nvSpPr>
          <p:spPr>
            <a:xfrm>
              <a:off x="8638127" y="6058620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14846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02" name="pl802"/>
            <p:cNvSpPr/>
            <p:nvPr/>
          </p:nvSpPr>
          <p:spPr>
            <a:xfrm>
              <a:off x="8655839" y="6058620"/>
              <a:ext cx="32472" cy="0"/>
            </a:xfrm>
            <a:custGeom>
              <a:avLst/>
              <a:gdLst/>
              <a:ahLst/>
              <a:cxnLst/>
              <a:rect l="0" t="0" r="0" b="0"/>
              <a:pathLst>
                <a:path w="32472">
                  <a:moveTo>
                    <a:pt x="0" y="0"/>
                  </a:moveTo>
                  <a:lnTo>
                    <a:pt x="32472" y="0"/>
                  </a:lnTo>
                </a:path>
              </a:pathLst>
            </a:custGeom>
            <a:ln w="25296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03" name="pl803"/>
            <p:cNvSpPr/>
            <p:nvPr/>
          </p:nvSpPr>
          <p:spPr>
            <a:xfrm>
              <a:off x="8688312" y="6058620"/>
              <a:ext cx="29520" cy="0"/>
            </a:xfrm>
            <a:custGeom>
              <a:avLst/>
              <a:gdLst/>
              <a:ahLst/>
              <a:cxnLst/>
              <a:rect l="0" t="0" r="0" b="0"/>
              <a:pathLst>
                <a:path w="29520">
                  <a:moveTo>
                    <a:pt x="0" y="0"/>
                  </a:moveTo>
                  <a:lnTo>
                    <a:pt x="29520" y="0"/>
                  </a:lnTo>
                </a:path>
              </a:pathLst>
            </a:custGeom>
            <a:ln w="25296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04" name="pl804"/>
            <p:cNvSpPr/>
            <p:nvPr/>
          </p:nvSpPr>
          <p:spPr>
            <a:xfrm>
              <a:off x="8717833" y="6058620"/>
              <a:ext cx="14760" cy="0"/>
            </a:xfrm>
            <a:custGeom>
              <a:avLst/>
              <a:gdLst/>
              <a:ahLst/>
              <a:cxnLst/>
              <a:rect l="0" t="0" r="0" b="0"/>
              <a:pathLst>
                <a:path w="14760">
                  <a:moveTo>
                    <a:pt x="0" y="0"/>
                  </a:moveTo>
                  <a:lnTo>
                    <a:pt x="14760" y="0"/>
                  </a:lnTo>
                </a:path>
              </a:pathLst>
            </a:custGeom>
            <a:ln w="259879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05" name="pl805"/>
            <p:cNvSpPr/>
            <p:nvPr/>
          </p:nvSpPr>
          <p:spPr>
            <a:xfrm>
              <a:off x="8732593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6164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06" name="pl806"/>
            <p:cNvSpPr/>
            <p:nvPr/>
          </p:nvSpPr>
          <p:spPr>
            <a:xfrm>
              <a:off x="8753258" y="6058620"/>
              <a:ext cx="2952" cy="0"/>
            </a:xfrm>
            <a:custGeom>
              <a:avLst/>
              <a:gdLst/>
              <a:ahLst/>
              <a:cxnLst/>
              <a:rect l="0" t="0" r="0" b="0"/>
              <a:pathLst>
                <a:path w="2952">
                  <a:moveTo>
                    <a:pt x="0" y="0"/>
                  </a:moveTo>
                  <a:lnTo>
                    <a:pt x="2952" y="0"/>
                  </a:lnTo>
                </a:path>
              </a:pathLst>
            </a:custGeom>
            <a:ln w="26164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07" name="pl807"/>
            <p:cNvSpPr/>
            <p:nvPr/>
          </p:nvSpPr>
          <p:spPr>
            <a:xfrm>
              <a:off x="8756210" y="6058620"/>
              <a:ext cx="23616" cy="0"/>
            </a:xfrm>
            <a:custGeom>
              <a:avLst/>
              <a:gdLst/>
              <a:ahLst/>
              <a:cxnLst/>
              <a:rect l="0" t="0" r="0" b="0"/>
              <a:pathLst>
                <a:path w="23616">
                  <a:moveTo>
                    <a:pt x="0" y="0"/>
                  </a:moveTo>
                  <a:lnTo>
                    <a:pt x="23616" y="0"/>
                  </a:lnTo>
                </a:path>
              </a:pathLst>
            </a:custGeom>
            <a:ln w="264137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08" name="pl808"/>
            <p:cNvSpPr/>
            <p:nvPr/>
          </p:nvSpPr>
          <p:spPr>
            <a:xfrm>
              <a:off x="8779826" y="6058620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2657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09" name="pl809"/>
            <p:cNvSpPr/>
            <p:nvPr/>
          </p:nvSpPr>
          <p:spPr>
            <a:xfrm>
              <a:off x="8797539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7678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10" name="pl810"/>
            <p:cNvSpPr/>
            <p:nvPr/>
          </p:nvSpPr>
          <p:spPr>
            <a:xfrm>
              <a:off x="8818203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8195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11" name="pl811"/>
            <p:cNvSpPr/>
            <p:nvPr/>
          </p:nvSpPr>
          <p:spPr>
            <a:xfrm>
              <a:off x="8838868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28343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12" name="pl812"/>
            <p:cNvSpPr/>
            <p:nvPr/>
          </p:nvSpPr>
          <p:spPr>
            <a:xfrm>
              <a:off x="8859532" y="6058620"/>
              <a:ext cx="17712" cy="0"/>
            </a:xfrm>
            <a:custGeom>
              <a:avLst/>
              <a:gdLst/>
              <a:ahLst/>
              <a:cxnLst/>
              <a:rect l="0" t="0" r="0" b="0"/>
              <a:pathLst>
                <a:path w="17712">
                  <a:moveTo>
                    <a:pt x="0" y="0"/>
                  </a:moveTo>
                  <a:lnTo>
                    <a:pt x="17712" y="0"/>
                  </a:lnTo>
                </a:path>
              </a:pathLst>
            </a:custGeom>
            <a:ln w="283432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13" name="pl813"/>
            <p:cNvSpPr/>
            <p:nvPr/>
          </p:nvSpPr>
          <p:spPr>
            <a:xfrm>
              <a:off x="8877245" y="6058620"/>
              <a:ext cx="26568" cy="0"/>
            </a:xfrm>
            <a:custGeom>
              <a:avLst/>
              <a:gdLst/>
              <a:ahLst/>
              <a:cxnLst/>
              <a:rect l="0" t="0" r="0" b="0"/>
              <a:pathLst>
                <a:path w="26568">
                  <a:moveTo>
                    <a:pt x="0" y="0"/>
                  </a:moveTo>
                  <a:lnTo>
                    <a:pt x="26568" y="0"/>
                  </a:lnTo>
                </a:path>
              </a:pathLst>
            </a:custGeom>
            <a:ln w="28933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14" name="pl814"/>
            <p:cNvSpPr/>
            <p:nvPr/>
          </p:nvSpPr>
          <p:spPr>
            <a:xfrm>
              <a:off x="8903814" y="6058620"/>
              <a:ext cx="35424" cy="0"/>
            </a:xfrm>
            <a:custGeom>
              <a:avLst/>
              <a:gdLst/>
              <a:ahLst/>
              <a:cxnLst/>
              <a:rect l="0" t="0" r="0" b="0"/>
              <a:pathLst>
                <a:path w="35424">
                  <a:moveTo>
                    <a:pt x="0" y="0"/>
                  </a:moveTo>
                  <a:lnTo>
                    <a:pt x="35424" y="0"/>
                  </a:lnTo>
                </a:path>
              </a:pathLst>
            </a:custGeom>
            <a:ln w="344843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15" name="pl815"/>
            <p:cNvSpPr/>
            <p:nvPr/>
          </p:nvSpPr>
          <p:spPr>
            <a:xfrm>
              <a:off x="8939238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5667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16" name="pl816"/>
            <p:cNvSpPr/>
            <p:nvPr/>
          </p:nvSpPr>
          <p:spPr>
            <a:xfrm>
              <a:off x="8959903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614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17" name="pl817"/>
            <p:cNvSpPr/>
            <p:nvPr/>
          </p:nvSpPr>
          <p:spPr>
            <a:xfrm>
              <a:off x="8980567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61471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18" name="pl818"/>
            <p:cNvSpPr/>
            <p:nvPr/>
          </p:nvSpPr>
          <p:spPr>
            <a:xfrm>
              <a:off x="9001232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6654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19" name="pl819"/>
            <p:cNvSpPr/>
            <p:nvPr/>
          </p:nvSpPr>
          <p:spPr>
            <a:xfrm>
              <a:off x="9021897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7056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20" name="pl820"/>
            <p:cNvSpPr/>
            <p:nvPr/>
          </p:nvSpPr>
          <p:spPr>
            <a:xfrm>
              <a:off x="9042561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37056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21" name="pl821"/>
            <p:cNvSpPr/>
            <p:nvPr/>
          </p:nvSpPr>
          <p:spPr>
            <a:xfrm>
              <a:off x="9063226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4490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22" name="pl822"/>
            <p:cNvSpPr/>
            <p:nvPr/>
          </p:nvSpPr>
          <p:spPr>
            <a:xfrm>
              <a:off x="9083890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4490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23" name="pl823"/>
            <p:cNvSpPr/>
            <p:nvPr/>
          </p:nvSpPr>
          <p:spPr>
            <a:xfrm>
              <a:off x="9104555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4490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24" name="pl824"/>
            <p:cNvSpPr/>
            <p:nvPr/>
          </p:nvSpPr>
          <p:spPr>
            <a:xfrm>
              <a:off x="9125219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44908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25" name="pl825"/>
            <p:cNvSpPr/>
            <p:nvPr/>
          </p:nvSpPr>
          <p:spPr>
            <a:xfrm>
              <a:off x="9145884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450835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26" name="pl826"/>
            <p:cNvSpPr/>
            <p:nvPr/>
          </p:nvSpPr>
          <p:spPr>
            <a:xfrm>
              <a:off x="9166548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46856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27" name="pl827"/>
            <p:cNvSpPr/>
            <p:nvPr/>
          </p:nvSpPr>
          <p:spPr>
            <a:xfrm>
              <a:off x="9187213" y="6058620"/>
              <a:ext cx="20664" cy="0"/>
            </a:xfrm>
            <a:custGeom>
              <a:avLst/>
              <a:gdLst/>
              <a:ahLst/>
              <a:cxnLst/>
              <a:rect l="0" t="0" r="0" b="0"/>
              <a:pathLst>
                <a:path w="20664">
                  <a:moveTo>
                    <a:pt x="0" y="0"/>
                  </a:moveTo>
                  <a:lnTo>
                    <a:pt x="20664" y="0"/>
                  </a:lnTo>
                </a:path>
              </a:pathLst>
            </a:custGeom>
            <a:ln w="46856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28" name="pl828"/>
            <p:cNvSpPr/>
            <p:nvPr/>
          </p:nvSpPr>
          <p:spPr>
            <a:xfrm>
              <a:off x="9207877" y="6058620"/>
              <a:ext cx="59041" cy="0"/>
            </a:xfrm>
            <a:custGeom>
              <a:avLst/>
              <a:gdLst/>
              <a:ahLst/>
              <a:cxnLst/>
              <a:rect l="0" t="0" r="0" b="0"/>
              <a:pathLst>
                <a:path w="59041">
                  <a:moveTo>
                    <a:pt x="0" y="0"/>
                  </a:moveTo>
                  <a:lnTo>
                    <a:pt x="59041" y="0"/>
                  </a:lnTo>
                </a:path>
              </a:pathLst>
            </a:custGeom>
            <a:ln w="468566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29" name="pt829"/>
            <p:cNvSpPr/>
            <p:nvPr/>
          </p:nvSpPr>
          <p:spPr>
            <a:xfrm>
              <a:off x="8889341" y="6604703"/>
              <a:ext cx="58464" cy="584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30" name="pt830"/>
            <p:cNvSpPr/>
            <p:nvPr/>
          </p:nvSpPr>
          <p:spPr>
            <a:xfrm>
              <a:off x="9023409" y="6594118"/>
              <a:ext cx="79633" cy="7963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31" name="pt831"/>
            <p:cNvSpPr/>
            <p:nvPr/>
          </p:nvSpPr>
          <p:spPr>
            <a:xfrm>
              <a:off x="9311846" y="6616868"/>
              <a:ext cx="34133" cy="3413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32" name="pt832"/>
            <p:cNvSpPr/>
            <p:nvPr/>
          </p:nvSpPr>
          <p:spPr>
            <a:xfrm>
              <a:off x="9342243" y="6602985"/>
              <a:ext cx="61901" cy="6190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33" name="pt833"/>
            <p:cNvSpPr/>
            <p:nvPr/>
          </p:nvSpPr>
          <p:spPr>
            <a:xfrm>
              <a:off x="9311976" y="6552053"/>
              <a:ext cx="163763" cy="16376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34" name="pt834"/>
            <p:cNvSpPr/>
            <p:nvPr/>
          </p:nvSpPr>
          <p:spPr>
            <a:xfrm>
              <a:off x="9453848" y="6614219"/>
              <a:ext cx="39432" cy="3943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35" name="pt835"/>
            <p:cNvSpPr/>
            <p:nvPr/>
          </p:nvSpPr>
          <p:spPr>
            <a:xfrm>
              <a:off x="9629891" y="6624946"/>
              <a:ext cx="17977" cy="1797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36" name="pt836"/>
            <p:cNvSpPr/>
            <p:nvPr/>
          </p:nvSpPr>
          <p:spPr>
            <a:xfrm>
              <a:off x="9604958" y="6573444"/>
              <a:ext cx="120981" cy="12098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37" name="pt837"/>
            <p:cNvSpPr/>
            <p:nvPr/>
          </p:nvSpPr>
          <p:spPr>
            <a:xfrm>
              <a:off x="9724398" y="6571849"/>
              <a:ext cx="124172" cy="12417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38" name="pg838"/>
            <p:cNvSpPr/>
            <p:nvPr/>
          </p:nvSpPr>
          <p:spPr>
            <a:xfrm>
              <a:off x="8531019" y="6033797"/>
              <a:ext cx="42994" cy="37234"/>
            </a:xfrm>
            <a:custGeom>
              <a:avLst/>
              <a:gdLst/>
              <a:ahLst/>
              <a:cxnLst/>
              <a:rect l="0" t="0" r="0" b="0"/>
              <a:pathLst>
                <a:path w="42994" h="37234">
                  <a:moveTo>
                    <a:pt x="21497" y="0"/>
                  </a:moveTo>
                  <a:lnTo>
                    <a:pt x="42994" y="37234"/>
                  </a:lnTo>
                  <a:lnTo>
                    <a:pt x="0" y="3723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39" name="pg839"/>
            <p:cNvSpPr/>
            <p:nvPr/>
          </p:nvSpPr>
          <p:spPr>
            <a:xfrm>
              <a:off x="8555945" y="6028492"/>
              <a:ext cx="52184" cy="45193"/>
            </a:xfrm>
            <a:custGeom>
              <a:avLst/>
              <a:gdLst/>
              <a:ahLst/>
              <a:cxnLst/>
              <a:rect l="0" t="0" r="0" b="0"/>
              <a:pathLst>
                <a:path w="52184" h="45193">
                  <a:moveTo>
                    <a:pt x="26092" y="0"/>
                  </a:moveTo>
                  <a:lnTo>
                    <a:pt x="52184" y="45193"/>
                  </a:lnTo>
                  <a:lnTo>
                    <a:pt x="0" y="4519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40" name="pg840"/>
            <p:cNvSpPr/>
            <p:nvPr/>
          </p:nvSpPr>
          <p:spPr>
            <a:xfrm>
              <a:off x="8572790" y="6020673"/>
              <a:ext cx="65727" cy="56921"/>
            </a:xfrm>
            <a:custGeom>
              <a:avLst/>
              <a:gdLst/>
              <a:ahLst/>
              <a:cxnLst/>
              <a:rect l="0" t="0" r="0" b="0"/>
              <a:pathLst>
                <a:path w="65727" h="56921">
                  <a:moveTo>
                    <a:pt x="32863" y="0"/>
                  </a:moveTo>
                  <a:lnTo>
                    <a:pt x="65727" y="56921"/>
                  </a:lnTo>
                  <a:lnTo>
                    <a:pt x="0" y="5692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41" name="pg841"/>
            <p:cNvSpPr/>
            <p:nvPr/>
          </p:nvSpPr>
          <p:spPr>
            <a:xfrm>
              <a:off x="8583638" y="6002520"/>
              <a:ext cx="97169" cy="84150"/>
            </a:xfrm>
            <a:custGeom>
              <a:avLst/>
              <a:gdLst/>
              <a:ahLst/>
              <a:cxnLst/>
              <a:rect l="0" t="0" r="0" b="0"/>
              <a:pathLst>
                <a:path w="97169" h="84150">
                  <a:moveTo>
                    <a:pt x="48584" y="0"/>
                  </a:moveTo>
                  <a:lnTo>
                    <a:pt x="97169" y="84150"/>
                  </a:lnTo>
                  <a:lnTo>
                    <a:pt x="0" y="841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42" name="pg842"/>
            <p:cNvSpPr/>
            <p:nvPr/>
          </p:nvSpPr>
          <p:spPr>
            <a:xfrm>
              <a:off x="8621345" y="6039243"/>
              <a:ext cx="33562" cy="29066"/>
            </a:xfrm>
            <a:custGeom>
              <a:avLst/>
              <a:gdLst/>
              <a:ahLst/>
              <a:cxnLst/>
              <a:rect l="0" t="0" r="0" b="0"/>
              <a:pathLst>
                <a:path w="33562" h="29066">
                  <a:moveTo>
                    <a:pt x="16781" y="0"/>
                  </a:moveTo>
                  <a:lnTo>
                    <a:pt x="33562" y="29066"/>
                  </a:lnTo>
                  <a:lnTo>
                    <a:pt x="0" y="2906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43" name="pg843"/>
            <p:cNvSpPr/>
            <p:nvPr/>
          </p:nvSpPr>
          <p:spPr>
            <a:xfrm>
              <a:off x="8567755" y="5956910"/>
              <a:ext cx="176167" cy="152565"/>
            </a:xfrm>
            <a:custGeom>
              <a:avLst/>
              <a:gdLst/>
              <a:ahLst/>
              <a:cxnLst/>
              <a:rect l="0" t="0" r="0" b="0"/>
              <a:pathLst>
                <a:path w="176167" h="152565">
                  <a:moveTo>
                    <a:pt x="88083" y="0"/>
                  </a:moveTo>
                  <a:lnTo>
                    <a:pt x="176167" y="152565"/>
                  </a:lnTo>
                  <a:lnTo>
                    <a:pt x="0" y="15256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44" name="pg844"/>
            <p:cNvSpPr/>
            <p:nvPr/>
          </p:nvSpPr>
          <p:spPr>
            <a:xfrm>
              <a:off x="8688999" y="6025326"/>
              <a:ext cx="57667" cy="49941"/>
            </a:xfrm>
            <a:custGeom>
              <a:avLst/>
              <a:gdLst/>
              <a:ahLst/>
              <a:cxnLst/>
              <a:rect l="0" t="0" r="0" b="0"/>
              <a:pathLst>
                <a:path w="57667" h="49941">
                  <a:moveTo>
                    <a:pt x="28833" y="0"/>
                  </a:moveTo>
                  <a:lnTo>
                    <a:pt x="57667" y="49941"/>
                  </a:lnTo>
                  <a:lnTo>
                    <a:pt x="0" y="499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45" name="pg845"/>
            <p:cNvSpPr/>
            <p:nvPr/>
          </p:nvSpPr>
          <p:spPr>
            <a:xfrm>
              <a:off x="8717009" y="6040625"/>
              <a:ext cx="31168" cy="26992"/>
            </a:xfrm>
            <a:custGeom>
              <a:avLst/>
              <a:gdLst/>
              <a:ahLst/>
              <a:cxnLst/>
              <a:rect l="0" t="0" r="0" b="0"/>
              <a:pathLst>
                <a:path w="31168" h="26992">
                  <a:moveTo>
                    <a:pt x="15584" y="0"/>
                  </a:moveTo>
                  <a:lnTo>
                    <a:pt x="31168" y="26992"/>
                  </a:lnTo>
                  <a:lnTo>
                    <a:pt x="0" y="2699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46" name="pg846"/>
            <p:cNvSpPr/>
            <p:nvPr/>
          </p:nvSpPr>
          <p:spPr>
            <a:xfrm>
              <a:off x="8737690" y="6037235"/>
              <a:ext cx="37039" cy="32077"/>
            </a:xfrm>
            <a:custGeom>
              <a:avLst/>
              <a:gdLst/>
              <a:ahLst/>
              <a:cxnLst/>
              <a:rect l="0" t="0" r="0" b="0"/>
              <a:pathLst>
                <a:path w="37039" h="32077">
                  <a:moveTo>
                    <a:pt x="18519" y="0"/>
                  </a:moveTo>
                  <a:lnTo>
                    <a:pt x="37039" y="32077"/>
                  </a:lnTo>
                  <a:lnTo>
                    <a:pt x="0" y="320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47" name="pg847"/>
            <p:cNvSpPr/>
            <p:nvPr/>
          </p:nvSpPr>
          <p:spPr>
            <a:xfrm>
              <a:off x="8764677" y="6041127"/>
              <a:ext cx="30299" cy="26239"/>
            </a:xfrm>
            <a:custGeom>
              <a:avLst/>
              <a:gdLst/>
              <a:ahLst/>
              <a:cxnLst/>
              <a:rect l="0" t="0" r="0" b="0"/>
              <a:pathLst>
                <a:path w="30299" h="26239">
                  <a:moveTo>
                    <a:pt x="15149" y="0"/>
                  </a:moveTo>
                  <a:lnTo>
                    <a:pt x="30299" y="26239"/>
                  </a:lnTo>
                  <a:lnTo>
                    <a:pt x="0" y="262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48" name="pg848"/>
            <p:cNvSpPr/>
            <p:nvPr/>
          </p:nvSpPr>
          <p:spPr>
            <a:xfrm>
              <a:off x="8761268" y="6016738"/>
              <a:ext cx="72542" cy="62823"/>
            </a:xfrm>
            <a:custGeom>
              <a:avLst/>
              <a:gdLst/>
              <a:ahLst/>
              <a:cxnLst/>
              <a:rect l="0" t="0" r="0" b="0"/>
              <a:pathLst>
                <a:path w="72542" h="62823">
                  <a:moveTo>
                    <a:pt x="36271" y="0"/>
                  </a:moveTo>
                  <a:lnTo>
                    <a:pt x="72542" y="62823"/>
                  </a:lnTo>
                  <a:lnTo>
                    <a:pt x="0" y="6282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49" name="pg849"/>
            <p:cNvSpPr/>
            <p:nvPr/>
          </p:nvSpPr>
          <p:spPr>
            <a:xfrm>
              <a:off x="8791846" y="6028186"/>
              <a:ext cx="52713" cy="45651"/>
            </a:xfrm>
            <a:custGeom>
              <a:avLst/>
              <a:gdLst/>
              <a:ahLst/>
              <a:cxnLst/>
              <a:rect l="0" t="0" r="0" b="0"/>
              <a:pathLst>
                <a:path w="52713" h="45651">
                  <a:moveTo>
                    <a:pt x="26356" y="0"/>
                  </a:moveTo>
                  <a:lnTo>
                    <a:pt x="52713" y="45651"/>
                  </a:lnTo>
                  <a:lnTo>
                    <a:pt x="0" y="4565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50" name="pg850"/>
            <p:cNvSpPr/>
            <p:nvPr/>
          </p:nvSpPr>
          <p:spPr>
            <a:xfrm>
              <a:off x="8824020" y="6041476"/>
              <a:ext cx="29695" cy="25716"/>
            </a:xfrm>
            <a:custGeom>
              <a:avLst/>
              <a:gdLst/>
              <a:ahLst/>
              <a:cxnLst/>
              <a:rect l="0" t="0" r="0" b="0"/>
              <a:pathLst>
                <a:path w="29695" h="25716">
                  <a:moveTo>
                    <a:pt x="14847" y="0"/>
                  </a:moveTo>
                  <a:lnTo>
                    <a:pt x="29695" y="25716"/>
                  </a:lnTo>
                  <a:lnTo>
                    <a:pt x="0" y="257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51" name="pg851"/>
            <p:cNvSpPr/>
            <p:nvPr/>
          </p:nvSpPr>
          <p:spPr>
            <a:xfrm>
              <a:off x="8849004" y="6026011"/>
              <a:ext cx="56481" cy="48914"/>
            </a:xfrm>
            <a:custGeom>
              <a:avLst/>
              <a:gdLst/>
              <a:ahLst/>
              <a:cxnLst/>
              <a:rect l="0" t="0" r="0" b="0"/>
              <a:pathLst>
                <a:path w="56481" h="48914">
                  <a:moveTo>
                    <a:pt x="28240" y="0"/>
                  </a:moveTo>
                  <a:lnTo>
                    <a:pt x="56481" y="48914"/>
                  </a:lnTo>
                  <a:lnTo>
                    <a:pt x="0" y="4891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52" name="pg852"/>
            <p:cNvSpPr/>
            <p:nvPr/>
          </p:nvSpPr>
          <p:spPr>
            <a:xfrm>
              <a:off x="8822646" y="5964896"/>
              <a:ext cx="162335" cy="140587"/>
            </a:xfrm>
            <a:custGeom>
              <a:avLst/>
              <a:gdLst/>
              <a:ahLst/>
              <a:cxnLst/>
              <a:rect l="0" t="0" r="0" b="0"/>
              <a:pathLst>
                <a:path w="162335" h="140587">
                  <a:moveTo>
                    <a:pt x="81167" y="0"/>
                  </a:moveTo>
                  <a:lnTo>
                    <a:pt x="162335" y="140587"/>
                  </a:lnTo>
                  <a:lnTo>
                    <a:pt x="0" y="1405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53" name="pg853"/>
            <p:cNvSpPr/>
            <p:nvPr/>
          </p:nvSpPr>
          <p:spPr>
            <a:xfrm>
              <a:off x="8897258" y="6010145"/>
              <a:ext cx="83961" cy="72712"/>
            </a:xfrm>
            <a:custGeom>
              <a:avLst/>
              <a:gdLst/>
              <a:ahLst/>
              <a:cxnLst/>
              <a:rect l="0" t="0" r="0" b="0"/>
              <a:pathLst>
                <a:path w="83961" h="72712">
                  <a:moveTo>
                    <a:pt x="41980" y="0"/>
                  </a:moveTo>
                  <a:lnTo>
                    <a:pt x="83961" y="72712"/>
                  </a:lnTo>
                  <a:lnTo>
                    <a:pt x="0" y="727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54" name="pg854"/>
            <p:cNvSpPr/>
            <p:nvPr/>
          </p:nvSpPr>
          <p:spPr>
            <a:xfrm>
              <a:off x="8931423" y="6025735"/>
              <a:ext cx="56959" cy="49328"/>
            </a:xfrm>
            <a:custGeom>
              <a:avLst/>
              <a:gdLst/>
              <a:ahLst/>
              <a:cxnLst/>
              <a:rect l="0" t="0" r="0" b="0"/>
              <a:pathLst>
                <a:path w="56959" h="49328">
                  <a:moveTo>
                    <a:pt x="28479" y="0"/>
                  </a:moveTo>
                  <a:lnTo>
                    <a:pt x="56959" y="49328"/>
                  </a:lnTo>
                  <a:lnTo>
                    <a:pt x="0" y="493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55" name="pg855"/>
            <p:cNvSpPr/>
            <p:nvPr/>
          </p:nvSpPr>
          <p:spPr>
            <a:xfrm>
              <a:off x="8971878" y="6024725"/>
              <a:ext cx="58708" cy="50843"/>
            </a:xfrm>
            <a:custGeom>
              <a:avLst/>
              <a:gdLst/>
              <a:ahLst/>
              <a:cxnLst/>
              <a:rect l="0" t="0" r="0" b="0"/>
              <a:pathLst>
                <a:path w="58708" h="50843">
                  <a:moveTo>
                    <a:pt x="29354" y="0"/>
                  </a:moveTo>
                  <a:lnTo>
                    <a:pt x="58708" y="50843"/>
                  </a:lnTo>
                  <a:lnTo>
                    <a:pt x="0" y="5084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56" name="pg856"/>
            <p:cNvSpPr/>
            <p:nvPr/>
          </p:nvSpPr>
          <p:spPr>
            <a:xfrm>
              <a:off x="8995214" y="6027809"/>
              <a:ext cx="53365" cy="46216"/>
            </a:xfrm>
            <a:custGeom>
              <a:avLst/>
              <a:gdLst/>
              <a:ahLst/>
              <a:cxnLst/>
              <a:rect l="0" t="0" r="0" b="0"/>
              <a:pathLst>
                <a:path w="53365" h="46216">
                  <a:moveTo>
                    <a:pt x="26682" y="0"/>
                  </a:moveTo>
                  <a:lnTo>
                    <a:pt x="53365" y="46216"/>
                  </a:lnTo>
                  <a:lnTo>
                    <a:pt x="0" y="462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57" name="pg857"/>
            <p:cNvSpPr/>
            <p:nvPr/>
          </p:nvSpPr>
          <p:spPr>
            <a:xfrm>
              <a:off x="8955419" y="5934135"/>
              <a:ext cx="215613" cy="186727"/>
            </a:xfrm>
            <a:custGeom>
              <a:avLst/>
              <a:gdLst/>
              <a:ahLst/>
              <a:cxnLst/>
              <a:rect l="0" t="0" r="0" b="0"/>
              <a:pathLst>
                <a:path w="215613" h="186727">
                  <a:moveTo>
                    <a:pt x="107806" y="0"/>
                  </a:moveTo>
                  <a:lnTo>
                    <a:pt x="215613" y="186727"/>
                  </a:lnTo>
                  <a:lnTo>
                    <a:pt x="0" y="18672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58" name="pg858"/>
            <p:cNvSpPr/>
            <p:nvPr/>
          </p:nvSpPr>
          <p:spPr>
            <a:xfrm>
              <a:off x="9125747" y="6035369"/>
              <a:ext cx="40273" cy="34877"/>
            </a:xfrm>
            <a:custGeom>
              <a:avLst/>
              <a:gdLst/>
              <a:ahLst/>
              <a:cxnLst/>
              <a:rect l="0" t="0" r="0" b="0"/>
              <a:pathLst>
                <a:path w="40273" h="34877">
                  <a:moveTo>
                    <a:pt x="20136" y="0"/>
                  </a:moveTo>
                  <a:lnTo>
                    <a:pt x="40273" y="34877"/>
                  </a:lnTo>
                  <a:lnTo>
                    <a:pt x="0" y="348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59" name="pg859"/>
            <p:cNvSpPr/>
            <p:nvPr/>
          </p:nvSpPr>
          <p:spPr>
            <a:xfrm>
              <a:off x="9109634" y="5992901"/>
              <a:ext cx="113828" cy="98578"/>
            </a:xfrm>
            <a:custGeom>
              <a:avLst/>
              <a:gdLst/>
              <a:ahLst/>
              <a:cxnLst/>
              <a:rect l="0" t="0" r="0" b="0"/>
              <a:pathLst>
                <a:path w="113828" h="98578">
                  <a:moveTo>
                    <a:pt x="56914" y="0"/>
                  </a:moveTo>
                  <a:lnTo>
                    <a:pt x="113828" y="98578"/>
                  </a:lnTo>
                  <a:lnTo>
                    <a:pt x="0" y="985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 sz="1632"/>
            </a:p>
          </p:txBody>
        </p:sp>
        <p:sp>
          <p:nvSpPr>
            <p:cNvPr id="860" name="tx860"/>
            <p:cNvSpPr/>
            <p:nvPr/>
          </p:nvSpPr>
          <p:spPr>
            <a:xfrm>
              <a:off x="9467099" y="6243208"/>
              <a:ext cx="502414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10718</a:t>
              </a:r>
            </a:p>
          </p:txBody>
        </p:sp>
        <p:sp>
          <p:nvSpPr>
            <p:cNvPr id="861" name="tx861"/>
            <p:cNvSpPr/>
            <p:nvPr/>
          </p:nvSpPr>
          <p:spPr>
            <a:xfrm>
              <a:off x="8764505" y="5667805"/>
              <a:ext cx="502414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289"/>
                </a:lnSpc>
              </a:pPr>
              <a:r>
                <a:rPr sz="128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13380</a:t>
              </a:r>
            </a:p>
          </p:txBody>
        </p:sp>
        <p:sp>
          <p:nvSpPr>
            <p:cNvPr id="862" name="rc862"/>
            <p:cNvSpPr/>
            <p:nvPr/>
          </p:nvSpPr>
          <p:spPr>
            <a:xfrm>
              <a:off x="8452146" y="5713431"/>
              <a:ext cx="1623641" cy="1265692"/>
            </a:xfrm>
            <a:prstGeom prst="rect">
              <a:avLst/>
            </a:prstGeom>
            <a:ln w="22173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63" name="tx863"/>
            <p:cNvSpPr/>
            <p:nvPr/>
          </p:nvSpPr>
          <p:spPr>
            <a:xfrm>
              <a:off x="1023751" y="6564016"/>
              <a:ext cx="375850" cy="1353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RCT</a:t>
              </a:r>
            </a:p>
          </p:txBody>
        </p:sp>
        <p:sp>
          <p:nvSpPr>
            <p:cNvPr id="864" name="tx864"/>
            <p:cNvSpPr/>
            <p:nvPr/>
          </p:nvSpPr>
          <p:spPr>
            <a:xfrm>
              <a:off x="972941" y="5988701"/>
              <a:ext cx="426660" cy="1353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06"/>
                </a:lnSpc>
              </a:pPr>
              <a:r>
                <a:rPr sz="1306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RWS</a:t>
              </a:r>
            </a:p>
          </p:txBody>
        </p:sp>
        <p:sp>
          <p:nvSpPr>
            <p:cNvPr id="865" name="pl865"/>
            <p:cNvSpPr/>
            <p:nvPr/>
          </p:nvSpPr>
          <p:spPr>
            <a:xfrm>
              <a:off x="1445151" y="6633935"/>
              <a:ext cx="56936" cy="0"/>
            </a:xfrm>
            <a:custGeom>
              <a:avLst/>
              <a:gdLst/>
              <a:ahLst/>
              <a:cxnLst/>
              <a:rect l="0" t="0" r="0" b="0"/>
              <a:pathLst>
                <a:path w="56936">
                  <a:moveTo>
                    <a:pt x="0" y="0"/>
                  </a:moveTo>
                  <a:lnTo>
                    <a:pt x="56936" y="0"/>
                  </a:lnTo>
                </a:path>
              </a:pathLst>
            </a:custGeom>
            <a:ln w="22173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66" name="pl866"/>
            <p:cNvSpPr/>
            <p:nvPr/>
          </p:nvSpPr>
          <p:spPr>
            <a:xfrm>
              <a:off x="1445151" y="6058620"/>
              <a:ext cx="56936" cy="0"/>
            </a:xfrm>
            <a:custGeom>
              <a:avLst/>
              <a:gdLst/>
              <a:ahLst/>
              <a:cxnLst/>
              <a:rect l="0" t="0" r="0" b="0"/>
              <a:pathLst>
                <a:path w="56936">
                  <a:moveTo>
                    <a:pt x="0" y="0"/>
                  </a:moveTo>
                  <a:lnTo>
                    <a:pt x="56936" y="0"/>
                  </a:lnTo>
                </a:path>
              </a:pathLst>
            </a:custGeom>
            <a:ln w="22173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32"/>
            </a:p>
          </p:txBody>
        </p:sp>
        <p:sp>
          <p:nvSpPr>
            <p:cNvPr id="867" name="tx867"/>
            <p:cNvSpPr/>
            <p:nvPr/>
          </p:nvSpPr>
          <p:spPr>
            <a:xfrm rot="-5400000">
              <a:off x="-321381" y="6261669"/>
              <a:ext cx="2045568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32"/>
                </a:lnSpc>
              </a:pPr>
              <a:r>
                <a:rPr sz="163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and Cumulative 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able&#10;&#10;Description automatically generated">
            <a:extLst>
              <a:ext uri="{FF2B5EF4-FFF2-40B4-BE49-F238E27FC236}">
                <a16:creationId xmlns:a16="http://schemas.microsoft.com/office/drawing/2014/main" id="{A1374145-6673-42D4-875E-AD14D19E8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913" y="436182"/>
            <a:ext cx="5985635" cy="598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76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able&#10;&#10;Description automatically generated">
            <a:extLst>
              <a:ext uri="{FF2B5EF4-FFF2-40B4-BE49-F238E27FC236}">
                <a16:creationId xmlns:a16="http://schemas.microsoft.com/office/drawing/2014/main" id="{2FD835A9-5591-4592-BACA-62AC96201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695" y="9373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318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meline&#10;&#10;Description automatically generated with low confidence">
            <a:extLst>
              <a:ext uri="{FF2B5EF4-FFF2-40B4-BE49-F238E27FC236}">
                <a16:creationId xmlns:a16="http://schemas.microsoft.com/office/drawing/2014/main" id="{CF55A722-C706-49FC-83D8-B635C74D0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7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553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625</Words>
  <Application>Microsoft Office PowerPoint</Application>
  <PresentationFormat>Widescreen</PresentationFormat>
  <Paragraphs>186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Samer Mouksassi</dc:creator>
  <cp:lastModifiedBy>Samer Mouksassi</cp:lastModifiedBy>
  <cp:revision>6</cp:revision>
  <dcterms:created xsi:type="dcterms:W3CDTF">2022-02-13T11:49:28Z</dcterms:created>
  <dcterms:modified xsi:type="dcterms:W3CDTF">2022-02-14T09:19:07Z</dcterms:modified>
</cp:coreProperties>
</file>