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85" r:id="rId3"/>
    <p:sldId id="286" r:id="rId4"/>
    <p:sldId id="290" r:id="rId5"/>
    <p:sldId id="287" r:id="rId6"/>
    <p:sldId id="288" r:id="rId7"/>
    <p:sldId id="289" r:id="rId8"/>
  </p:sldIdLst>
  <p:sldSz cx="18288000" cy="14630400"/>
  <p:notesSz cx="6858000" cy="9144000"/>
  <p:defaultTextStyle>
    <a:defPPr>
      <a:defRPr lang="en-US"/>
    </a:defPPr>
    <a:lvl1pPr marL="0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1pPr>
    <a:lvl2pPr marL="658930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2pPr>
    <a:lvl3pPr marL="1317860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3pPr>
    <a:lvl4pPr marL="1976791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4pPr>
    <a:lvl5pPr marL="2635720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5pPr>
    <a:lvl6pPr marL="3294650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6pPr>
    <a:lvl7pPr marL="3953580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7pPr>
    <a:lvl8pPr marL="4612511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8pPr>
    <a:lvl9pPr marL="5271441" algn="l" defTabSz="1317860" rtl="0" eaLnBrk="1" latinLnBrk="0" hangingPunct="1">
      <a:defRPr sz="264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8" userDrawn="1">
          <p15:clr>
            <a:srgbClr val="A4A3A4"/>
          </p15:clr>
        </p15:guide>
        <p15:guide id="2" pos="57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AE95"/>
    <a:srgbClr val="B047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5E92F-AD6A-4C74-B615-12B661448640}" v="3" dt="2023-07-25T23:32:34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howGuides="1">
      <p:cViewPr>
        <p:scale>
          <a:sx n="75" d="100"/>
          <a:sy n="75" d="100"/>
        </p:scale>
        <p:origin x="480" y="-1188"/>
      </p:cViewPr>
      <p:guideLst>
        <p:guide orient="horz" pos="4608"/>
        <p:guide pos="57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r Mouksassi" userId="c18f5e46-7090-425a-a75d-5998e99a8397" providerId="ADAL" clId="{1565E92F-AD6A-4C74-B615-12B661448640}"/>
    <pc:docChg chg="undo custSel addSld delSld modSld sldOrd">
      <pc:chgData name="Samer Mouksassi" userId="c18f5e46-7090-425a-a75d-5998e99a8397" providerId="ADAL" clId="{1565E92F-AD6A-4C74-B615-12B661448640}" dt="2023-07-26T00:14:20.075" v="274" actId="1076"/>
      <pc:docMkLst>
        <pc:docMk/>
      </pc:docMkLst>
      <pc:sldChg chg="addSp delSp modSp add del mod ord">
        <pc:chgData name="Samer Mouksassi" userId="c18f5e46-7090-425a-a75d-5998e99a8397" providerId="ADAL" clId="{1565E92F-AD6A-4C74-B615-12B661448640}" dt="2023-07-26T00:13:43.690" v="270" actId="2711"/>
        <pc:sldMkLst>
          <pc:docMk/>
          <pc:sldMk cId="3052490755" sldId="284"/>
        </pc:sldMkLst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4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5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6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7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8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9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0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1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2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3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3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3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4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5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6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6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6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6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7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8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19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0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0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0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1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2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3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3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3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3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4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5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6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7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8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8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8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29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0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1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1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1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1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2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3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48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49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0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2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3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4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6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58:19.986" v="250" actId="21"/>
          <ac:spMkLst>
            <pc:docMk/>
            <pc:sldMk cId="3052490755" sldId="284"/>
            <ac:spMk id="35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6T00:13:43.690" v="270" actId="2711"/>
          <ac:spMkLst>
            <pc:docMk/>
            <pc:sldMk cId="3052490755" sldId="284"/>
            <ac:spMk id="358" creationId="{8CC1BE80-09CF-4324-81C1-DD45F4F54361}"/>
          </ac:spMkLst>
        </pc:spChg>
      </pc:sldChg>
      <pc:sldChg chg="addSp delSp modSp mod">
        <pc:chgData name="Samer Mouksassi" userId="c18f5e46-7090-425a-a75d-5998e99a8397" providerId="ADAL" clId="{1565E92F-AD6A-4C74-B615-12B661448640}" dt="2023-07-25T23:45:01.806" v="145" actId="113"/>
        <pc:sldMkLst>
          <pc:docMk/>
          <pc:sldMk cId="0" sldId="285"/>
        </pc:sldMkLst>
        <pc:spChg chg="add del mod">
          <ac:chgData name="Samer Mouksassi" userId="c18f5e46-7090-425a-a75d-5998e99a8397" providerId="ADAL" clId="{1565E92F-AD6A-4C74-B615-12B661448640}" dt="2023-07-25T23:33:28.366" v="27" actId="478"/>
          <ac:spMkLst>
            <pc:docMk/>
            <pc:sldMk cId="0" sldId="285"/>
            <ac:spMk id="2" creationId="{EB2A1D6D-C085-E623-CEC1-47FBA502667C}"/>
          </ac:spMkLst>
        </pc:spChg>
        <pc:spChg chg="add del mod">
          <ac:chgData name="Samer Mouksassi" userId="c18f5e46-7090-425a-a75d-5998e99a8397" providerId="ADAL" clId="{1565E92F-AD6A-4C74-B615-12B661448640}" dt="2023-07-25T23:33:28.366" v="27" actId="478"/>
          <ac:spMkLst>
            <pc:docMk/>
            <pc:sldMk cId="0" sldId="285"/>
            <ac:spMk id="3" creationId="{54AD8008-5037-033D-388A-8AC01617987D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33:28.366" v="27" actId="478"/>
          <ac:spMkLst>
            <pc:docMk/>
            <pc:sldMk cId="0" sldId="285"/>
            <ac:spMk id="6" creationId="{93372870-3D39-F6D0-8571-7BA501D60AA6}"/>
          </ac:spMkLst>
        </pc:spChg>
        <pc:spChg chg="add del mod">
          <ac:chgData name="Samer Mouksassi" userId="c18f5e46-7090-425a-a75d-5998e99a8397" providerId="ADAL" clId="{1565E92F-AD6A-4C74-B615-12B661448640}" dt="2023-07-25T23:33:28.366" v="27" actId="478"/>
          <ac:spMkLst>
            <pc:docMk/>
            <pc:sldMk cId="0" sldId="285"/>
            <ac:spMk id="10" creationId="{FDFE31E9-AFB2-499E-1BDE-431A7CE4A973}"/>
          </ac:spMkLst>
        </pc:spChg>
        <pc:spChg chg="add del mod">
          <ac:chgData name="Samer Mouksassi" userId="c18f5e46-7090-425a-a75d-5998e99a8397" providerId="ADAL" clId="{1565E92F-AD6A-4C74-B615-12B661448640}" dt="2023-07-25T23:33:38.155" v="29" actId="478"/>
          <ac:spMkLst>
            <pc:docMk/>
            <pc:sldMk cId="0" sldId="285"/>
            <ac:spMk id="14" creationId="{99B71DAE-EB87-5520-128A-A358375AF3A1}"/>
          </ac:spMkLst>
        </pc:spChg>
        <pc:spChg chg="add del mod">
          <ac:chgData name="Samer Mouksassi" userId="c18f5e46-7090-425a-a75d-5998e99a8397" providerId="ADAL" clId="{1565E92F-AD6A-4C74-B615-12B661448640}" dt="2023-07-25T23:34:05.870" v="34" actId="478"/>
          <ac:spMkLst>
            <pc:docMk/>
            <pc:sldMk cId="0" sldId="285"/>
            <ac:spMk id="18" creationId="{ED178126-89B7-BE21-FB34-E089B4343507}"/>
          </ac:spMkLst>
        </pc:spChg>
        <pc:spChg chg="add del mod">
          <ac:chgData name="Samer Mouksassi" userId="c18f5e46-7090-425a-a75d-5998e99a8397" providerId="ADAL" clId="{1565E92F-AD6A-4C74-B615-12B661448640}" dt="2023-07-25T23:34:09.853" v="37" actId="478"/>
          <ac:spMkLst>
            <pc:docMk/>
            <pc:sldMk cId="0" sldId="285"/>
            <ac:spMk id="21" creationId="{D91B286F-B05A-7209-C828-039C58E267B8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2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2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2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2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2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2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0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2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3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3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0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2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3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4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0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2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3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5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0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2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3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6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7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73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7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45:01.806" v="145" actId="113"/>
          <ac:spMkLst>
            <pc:docMk/>
            <pc:sldMk cId="0" sldId="285"/>
            <ac:spMk id="77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34:13.301" v="39" actId="478"/>
          <ac:spMkLst>
            <pc:docMk/>
            <pc:sldMk cId="0" sldId="285"/>
            <ac:spMk id="122" creationId="{CD08E157-593B-6611-184C-E72B59BD886E}"/>
          </ac:spMkLst>
        </pc:spChg>
        <pc:spChg chg="add del mod">
          <ac:chgData name="Samer Mouksassi" userId="c18f5e46-7090-425a-a75d-5998e99a8397" providerId="ADAL" clId="{1565E92F-AD6A-4C74-B615-12B661448640}" dt="2023-07-25T23:34:44.155" v="45" actId="478"/>
          <ac:spMkLst>
            <pc:docMk/>
            <pc:sldMk cId="0" sldId="285"/>
            <ac:spMk id="123" creationId="{DE8685B2-2CC3-34B7-B2EA-3902513AF49C}"/>
          </ac:spMkLst>
        </pc:spChg>
        <pc:spChg chg="add del mod">
          <ac:chgData name="Samer Mouksassi" userId="c18f5e46-7090-425a-a75d-5998e99a8397" providerId="ADAL" clId="{1565E92F-AD6A-4C74-B615-12B661448640}" dt="2023-07-25T23:34:46.450" v="46" actId="478"/>
          <ac:spMkLst>
            <pc:docMk/>
            <pc:sldMk cId="0" sldId="285"/>
            <ac:spMk id="124" creationId="{6200A626-6A08-42C6-A484-D3DB3C09F0A7}"/>
          </ac:spMkLst>
        </pc:spChg>
        <pc:spChg chg="add del mod">
          <ac:chgData name="Samer Mouksassi" userId="c18f5e46-7090-425a-a75d-5998e99a8397" providerId="ADAL" clId="{1565E92F-AD6A-4C74-B615-12B661448640}" dt="2023-07-25T23:34:48.289" v="47" actId="478"/>
          <ac:spMkLst>
            <pc:docMk/>
            <pc:sldMk cId="0" sldId="285"/>
            <ac:spMk id="125" creationId="{0DCB51D2-4D21-7F59-6800-A375280D59BF}"/>
          </ac:spMkLst>
        </pc:spChg>
        <pc:spChg chg="add del mod">
          <ac:chgData name="Samer Mouksassi" userId="c18f5e46-7090-425a-a75d-5998e99a8397" providerId="ADAL" clId="{1565E92F-AD6A-4C74-B615-12B661448640}" dt="2023-07-25T23:35:20.766" v="54" actId="478"/>
          <ac:spMkLst>
            <pc:docMk/>
            <pc:sldMk cId="0" sldId="285"/>
            <ac:spMk id="126" creationId="{05DA90E8-A412-4D88-CF80-A66256EADBE7}"/>
          </ac:spMkLst>
        </pc:spChg>
        <pc:spChg chg="add del mod">
          <ac:chgData name="Samer Mouksassi" userId="c18f5e46-7090-425a-a75d-5998e99a8397" providerId="ADAL" clId="{1565E92F-AD6A-4C74-B615-12B661448640}" dt="2023-07-25T23:35:20.766" v="54" actId="478"/>
          <ac:spMkLst>
            <pc:docMk/>
            <pc:sldMk cId="0" sldId="285"/>
            <ac:spMk id="127" creationId="{6D83E91C-378E-5710-5CF8-9CFDFA99B8CD}"/>
          </ac:spMkLst>
        </pc:spChg>
        <pc:spChg chg="add del mod">
          <ac:chgData name="Samer Mouksassi" userId="c18f5e46-7090-425a-a75d-5998e99a8397" providerId="ADAL" clId="{1565E92F-AD6A-4C74-B615-12B661448640}" dt="2023-07-25T23:35:20.766" v="54" actId="478"/>
          <ac:spMkLst>
            <pc:docMk/>
            <pc:sldMk cId="0" sldId="285"/>
            <ac:spMk id="128" creationId="{6BF25240-98DE-2E5C-6933-1875E6891CBD}"/>
          </ac:spMkLst>
        </pc:spChg>
        <pc:spChg chg="add del mod">
          <ac:chgData name="Samer Mouksassi" userId="c18f5e46-7090-425a-a75d-5998e99a8397" providerId="ADAL" clId="{1565E92F-AD6A-4C74-B615-12B661448640}" dt="2023-07-25T23:35:20.766" v="54" actId="478"/>
          <ac:spMkLst>
            <pc:docMk/>
            <pc:sldMk cId="0" sldId="285"/>
            <ac:spMk id="129" creationId="{926298D4-CD17-97AF-4C88-3AD1F5BD2E35}"/>
          </ac:spMkLst>
        </pc:spChg>
        <pc:spChg chg="add del mod">
          <ac:chgData name="Samer Mouksassi" userId="c18f5e46-7090-425a-a75d-5998e99a8397" providerId="ADAL" clId="{1565E92F-AD6A-4C74-B615-12B661448640}" dt="2023-07-25T23:35:23.589" v="55" actId="478"/>
          <ac:spMkLst>
            <pc:docMk/>
            <pc:sldMk cId="0" sldId="285"/>
            <ac:spMk id="130" creationId="{685BC1C7-CB3C-998A-E5CA-09403FC5F52D}"/>
          </ac:spMkLst>
        </pc:spChg>
        <pc:spChg chg="add del mod">
          <ac:chgData name="Samer Mouksassi" userId="c18f5e46-7090-425a-a75d-5998e99a8397" providerId="ADAL" clId="{1565E92F-AD6A-4C74-B615-12B661448640}" dt="2023-07-25T23:35:23.589" v="55" actId="478"/>
          <ac:spMkLst>
            <pc:docMk/>
            <pc:sldMk cId="0" sldId="285"/>
            <ac:spMk id="131" creationId="{5078718E-405D-357E-AD32-05336D69BBC6}"/>
          </ac:spMkLst>
        </pc:spChg>
        <pc:spChg chg="add del mod">
          <ac:chgData name="Samer Mouksassi" userId="c18f5e46-7090-425a-a75d-5998e99a8397" providerId="ADAL" clId="{1565E92F-AD6A-4C74-B615-12B661448640}" dt="2023-07-25T23:35:58.800" v="66" actId="478"/>
          <ac:spMkLst>
            <pc:docMk/>
            <pc:sldMk cId="0" sldId="285"/>
            <ac:spMk id="176" creationId="{A7303141-A592-D98D-C07E-340DEA372C3B}"/>
          </ac:spMkLst>
        </pc:spChg>
        <pc:spChg chg="add del mod">
          <ac:chgData name="Samer Mouksassi" userId="c18f5e46-7090-425a-a75d-5998e99a8397" providerId="ADAL" clId="{1565E92F-AD6A-4C74-B615-12B661448640}" dt="2023-07-25T23:35:58.800" v="66" actId="478"/>
          <ac:spMkLst>
            <pc:docMk/>
            <pc:sldMk cId="0" sldId="285"/>
            <ac:spMk id="177" creationId="{D4215E0D-FA4F-0F65-EA5B-BC5B5EAEA3FA}"/>
          </ac:spMkLst>
        </pc:spChg>
        <pc:spChg chg="add del mod">
          <ac:chgData name="Samer Mouksassi" userId="c18f5e46-7090-425a-a75d-5998e99a8397" providerId="ADAL" clId="{1565E92F-AD6A-4C74-B615-12B661448640}" dt="2023-07-25T23:35:58.800" v="66" actId="478"/>
          <ac:spMkLst>
            <pc:docMk/>
            <pc:sldMk cId="0" sldId="285"/>
            <ac:spMk id="178" creationId="{7A5E3DAD-7AFE-CC12-6F2A-F24338CDF6EB}"/>
          </ac:spMkLst>
        </pc:spChg>
        <pc:spChg chg="add del mod">
          <ac:chgData name="Samer Mouksassi" userId="c18f5e46-7090-425a-a75d-5998e99a8397" providerId="ADAL" clId="{1565E92F-AD6A-4C74-B615-12B661448640}" dt="2023-07-25T23:35:58.800" v="66" actId="478"/>
          <ac:spMkLst>
            <pc:docMk/>
            <pc:sldMk cId="0" sldId="285"/>
            <ac:spMk id="179" creationId="{4B3D6108-D49C-DB67-EA29-087990AAB209}"/>
          </ac:spMkLst>
        </pc:spChg>
        <pc:spChg chg="add del mod">
          <ac:chgData name="Samer Mouksassi" userId="c18f5e46-7090-425a-a75d-5998e99a8397" providerId="ADAL" clId="{1565E92F-AD6A-4C74-B615-12B661448640}" dt="2023-07-25T23:35:58.800" v="66" actId="478"/>
          <ac:spMkLst>
            <pc:docMk/>
            <pc:sldMk cId="0" sldId="285"/>
            <ac:spMk id="180" creationId="{48B5BB18-00DA-1738-6041-6E708CC77F05}"/>
          </ac:spMkLst>
        </pc:spChg>
        <pc:spChg chg="add del mod">
          <ac:chgData name="Samer Mouksassi" userId="c18f5e46-7090-425a-a75d-5998e99a8397" providerId="ADAL" clId="{1565E92F-AD6A-4C74-B615-12B661448640}" dt="2023-07-25T23:35:58.800" v="66" actId="478"/>
          <ac:spMkLst>
            <pc:docMk/>
            <pc:sldMk cId="0" sldId="285"/>
            <ac:spMk id="181" creationId="{7DCBD792-F1E0-6092-29CC-BAD0A648E33A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182" creationId="{C9237852-7899-0949-7FB7-FAAA93600B9B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183" creationId="{F105394A-7852-1C08-1C8B-70EF24DAA8F9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184" creationId="{B609BAED-5CC5-DE27-265C-DEB9C19173D0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185" creationId="{44553944-E109-B07C-D06D-EDA1E7EF1DCE}"/>
          </ac:spMkLst>
        </pc:spChg>
        <pc:spChg chg="mod">
          <ac:chgData name="Samer Mouksassi" userId="c18f5e46-7090-425a-a75d-5998e99a8397" providerId="ADAL" clId="{1565E92F-AD6A-4C74-B615-12B661448640}" dt="2023-07-25T23:37:58.361" v="87" actId="1076"/>
          <ac:spMkLst>
            <pc:docMk/>
            <pc:sldMk cId="0" sldId="285"/>
            <ac:spMk id="23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7:43.868" v="82" actId="403"/>
          <ac:spMkLst>
            <pc:docMk/>
            <pc:sldMk cId="0" sldId="285"/>
            <ac:spMk id="23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36.702" v="99" actId="1036"/>
          <ac:spMkLst>
            <pc:docMk/>
            <pc:sldMk cId="0" sldId="285"/>
            <ac:spMk id="241" creationId="{00000000-0000-0000-0000-000000000000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2" creationId="{A97750F7-36D6-6858-B7DC-7F8368ABD0F8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3" creationId="{9A68EAB3-1837-C3D6-4515-0ECCEB13BD55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4" creationId="{192C4B6E-DA67-B39C-7EC5-4E89E1659DF7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5" creationId="{B1D6CB8F-65CF-6C2E-AF24-4785A83AC55A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6" creationId="{73916470-0676-5EE7-2B59-A30DF41CDEF9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7" creationId="{8001F7C2-166F-BAB9-0A94-8ACF6D464816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8" creationId="{95E7F324-2182-1B4A-448D-3259BE14512D}"/>
          </ac:spMkLst>
        </pc:spChg>
        <pc:spChg chg="add del mod">
          <ac:chgData name="Samer Mouksassi" userId="c18f5e46-7090-425a-a75d-5998e99a8397" providerId="ADAL" clId="{1565E92F-AD6A-4C74-B615-12B661448640}" dt="2023-07-25T23:36:42.863" v="75" actId="478"/>
          <ac:spMkLst>
            <pc:docMk/>
            <pc:sldMk cId="0" sldId="285"/>
            <ac:spMk id="249" creationId="{B7E17F29-0128-9AB1-F4A0-3DB0D63DF6F1}"/>
          </ac:spMkLst>
        </pc:spChg>
        <pc:spChg chg="mod">
          <ac:chgData name="Samer Mouksassi" userId="c18f5e46-7090-425a-a75d-5998e99a8397" providerId="ADAL" clId="{1565E92F-AD6A-4C74-B615-12B661448640}" dt="2023-07-25T23:37:43.868" v="82" actId="403"/>
          <ac:spMkLst>
            <pc:docMk/>
            <pc:sldMk cId="0" sldId="285"/>
            <ac:spMk id="29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3:01.630" v="22" actId="20577"/>
          <ac:spMkLst>
            <pc:docMk/>
            <pc:sldMk cId="0" sldId="285"/>
            <ac:spMk id="30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3:11.465" v="25" actId="20577"/>
          <ac:spMkLst>
            <pc:docMk/>
            <pc:sldMk cId="0" sldId="285"/>
            <ac:spMk id="30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3:21.141" v="26" actId="6549"/>
          <ac:spMkLst>
            <pc:docMk/>
            <pc:sldMk cId="0" sldId="285"/>
            <ac:spMk id="30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3:59.034" v="31" actId="6549"/>
          <ac:spMkLst>
            <pc:docMk/>
            <pc:sldMk cId="0" sldId="285"/>
            <ac:spMk id="31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3:53.276" v="30" actId="6549"/>
          <ac:spMkLst>
            <pc:docMk/>
            <pc:sldMk cId="0" sldId="285"/>
            <ac:spMk id="312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4:33.286" v="40" actId="6549"/>
          <ac:spMkLst>
            <pc:docMk/>
            <pc:sldMk cId="0" sldId="285"/>
            <ac:spMk id="31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4:34.110" v="41" actId="6549"/>
          <ac:spMkLst>
            <pc:docMk/>
            <pc:sldMk cId="0" sldId="285"/>
            <ac:spMk id="31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4:40.423" v="44" actId="20577"/>
          <ac:spMkLst>
            <pc:docMk/>
            <pc:sldMk cId="0" sldId="285"/>
            <ac:spMk id="31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4:53.746" v="48" actId="6549"/>
          <ac:spMkLst>
            <pc:docMk/>
            <pc:sldMk cId="0" sldId="285"/>
            <ac:spMk id="31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02.303" v="51" actId="20577"/>
          <ac:spMkLst>
            <pc:docMk/>
            <pc:sldMk cId="0" sldId="285"/>
            <ac:spMk id="320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05.283" v="52" actId="6549"/>
          <ac:spMkLst>
            <pc:docMk/>
            <pc:sldMk cId="0" sldId="285"/>
            <ac:spMk id="32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11.214" v="53" actId="6549"/>
          <ac:spMkLst>
            <pc:docMk/>
            <pc:sldMk cId="0" sldId="285"/>
            <ac:spMk id="32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40.351" v="63" actId="20577"/>
          <ac:spMkLst>
            <pc:docMk/>
            <pc:sldMk cId="0" sldId="285"/>
            <ac:spMk id="32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34.133" v="59" actId="20577"/>
          <ac:spMkLst>
            <pc:docMk/>
            <pc:sldMk cId="0" sldId="285"/>
            <ac:spMk id="32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30.013" v="56" actId="6549"/>
          <ac:spMkLst>
            <pc:docMk/>
            <pc:sldMk cId="0" sldId="285"/>
            <ac:spMk id="32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51.350" v="64" actId="6549"/>
          <ac:spMkLst>
            <pc:docMk/>
            <pc:sldMk cId="0" sldId="285"/>
            <ac:spMk id="33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5:54.412" v="65" actId="6549"/>
          <ac:spMkLst>
            <pc:docMk/>
            <pc:sldMk cId="0" sldId="285"/>
            <ac:spMk id="333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6:39.105" v="74" actId="20577"/>
          <ac:spMkLst>
            <pc:docMk/>
            <pc:sldMk cId="0" sldId="285"/>
            <ac:spMk id="33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6:30.541" v="71" actId="6549"/>
          <ac:spMkLst>
            <pc:docMk/>
            <pc:sldMk cId="0" sldId="285"/>
            <ac:spMk id="33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6:29.089" v="70" actId="6549"/>
          <ac:spMkLst>
            <pc:docMk/>
            <pc:sldMk cId="0" sldId="285"/>
            <ac:spMk id="33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6:06.280" v="67" actId="6549"/>
          <ac:spMkLst>
            <pc:docMk/>
            <pc:sldMk cId="0" sldId="285"/>
            <ac:spMk id="340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6:11.854" v="68" actId="6549"/>
          <ac:spMkLst>
            <pc:docMk/>
            <pc:sldMk cId="0" sldId="285"/>
            <ac:spMk id="34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6:16.056" v="69" actId="6549"/>
          <ac:spMkLst>
            <pc:docMk/>
            <pc:sldMk cId="0" sldId="285"/>
            <ac:spMk id="34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7:43.868" v="82" actId="403"/>
          <ac:spMkLst>
            <pc:docMk/>
            <pc:sldMk cId="0" sldId="285"/>
            <ac:spMk id="349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36.702" v="99" actId="1036"/>
          <ac:spMkLst>
            <pc:docMk/>
            <pc:sldMk cId="0" sldId="285"/>
            <ac:spMk id="360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36.702" v="99" actId="1036"/>
          <ac:spMkLst>
            <pc:docMk/>
            <pc:sldMk cId="0" sldId="285"/>
            <ac:spMk id="361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36.702" v="99" actId="1036"/>
          <ac:spMkLst>
            <pc:docMk/>
            <pc:sldMk cId="0" sldId="285"/>
            <ac:spMk id="362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36.702" v="99" actId="1036"/>
          <ac:spMkLst>
            <pc:docMk/>
            <pc:sldMk cId="0" sldId="285"/>
            <ac:spMk id="363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49.394" v="101" actId="1036"/>
          <ac:spMkLst>
            <pc:docMk/>
            <pc:sldMk cId="0" sldId="285"/>
            <ac:spMk id="364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49.394" v="101" actId="1036"/>
          <ac:spMkLst>
            <pc:docMk/>
            <pc:sldMk cId="0" sldId="285"/>
            <ac:spMk id="365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49.394" v="101" actId="1036"/>
          <ac:spMkLst>
            <pc:docMk/>
            <pc:sldMk cId="0" sldId="285"/>
            <ac:spMk id="366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49.394" v="101" actId="1036"/>
          <ac:spMkLst>
            <pc:docMk/>
            <pc:sldMk cId="0" sldId="285"/>
            <ac:spMk id="367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9:03.969" v="103" actId="1076"/>
          <ac:spMkLst>
            <pc:docMk/>
            <pc:sldMk cId="0" sldId="285"/>
            <ac:spMk id="368" creationId="{00000000-0000-0000-0000-000000000000}"/>
          </ac:spMkLst>
        </pc:spChg>
        <pc:spChg chg="mod">
          <ac:chgData name="Samer Mouksassi" userId="c18f5e46-7090-425a-a75d-5998e99a8397" providerId="ADAL" clId="{1565E92F-AD6A-4C74-B615-12B661448640}" dt="2023-07-25T23:38:36.702" v="99" actId="1036"/>
          <ac:spMkLst>
            <pc:docMk/>
            <pc:sldMk cId="0" sldId="285"/>
            <ac:spMk id="369" creationId="{00000000-0000-0000-0000-000000000000}"/>
          </ac:spMkLst>
        </pc:spChg>
      </pc:sldChg>
      <pc:sldChg chg="addSp delSp modSp new mod">
        <pc:chgData name="Samer Mouksassi" userId="c18f5e46-7090-425a-a75d-5998e99a8397" providerId="ADAL" clId="{1565E92F-AD6A-4C74-B615-12B661448640}" dt="2023-07-25T23:56:41.657" v="248" actId="1076"/>
        <pc:sldMkLst>
          <pc:docMk/>
          <pc:sldMk cId="2829113986" sldId="286"/>
        </pc:sldMkLst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" creationId="{11E33253-F350-5EE9-07B6-A234FC7B2FD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" creationId="{93CCFFB3-D3C6-5EF7-8607-29A711A52C5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" creationId="{550FAD62-DE3E-FCEE-8ECB-DAA6493B67A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" creationId="{9D1B38CF-BC4D-D369-479A-114128F1A9B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" creationId="{F0A8CAB0-2374-A400-BC0F-00C08613247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" creationId="{A4F915D4-ECCC-DC89-E033-0D5DD927307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" creationId="{36149A45-BAB4-922C-7ACF-B963523F11E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" creationId="{32C7856A-E2D4-A04B-491C-7CA4B754E6D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" creationId="{35583BDA-1D14-4F30-A0B3-F3ABA14C4B3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" creationId="{50BB54C6-510D-B495-A340-C774320433D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" creationId="{F1817176-D84B-3A4D-B00E-A940F0F9874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3" creationId="{3CB5BD72-5D87-07D8-A03F-5DD86803AC5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" creationId="{6439CD77-790D-03AF-B5A7-38EEBCAF8A22}"/>
          </ac:spMkLst>
        </pc:spChg>
        <pc:spChg chg="add mod">
          <ac:chgData name="Samer Mouksassi" userId="c18f5e46-7090-425a-a75d-5998e99a8397" providerId="ADAL" clId="{1565E92F-AD6A-4C74-B615-12B661448640}" dt="2023-07-25T23:50:23.462" v="193" actId="255"/>
          <ac:spMkLst>
            <pc:docMk/>
            <pc:sldMk cId="2829113986" sldId="286"/>
            <ac:spMk id="15" creationId="{CA0E6015-C744-AF8A-F18C-4FC844884A9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" creationId="{181E2C20-13EB-E70C-D117-69D9589DB3B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7" creationId="{1CEC8E35-9E37-97CE-90B3-7B1A2517598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" creationId="{C95854A1-CBBD-8949-3A0D-8F918DB214B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9" creationId="{13E52BDD-B7E4-1D67-D633-8D3D60A3E2F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0" creationId="{ED589C1C-FD85-0970-A0E7-16269905EB3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1" creationId="{33B8AD17-1C1E-00BF-C489-3BB9C80B04B4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2" creationId="{F207C61A-9C61-ACCE-BAAA-161B23CED7C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3" creationId="{1ED4F439-7229-08A1-416B-7B57E9A3E396}"/>
          </ac:spMkLst>
        </pc:spChg>
        <pc:spChg chg="add mod">
          <ac:chgData name="Samer Mouksassi" userId="c18f5e46-7090-425a-a75d-5998e99a8397" providerId="ADAL" clId="{1565E92F-AD6A-4C74-B615-12B661448640}" dt="2023-07-25T23:49:57.193" v="185" actId="403"/>
          <ac:spMkLst>
            <pc:docMk/>
            <pc:sldMk cId="2829113986" sldId="286"/>
            <ac:spMk id="24" creationId="{B957479E-2834-C7C1-A221-0AA805B85EC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5" creationId="{2397D70E-141C-D8A0-88CD-EE61B7CA572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6" creationId="{53BB38AF-D18B-7525-CE5B-36202C5DE59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7" creationId="{9124B444-DB4F-1F1A-57DD-8840F6C176A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8" creationId="{2AB45171-0C22-2358-0DF4-BF498967B5ED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29" creationId="{AE9CB332-B5E4-807F-E08F-B74F1621B2A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0" creationId="{785841F4-789B-390F-119C-3E09AADD7B0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1" creationId="{2F26C9B5-0C76-386C-383A-5420674C995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2" creationId="{EA99E0DB-2C53-4273-3DA0-DF68DEC16B6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3" creationId="{F8C4345E-7650-4971-FEB4-AD93757BAF7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4" creationId="{944758D5-7F1A-582E-B994-A36D9E4B765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5" creationId="{1AF96BD1-D4BE-A123-3AFC-8AB1D1D08E6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6" creationId="{6C5C3C71-5A19-B883-EDAB-1C3CD4C6132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7" creationId="{22FCA9AB-EBB1-0282-93E9-ADE6B6F21C6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8" creationId="{C28B64F6-86A4-DB57-9A19-2BA165783EF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39" creationId="{E48BEE62-3444-DA91-198F-A808A835B4F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0" creationId="{F2ECDC16-E58F-E78A-E76A-13ED1A03276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1" creationId="{CD2B6296-5E1C-1E81-4641-B733FA960C5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2" creationId="{B36D9C54-FD6E-A320-A2D7-CE964007412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3" creationId="{BA30B3B4-3E6F-8169-9B3C-5621B2EAEED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4" creationId="{BB37D340-FA48-46E7-1A73-5A52F501039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5" creationId="{7FEE5D13-A492-8EA8-5444-28811AD8C6D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6" creationId="{5A6F410C-32D0-88DE-D94F-DC194534888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7" creationId="{D328B813-B65B-0AF0-B8B0-E3259AD7A91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8" creationId="{4302BB23-10E1-6E2F-6B13-CB60F965773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49" creationId="{17280611-0FEE-AB73-C774-4A047A3B999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0" creationId="{28ABB41E-A592-9077-B5B7-257984C7D1A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1" creationId="{2756C94D-82CB-057A-58B7-5179AF54F54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2" creationId="{CB7992A3-032A-AFB3-A29A-1B7DD6EAF41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3" creationId="{34329D91-2DB3-A925-E528-2909B1CCA53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4" creationId="{773A7BC9-C943-D02C-29B2-B5D33202C0E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5" creationId="{B0E43B3F-D051-B490-000A-557EAF30C8A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6" creationId="{61A4524E-F253-06F2-DC77-2FD754FB2B0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7" creationId="{84C5FAF1-7E4E-0893-8F74-2A18A95A562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8" creationId="{1F1D60AC-69C2-EF79-1065-233210BBAC9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59" creationId="{DE01F11F-F8BE-E1A2-5BFB-20946B9969D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0" creationId="{815BF3E9-F2BF-34F4-2455-0303796F8A6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1" creationId="{47786B24-A8E3-F68E-BE5B-E078436B536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2" creationId="{F7FCD2E6-5F86-3B2A-D964-77D97091438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3" creationId="{4234BBAE-DF4A-13A7-D371-485075BBD77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4" creationId="{A6CD6BED-D091-EA44-64A9-8B6F6A265DA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5" creationId="{DE804AD0-8F55-ECAC-6A19-273FC33FD1F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6" creationId="{B3521444-EDB9-E256-CE6D-6BABE831DD0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7" creationId="{FF173047-A125-8375-5B0F-EBBAE467FC2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8" creationId="{E3671B3A-FB4E-6CBD-B470-CF64976D789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69" creationId="{CA19BFDD-62ED-71A4-2AAD-258F78D4ECC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0" creationId="{64252138-ACCF-C588-C50E-C8345750015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1" creationId="{26E273D1-9EE4-AC9F-2EBA-08B339880C74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2" creationId="{73618F2C-3B2A-ED7F-F89D-E7814E4E3AF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3" creationId="{464FA40E-50D1-CB32-C10F-08D204D84BD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4" creationId="{482465EB-E9D6-4D67-4C2E-7E89D20430F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5" creationId="{E4198C7C-723B-FE6A-322D-F90C42AFC34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6" creationId="{A799DFB6-F772-ED4B-DC8A-E09C8FD59F6D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7" creationId="{4B446A25-4B22-FDC8-8AAB-BD716A5C378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8" creationId="{5A018081-B60F-09FF-016E-83C5C160847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79" creationId="{28A5E94E-3332-48C2-C7B7-D3DB0F898F5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0" creationId="{8C2782E0-A123-64DB-9A08-3ED38C2C826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1" creationId="{F72C88EF-4353-172F-144E-0B4402825D1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2" creationId="{712683B0-46DA-DEC1-C1D9-2E07C3064CE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3" creationId="{393A2509-EA8E-4CA6-0583-76C72CB2757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4" creationId="{9DED7D2E-0710-893F-854C-6C1232C2E31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5" creationId="{E0F50723-3A2E-130A-E3D2-C1ECC95DE79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6" creationId="{E4FDFF17-6711-8E7E-8861-8B2C95CC8EC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7" creationId="{42D85321-4BDA-796E-C875-C57BF1FC19C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8" creationId="{1FF212B8-B0CE-183F-C41A-76BF8CCB22B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89" creationId="{F609B4F9-A002-F7A1-E6F4-5E5D08FCB14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0" creationId="{2D17994B-39A1-7AE7-0E70-2D1987F8324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1" creationId="{408C315B-B712-FFAC-6E1F-F4861B210F6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2" creationId="{C01C2F3B-1648-9336-3732-B7A0D9BA696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3" creationId="{BD654E38-7C74-5225-D370-EFCF823C167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4" creationId="{DF13D249-20C8-20B7-4735-BB58BBF1D1A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5" creationId="{88EC0714-4B83-4A80-6EB5-2471B18ACC04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6" creationId="{82FC0A21-AA12-6B9B-E19B-A493992A618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7" creationId="{6A378806-A39B-28ED-A67E-935B138B4F5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8" creationId="{237E893D-CAFF-68C5-F6A5-BDF6ACF9EAE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99" creationId="{B4449917-3085-32C6-1FD0-071C806FD20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0" creationId="{27BA0BFB-6A62-F30F-4C54-84F5C3CACB6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1" creationId="{7D91E401-338B-9299-A21E-E0092956380D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2" creationId="{0CBF27EE-A360-05DF-8A84-AFA5F416655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3" creationId="{2C204E16-85B5-7C8D-18E1-9C65DD2AC6F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4" creationId="{1593C2C5-692A-BAC8-8F84-C4F98B20E82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5" creationId="{4F5DDF7C-1837-DC69-51BD-7A4F98675F0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6" creationId="{AB754D87-D863-204C-C93F-86BF33530DF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7" creationId="{5ED0A386-C433-1923-C83E-4DE6E71F580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8" creationId="{4663EA13-909A-9AD3-E93D-952E5C57E25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09" creationId="{845F1C4D-3A26-E84E-35A4-4BCEB3A5737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0" creationId="{4C42D592-034C-5C71-1DEF-05E6C586DE0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1" creationId="{3908A99E-794F-8C01-197C-82A3C32F74C4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2" creationId="{D84634C3-A3D0-EB72-59FF-B10ADC4671B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3" creationId="{B0327DF4-56EA-0892-352F-B2AFAFE9598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4" creationId="{CFEAE8BC-4847-AC78-DAA9-6F07D45F955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5" creationId="{422B85B3-81B8-6DAB-F8E7-E83D0D63283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6" creationId="{F26B7E49-60FB-9B53-0F3C-206F88A8837D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7" creationId="{832DD830-9842-3C9C-37D3-68DA1747CFC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8" creationId="{5139F48F-6AAD-B683-7008-2BE8F8D19C8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19" creationId="{0AD60838-55D9-D358-41CA-EA0B4F363B4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0" creationId="{EBA47806-5781-F5B2-410F-E45745E389F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1" creationId="{A5A20B60-3CED-503F-E3C9-C0260693CDB5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2" creationId="{64EFC74B-0205-B9F6-C55A-79CC31ADE15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3" creationId="{53F2115A-704A-13A2-8677-743CABA112D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4" creationId="{4D10C25F-FF9E-4FAE-B411-1FC63150048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5" creationId="{1D727917-D82A-547D-4CA4-0F8B1FDA895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6" creationId="{F96C8904-EA41-D6CE-1B4F-3BEA3188382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7" creationId="{487666D7-0892-9BD2-B5B8-EAA31DE5898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8" creationId="{11A53E30-D8C9-39D5-65ED-11969646498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29" creationId="{4D058F2F-0B43-EC18-2BC6-F514FD26ECB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30" creationId="{8ECB76D0-1E40-266C-CF19-DB8E77841B3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31" creationId="{26E60E0E-01E3-E01E-E0A2-AEEFAAE1CC4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32" creationId="{33BD9AB4-7ED0-BC61-1621-07D626E2965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33" creationId="{C20DEF40-F0DF-1CBB-B286-34F759215155}"/>
          </ac:spMkLst>
        </pc:spChg>
        <pc:spChg chg="add del mod">
          <ac:chgData name="Samer Mouksassi" userId="c18f5e46-7090-425a-a75d-5998e99a8397" providerId="ADAL" clId="{1565E92F-AD6A-4C74-B615-12B661448640}" dt="2023-07-25T23:51:45.131" v="200" actId="478"/>
          <ac:spMkLst>
            <pc:docMk/>
            <pc:sldMk cId="2829113986" sldId="286"/>
            <ac:spMk id="134" creationId="{6BA959B5-BC7F-0D5C-089B-815627F7D34D}"/>
          </ac:spMkLst>
        </pc:spChg>
        <pc:spChg chg="add del mod">
          <ac:chgData name="Samer Mouksassi" userId="c18f5e46-7090-425a-a75d-5998e99a8397" providerId="ADAL" clId="{1565E92F-AD6A-4C74-B615-12B661448640}" dt="2023-07-25T23:51:44.260" v="199" actId="478"/>
          <ac:spMkLst>
            <pc:docMk/>
            <pc:sldMk cId="2829113986" sldId="286"/>
            <ac:spMk id="135" creationId="{79F816B4-8B2F-4A1C-E9FA-4FD3A7205C1E}"/>
          </ac:spMkLst>
        </pc:spChg>
        <pc:spChg chg="add del mod">
          <ac:chgData name="Samer Mouksassi" userId="c18f5e46-7090-425a-a75d-5998e99a8397" providerId="ADAL" clId="{1565E92F-AD6A-4C74-B615-12B661448640}" dt="2023-07-25T23:51:46.526" v="201" actId="478"/>
          <ac:spMkLst>
            <pc:docMk/>
            <pc:sldMk cId="2829113986" sldId="286"/>
            <ac:spMk id="136" creationId="{32C6B779-E6D1-C4A3-5F1D-0D4D559FACC9}"/>
          </ac:spMkLst>
        </pc:spChg>
        <pc:spChg chg="add del mod">
          <ac:chgData name="Samer Mouksassi" userId="c18f5e46-7090-425a-a75d-5998e99a8397" providerId="ADAL" clId="{1565E92F-AD6A-4C74-B615-12B661448640}" dt="2023-07-25T23:51:43.155" v="198" actId="478"/>
          <ac:spMkLst>
            <pc:docMk/>
            <pc:sldMk cId="2829113986" sldId="286"/>
            <ac:spMk id="137" creationId="{C26244CF-83EE-4867-91AD-1251BB7F056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38" creationId="{44E1DC6C-07B7-8054-6C6A-F2646B6D9FB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39" creationId="{6396BBBF-C059-EA9B-EF97-6433B09E56D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0" creationId="{0FD0E36A-0DB7-321B-A602-A433652CA912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1" creationId="{AF8B0DE8-4CFD-C220-9366-937AFD73907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2" creationId="{246AF246-76DC-E7D3-7E6B-CF157D07E78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3" creationId="{F2601FEF-3FB0-7DD3-0B40-51DB802599B3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4" creationId="{B1608715-8F63-7ACB-8BC2-51D0121282B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5" creationId="{F9D25429-9E17-4C1C-657D-2AC9BAA11EFF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6" creationId="{76CCF7C4-E859-9987-5765-4AC148F65B1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7" creationId="{9703D342-9E9D-C3AD-F851-61788D71544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8" creationId="{AC22CB4F-AC3B-0439-EBB3-9F0305EF13C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49" creationId="{259874A6-7A4F-524A-63C8-D7F2EF10854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0" creationId="{AA252C1B-0BFD-02C5-B98A-FB607FC377A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1" creationId="{CAAE7534-8C10-2D7E-EEF0-1791CC57178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2" creationId="{F20DA234-C236-ADFA-CDE8-745C136571A4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3" creationId="{70077B72-C3F9-B0B5-EC6C-792F6D6EA99D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4" creationId="{64AC738B-89E6-A194-CDDB-21CD9AD3F8D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5" creationId="{8C3A131B-608E-B5ED-F7A0-B85943C3CA0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6" creationId="{D351840C-C8D8-48FF-A680-AA24CFC9678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7" creationId="{4D63A843-1CF0-162F-DC64-2552F364F55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8" creationId="{C5D1AE0D-BC93-42F8-38A2-08289456C740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59" creationId="{EB556578-222E-8EEB-0443-D85D943D8CD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0" creationId="{EA534A33-0FD5-F387-6B6A-7E7A3E7E566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1" creationId="{E32FD514-7B23-B8DF-9D65-4024496EC0C1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2" creationId="{084D6B64-171B-5591-8C72-6CB3231C54D4}"/>
          </ac:spMkLst>
        </pc:spChg>
        <pc:spChg chg="add mod">
          <ac:chgData name="Samer Mouksassi" userId="c18f5e46-7090-425a-a75d-5998e99a8397" providerId="ADAL" clId="{1565E92F-AD6A-4C74-B615-12B661448640}" dt="2023-07-25T23:54:26.233" v="227" actId="1076"/>
          <ac:spMkLst>
            <pc:docMk/>
            <pc:sldMk cId="2829113986" sldId="286"/>
            <ac:spMk id="163" creationId="{E86828A3-16D9-D399-4CC4-9CEED8A7588D}"/>
          </ac:spMkLst>
        </pc:spChg>
        <pc:spChg chg="add mod">
          <ac:chgData name="Samer Mouksassi" userId="c18f5e46-7090-425a-a75d-5998e99a8397" providerId="ADAL" clId="{1565E92F-AD6A-4C74-B615-12B661448640}" dt="2023-07-25T23:54:18.530" v="226" actId="1076"/>
          <ac:spMkLst>
            <pc:docMk/>
            <pc:sldMk cId="2829113986" sldId="286"/>
            <ac:spMk id="164" creationId="{24920B39-8CA0-C110-CC26-5DBB1D4B7889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5" creationId="{BAD0C584-28D4-74D8-1FE0-6EE811A08B5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6" creationId="{21845E81-3A9B-3B2F-C854-E1CF46AF0F3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7" creationId="{D5B1A094-99DF-6A67-6190-23F746CFCED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8" creationId="{65EBB74A-1BEF-97A0-6940-64F772E4F82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69" creationId="{04337FCC-572E-5DDF-ADAF-896DCCAD102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70" creationId="{DE86780A-0CBA-2A7C-AAE8-AC8E0058437D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71" creationId="{DE08D5D1-1705-8B78-980A-E91739B08A5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72" creationId="{BAA707F6-DE63-AABB-07BE-BC7659824704}"/>
          </ac:spMkLst>
        </pc:spChg>
        <pc:spChg chg="add mod">
          <ac:chgData name="Samer Mouksassi" userId="c18f5e46-7090-425a-a75d-5998e99a8397" providerId="ADAL" clId="{1565E92F-AD6A-4C74-B615-12B661448640}" dt="2023-07-25T23:53:11.559" v="219" actId="404"/>
          <ac:spMkLst>
            <pc:docMk/>
            <pc:sldMk cId="2829113986" sldId="286"/>
            <ac:spMk id="173" creationId="{4F6B36C1-798F-91C6-4901-6B3C02FC237C}"/>
          </ac:spMkLst>
        </pc:spChg>
        <pc:spChg chg="add mod">
          <ac:chgData name="Samer Mouksassi" userId="c18f5e46-7090-425a-a75d-5998e99a8397" providerId="ADAL" clId="{1565E92F-AD6A-4C74-B615-12B661448640}" dt="2023-07-25T23:53:11.559" v="219" actId="404"/>
          <ac:spMkLst>
            <pc:docMk/>
            <pc:sldMk cId="2829113986" sldId="286"/>
            <ac:spMk id="174" creationId="{0E7BA96F-649B-A643-B8C8-6D216683229E}"/>
          </ac:spMkLst>
        </pc:spChg>
        <pc:spChg chg="add mod">
          <ac:chgData name="Samer Mouksassi" userId="c18f5e46-7090-425a-a75d-5998e99a8397" providerId="ADAL" clId="{1565E92F-AD6A-4C74-B615-12B661448640}" dt="2023-07-25T23:53:11.559" v="219" actId="404"/>
          <ac:spMkLst>
            <pc:docMk/>
            <pc:sldMk cId="2829113986" sldId="286"/>
            <ac:spMk id="175" creationId="{6786C82A-EDB3-CBCF-FA04-114F519C92BB}"/>
          </ac:spMkLst>
        </pc:spChg>
        <pc:spChg chg="add mod">
          <ac:chgData name="Samer Mouksassi" userId="c18f5e46-7090-425a-a75d-5998e99a8397" providerId="ADAL" clId="{1565E92F-AD6A-4C74-B615-12B661448640}" dt="2023-07-25T23:53:11.559" v="219" actId="404"/>
          <ac:spMkLst>
            <pc:docMk/>
            <pc:sldMk cId="2829113986" sldId="286"/>
            <ac:spMk id="176" creationId="{89ADB52F-4C18-90C4-1C0D-D6CD221CFB90}"/>
          </ac:spMkLst>
        </pc:spChg>
        <pc:spChg chg="add mod">
          <ac:chgData name="Samer Mouksassi" userId="c18f5e46-7090-425a-a75d-5998e99a8397" providerId="ADAL" clId="{1565E92F-AD6A-4C74-B615-12B661448640}" dt="2023-07-25T23:53:11.559" v="219" actId="404"/>
          <ac:spMkLst>
            <pc:docMk/>
            <pc:sldMk cId="2829113986" sldId="286"/>
            <ac:spMk id="177" creationId="{AA1DD11A-1B72-9223-6F41-AE728D7EE289}"/>
          </ac:spMkLst>
        </pc:spChg>
        <pc:spChg chg="add mod">
          <ac:chgData name="Samer Mouksassi" userId="c18f5e46-7090-425a-a75d-5998e99a8397" providerId="ADAL" clId="{1565E92F-AD6A-4C74-B615-12B661448640}" dt="2023-07-25T23:53:11.559" v="219" actId="404"/>
          <ac:spMkLst>
            <pc:docMk/>
            <pc:sldMk cId="2829113986" sldId="286"/>
            <ac:spMk id="178" creationId="{040D774C-D052-6BF4-8EFD-FCBB350CAE6C}"/>
          </ac:spMkLst>
        </pc:spChg>
        <pc:spChg chg="add mod">
          <ac:chgData name="Samer Mouksassi" userId="c18f5e46-7090-425a-a75d-5998e99a8397" providerId="ADAL" clId="{1565E92F-AD6A-4C74-B615-12B661448640}" dt="2023-07-25T23:53:11.559" v="219" actId="404"/>
          <ac:spMkLst>
            <pc:docMk/>
            <pc:sldMk cId="2829113986" sldId="286"/>
            <ac:spMk id="179" creationId="{2207C0C9-BB1C-EB8B-6B6F-E7B58F86264B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0" creationId="{865E85E3-F380-D6AA-1CED-2CA6A82004A4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1" creationId="{293FAAAA-98BC-916E-B716-356E8FDB5DBA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2" creationId="{081F5204-8237-D729-880B-A01EB0925B48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3" creationId="{1A23A023-224D-0FC2-9801-EF9338798106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4" creationId="{4987F9B8-6711-C813-92D8-6B91B6E89507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5" creationId="{4398F7BA-E365-539D-ED2E-6902B20B9A7C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6" creationId="{66A8A54C-164E-5DF9-9E46-87D8C7ADC57E}"/>
          </ac:spMkLst>
        </pc:spChg>
        <pc:spChg chg="add mod">
          <ac:chgData name="Samer Mouksassi" userId="c18f5e46-7090-425a-a75d-5998e99a8397" providerId="ADAL" clId="{1565E92F-AD6A-4C74-B615-12B661448640}" dt="2023-07-25T23:46:39.617" v="150"/>
          <ac:spMkLst>
            <pc:docMk/>
            <pc:sldMk cId="2829113986" sldId="286"/>
            <ac:spMk id="187" creationId="{F2F434ED-3C4F-3678-2A0D-A810D92C57EF}"/>
          </ac:spMkLst>
        </pc:spChg>
        <pc:spChg chg="add mod">
          <ac:chgData name="Samer Mouksassi" userId="c18f5e46-7090-425a-a75d-5998e99a8397" providerId="ADAL" clId="{1565E92F-AD6A-4C74-B615-12B661448640}" dt="2023-07-25T23:52:16.116" v="206" actId="404"/>
          <ac:spMkLst>
            <pc:docMk/>
            <pc:sldMk cId="2829113986" sldId="286"/>
            <ac:spMk id="188" creationId="{4E45D266-D02E-B9C3-8B21-ACA3C6C233FC}"/>
          </ac:spMkLst>
        </pc:spChg>
        <pc:spChg chg="add mod">
          <ac:chgData name="Samer Mouksassi" userId="c18f5e46-7090-425a-a75d-5998e99a8397" providerId="ADAL" clId="{1565E92F-AD6A-4C74-B615-12B661448640}" dt="2023-07-25T23:52:27.008" v="208" actId="255"/>
          <ac:spMkLst>
            <pc:docMk/>
            <pc:sldMk cId="2829113986" sldId="286"/>
            <ac:spMk id="189" creationId="{543D4C22-9F70-70F1-4D9E-3F592BDFABC7}"/>
          </ac:spMkLst>
        </pc:spChg>
        <pc:spChg chg="add mod">
          <ac:chgData name="Samer Mouksassi" userId="c18f5e46-7090-425a-a75d-5998e99a8397" providerId="ADAL" clId="{1565E92F-AD6A-4C74-B615-12B661448640}" dt="2023-07-25T23:52:29.904" v="209" actId="255"/>
          <ac:spMkLst>
            <pc:docMk/>
            <pc:sldMk cId="2829113986" sldId="286"/>
            <ac:spMk id="190" creationId="{9F5F068B-D131-317B-8C76-D42ED74237C9}"/>
          </ac:spMkLst>
        </pc:spChg>
        <pc:spChg chg="add mod">
          <ac:chgData name="Samer Mouksassi" userId="c18f5e46-7090-425a-a75d-5998e99a8397" providerId="ADAL" clId="{1565E92F-AD6A-4C74-B615-12B661448640}" dt="2023-07-25T23:52:45.398" v="214" actId="255"/>
          <ac:spMkLst>
            <pc:docMk/>
            <pc:sldMk cId="2829113986" sldId="286"/>
            <ac:spMk id="191" creationId="{060985CC-ADCA-E517-14F3-7F17746DF98C}"/>
          </ac:spMkLst>
        </pc:spChg>
        <pc:spChg chg="add mod">
          <ac:chgData name="Samer Mouksassi" userId="c18f5e46-7090-425a-a75d-5998e99a8397" providerId="ADAL" clId="{1565E92F-AD6A-4C74-B615-12B661448640}" dt="2023-07-25T23:52:46.628" v="215" actId="255"/>
          <ac:spMkLst>
            <pc:docMk/>
            <pc:sldMk cId="2829113986" sldId="286"/>
            <ac:spMk id="192" creationId="{EDAA74DF-BC09-F16F-B579-7CFE9449900E}"/>
          </ac:spMkLst>
        </pc:spChg>
        <pc:spChg chg="add mod">
          <ac:chgData name="Samer Mouksassi" userId="c18f5e46-7090-425a-a75d-5998e99a8397" providerId="ADAL" clId="{1565E92F-AD6A-4C74-B615-12B661448640}" dt="2023-07-25T23:52:47.842" v="216" actId="255"/>
          <ac:spMkLst>
            <pc:docMk/>
            <pc:sldMk cId="2829113986" sldId="286"/>
            <ac:spMk id="193" creationId="{E2F5E639-4055-0CDC-FA32-D4499B499C11}"/>
          </ac:spMkLst>
        </pc:spChg>
        <pc:spChg chg="add mod">
          <ac:chgData name="Samer Mouksassi" userId="c18f5e46-7090-425a-a75d-5998e99a8397" providerId="ADAL" clId="{1565E92F-AD6A-4C74-B615-12B661448640}" dt="2023-07-25T23:52:49.092" v="217" actId="255"/>
          <ac:spMkLst>
            <pc:docMk/>
            <pc:sldMk cId="2829113986" sldId="286"/>
            <ac:spMk id="194" creationId="{F7F2416F-286D-5778-0B7C-DEA2F7D9DAF9}"/>
          </ac:spMkLst>
        </pc:spChg>
        <pc:spChg chg="add mod">
          <ac:chgData name="Samer Mouksassi" userId="c18f5e46-7090-425a-a75d-5998e99a8397" providerId="ADAL" clId="{1565E92F-AD6A-4C74-B615-12B661448640}" dt="2023-07-25T23:56:16.441" v="243" actId="207"/>
          <ac:spMkLst>
            <pc:docMk/>
            <pc:sldMk cId="2829113986" sldId="286"/>
            <ac:spMk id="195" creationId="{FC5F1131-7943-C291-E905-4D0FBA403AD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196" creationId="{A8615553-EB1B-BFF8-4C66-86F1389C461C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197" creationId="{47A80972-380A-71EC-0370-E66E669D6C7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198" creationId="{ED66E63C-CD1E-A313-1D34-6FF05D5DE63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199" creationId="{966873B8-4082-7CED-1BAA-2BDC39A4AFC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0" creationId="{C903D058-032A-CA97-1978-8DB205AE71D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1" creationId="{A690E8B4-48B9-4CE7-69A8-1A66AFDA245C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2" creationId="{AB550255-8402-0818-A728-DB4A25D8D8A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3" creationId="{8AA19BB8-6967-A8CB-F817-72A9A7887F0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4" creationId="{A846F147-FA03-6174-7CDF-852FEBE728F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5" creationId="{8411E5D7-8060-D70A-52D7-F27686DD1FBC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6" creationId="{70699C77-74AF-F913-322E-7EC2A3D8386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7" creationId="{4DF6FF87-0A1F-DCBF-C723-14C6229CC1D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8" creationId="{572A352D-7B55-2DAA-E7F6-BDADBC5DD78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09" creationId="{C2F27B20-A317-7298-1232-147DF6D9878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0" creationId="{C40D2F46-CAA0-F338-28C4-C87A954B37C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1" creationId="{6673E266-9112-794F-AEE1-F1493B6C015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2" creationId="{BDB00933-C7A4-004A-1A60-B3F0465B767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3" creationId="{10E5A64C-B521-E9E8-8E3D-AF81CC62C15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4" creationId="{CFC56530-5B1B-2D1E-9E2A-BBF0021FA90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5" creationId="{121D5718-DB4C-9315-6C97-20A11970DB1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6" creationId="{5F4BBF42-1B5E-30A9-F70A-CD38CBCEF44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7" creationId="{CAA3C860-AB1E-8F71-0F8B-A4335EC13A8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8" creationId="{6840A0BC-E687-4F76-E11F-3AB3EBE76DA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19" creationId="{948A3D5F-3327-89B4-4DE3-53B43451BE6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0" creationId="{F8357256-1059-8A2F-9AFB-E259C1F1CCA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1" creationId="{97969AC4-88D9-9683-14F0-FE6CD24A1CF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2" creationId="{3A9BB581-0169-1B06-F1B7-BAFD5E83DED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3" creationId="{F1B7780F-81A2-9FAA-94B0-632E9469681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4" creationId="{9AF15E30-CD47-2AD6-792A-1C68B136E04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5" creationId="{A9D9D60F-364C-3E11-72C1-25397593C35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6" creationId="{BCEAAC92-B4E8-BD5A-9E8A-6C96A7F34C7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7" creationId="{C18A2810-1BDF-A478-F547-9C6A7E7717D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8" creationId="{84B11911-98A4-D2A9-2D79-010E0A48701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29" creationId="{F3AA2E33-F229-AD3C-7B84-4E882FFEC23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0" creationId="{FD8E5A50-D723-1309-5977-4CAA712055D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1" creationId="{4FFAECAD-32C0-57B5-09BC-A0169164504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2" creationId="{8EA591C7-E9B3-B863-8E63-68CB0858FB6C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3" creationId="{D56E1D18-36B4-C416-DEC6-9400FF609F8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4" creationId="{B7865106-E102-CC62-D7AD-D0EED1917EEF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5" creationId="{10FF3F52-80FC-69A5-CE10-8982513CA46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6" creationId="{0CADC01C-175A-702E-DE94-C1149045CD2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7" creationId="{A8BFBE63-A63E-7876-8970-D062AC3FDE5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8" creationId="{09CBEBDA-C845-D981-915E-97CAEDB08A0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39" creationId="{3BE78FBC-8312-AD5B-B806-28C68A3FBE4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0" creationId="{22F644B4-63C1-8F83-80E3-C1A028E202C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1" creationId="{0A3CC1E0-2798-3422-662D-3A39F5C972AF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2" creationId="{77BA0868-BABB-7251-25FE-C38FB754B37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3" creationId="{8E9D59B6-1184-2347-3F4B-B977BD3376C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4" creationId="{5CE86710-458B-77C2-21DE-19ABC320C49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5" creationId="{ED42E1C3-896A-1A08-2F25-ED48F6EDB3A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6" creationId="{A5936DA6-F76B-095D-DE80-B3B7F56F991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7" creationId="{7E7DB436-D94B-E999-0D86-1CB89E95AB6C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8" creationId="{F2C39840-612F-3546-BDC4-A87F1CDE205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49" creationId="{391F2CC3-D8B5-E081-D70E-104A2CC8F77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0" creationId="{AFB9E105-37CD-FEC4-27A0-BDD06F61868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1" creationId="{A0BF7417-ACF4-E83F-AD27-336396EE23C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2" creationId="{DB6A80DD-AF72-7826-1997-05418365A4B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3" creationId="{27EBD5A0-AA12-053C-58D2-69CC262A0B2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4" creationId="{B980A2A3-79B3-0ED2-E277-C91806CBE3FC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5" creationId="{480E0D30-C755-7D66-B8D9-2F3683A04B1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6" creationId="{2D3A196E-1880-F4A7-C454-BE041101536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7" creationId="{4CAC065E-9356-DB9C-CFD8-CF09656B1BB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8" creationId="{4728AFE7-D24A-B7EA-30E0-1B426D8363E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59" creationId="{7C3FCACB-DBDC-882D-B0CF-F535997FE08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0" creationId="{8DB37C69-1AA3-E4D4-06B7-2D83FDBDE3BF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1" creationId="{BAD2CEDB-D388-976C-7401-5DD3F616C65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2" creationId="{5576E472-6439-B072-9CAE-28C21B13CA5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3" creationId="{A240124C-4877-FD45-8985-B53D54FECF7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4" creationId="{785AED80-4C72-D83B-C038-B199A20E12D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5" creationId="{71D9581A-1D87-485F-6518-BD2B4E55257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6" creationId="{252601A3-F90E-13F4-8622-C26EA6CB069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7" creationId="{A8F28FA9-6D58-9881-6F38-B4ECB766B31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8" creationId="{C5A60FB6-4454-0C98-314B-7E521A01E01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69" creationId="{0F077BE8-5A57-79EB-EC12-3BBE34F266A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0" creationId="{C73E0BF0-3ED4-19B4-A377-52EEBF0DE26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1" creationId="{28BC6424-DE86-4ADA-2350-B2C23582DB0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2" creationId="{1BE6157B-A2DA-39C0-7179-4D5D039C4F2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3" creationId="{D94667FB-11AC-6692-043B-F648AEE9A0BF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4" creationId="{46505999-D4DE-24B1-62B8-1E1577B608C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5" creationId="{66818D30-AE35-A5B2-DEED-E493A3E2281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6" creationId="{B2AB605D-AE2E-A739-6E9C-9B4188F040D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7" creationId="{FF0BC33C-C82C-2A5D-9DE1-3F2BF9EBCEB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8" creationId="{AA68C160-B75E-160A-BB43-08ACA226B1E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79" creationId="{7AD5EDB4-EB59-8AF3-538D-D48AEC6F656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0" creationId="{3B4BCE13-920C-BBE8-B7BA-473C2B77507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1" creationId="{DC2A1F41-0347-3877-0387-3CE4E6E1C70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2" creationId="{F59F77C6-2458-6FE2-73FA-F68E3788C2D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3" creationId="{2732366F-7CC4-79A8-5041-EDB1A973A10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4" creationId="{E75F962B-D37B-AB86-963F-119D665C2BB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5" creationId="{1889E729-DC8F-C727-BC57-97E711F320C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6" creationId="{6A91B899-D624-335B-09DB-DC3A02D8B12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7" creationId="{C5545210-6BF5-62B7-9E8E-4725F6FFA36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8" creationId="{9DCE0D90-1992-2696-F364-767A4FBDCB5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89" creationId="{F93C3C6B-AF0C-F247-C212-39C6075D02F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0" creationId="{F4325D94-3DDC-0C27-563A-3AF93A33635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1" creationId="{2D9D183A-AEF0-49F1-33EE-24BF4CEE0B8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2" creationId="{39E90D7A-8904-8A0E-46D4-D87AD5D4D96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3" creationId="{72951A4E-4840-46C7-1D4C-845C8006A38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4" creationId="{7E0FBA40-83A9-CC7F-6D71-E3BFA6FC963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5" creationId="{751941B5-74F4-0D4C-6993-C3F4560BD4C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6" creationId="{D5F26E31-F394-FBDC-E789-2E739348DE5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7" creationId="{6E295163-BC4B-9210-C081-742B0724429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8" creationId="{3BCB5C91-CFD8-C3F9-5FF1-F2B51F1225D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299" creationId="{AB7E333B-24D7-8F33-7993-8F1B0A3AC3C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0" creationId="{CB8DB62F-B58E-17B5-3154-3AF6648E417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1" creationId="{2209606B-A548-D9F7-E003-1DA3ACB7D89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2" creationId="{32E25A88-AB11-C6D9-C88B-E76F8531FD0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3" creationId="{C888BBED-6653-4167-3372-8759C0EA4E0F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4" creationId="{44A96CD3-4997-9BDE-3984-B74FDE78DD3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5" creationId="{4DBCC24F-167D-A618-5460-773C77C2C65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6" creationId="{2AA07BF4-C907-C464-48BB-D44653C9633F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7" creationId="{B67437C5-8F23-5A08-2F95-EF1ECC5A5FA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8" creationId="{B79BFAEE-7A74-1E75-0222-AB7947F0ACA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09" creationId="{245D7834-4E70-7924-9A52-D98F5331C22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0" creationId="{64ED9598-DD21-7DB5-25DD-CA0E92509BE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1" creationId="{2B3D6289-2546-E396-E2E9-62CB59E81A9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2" creationId="{517A8235-F360-A34B-0FAD-38D49769FA8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3" creationId="{60D6C437-8E40-21AE-7E74-6837F51B626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4" creationId="{DA139E19-9F56-61BC-80FA-E15489F973A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5" creationId="{C7AFCF71-09A9-F510-6A80-9A57FBC4607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6" creationId="{CF800FC5-78E6-312E-0E5E-6E7D63DAAD5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7" creationId="{265822EE-6E8C-B137-B0BF-24BFB8F0669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8" creationId="{2CF86E14-582F-3318-3D01-457FBE84127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19" creationId="{8F93095D-4030-3296-9474-F239BEE57D7F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0" creationId="{47DE5877-6F9D-7160-BE17-B37CCDEC8B2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1" creationId="{0AC4B3A5-D1C7-9B6E-C46B-46E4F4C4DB1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2" creationId="{F9D2D7BE-EADD-BEC3-A0B0-1605112E8F9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3" creationId="{E39DD540-81A5-1882-061B-D8A68EC2E62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4" creationId="{C943921C-FD7E-082F-013D-302BC8F1B51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5" creationId="{C2B2016B-18F2-F6E0-97E3-948813ABA7E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6" creationId="{1066F539-BDAE-A90A-2A7A-2BB31FC4FCE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7" creationId="{6CFB7AF8-A66B-9CAD-8B11-985A22D3EE2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8" creationId="{B90A10D0-2A7F-3A92-1376-CE0C6500C77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29" creationId="{9E575E40-0617-D1F8-4115-AC529FAB549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0" creationId="{05DB9282-8BC6-5E62-6104-8FA8A2BA176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1" creationId="{DB45EC5D-D61A-EB79-2020-352493EB20C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2" creationId="{5D9337D7-6BF8-58F5-67A8-B2A86A34CEA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3" creationId="{889741CE-D821-D25C-C880-48BDD4800CAC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4" creationId="{E60E96E2-F2C5-50B7-5658-4436A34E360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5" creationId="{DA9CF9C6-F35B-D1E9-FD3C-453A8B6F27D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6" creationId="{13E261B6-6BF0-8261-4AC4-C7A42F42B16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7" creationId="{E83B9CBC-DFEE-93AB-7E9D-3835DDC5767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8" creationId="{CEC5EF1E-1AF8-5E76-0DE4-E9BFD8DB119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39" creationId="{E6CB664A-6B3D-351C-9C69-6CE67C762B04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0" creationId="{F98930FF-7C85-E577-B57F-A2E603A3420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1" creationId="{300F18A4-CD8C-362B-9B29-3AC6C752A18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2" creationId="{CCCAC263-C9EE-A492-8236-45DB40B90A0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3" creationId="{7434DF40-BE83-3E09-2D00-2B28AD79F737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4" creationId="{657EACB5-3372-7741-193C-5449BAEFF25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5" creationId="{C8373880-E8DC-80AB-5D6E-46DB5979754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6" creationId="{8BA24D16-FE99-AD2A-9CE4-12DE6E46ABA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7" creationId="{2E8C8FD8-96FA-A907-72CF-5F23B91539E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8" creationId="{5D025C03-F167-EAE6-F49C-C23B8950011A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49" creationId="{AB721020-D13D-D500-0403-85C851B0129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0" creationId="{CFA8FC6D-4743-009A-3B99-F290775BCCE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1" creationId="{66DE75E3-8B8F-2C9F-1380-7F7F4962398B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2" creationId="{572A46FE-99FF-BEAD-5BD0-D9B3354431C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3" creationId="{E8674AFF-6EFD-C6C1-A9FF-456C2FCDC59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4" creationId="{6EC6BA9E-997B-AEC2-AFCE-B9EB8204A025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5" creationId="{674772A1-2609-3E9B-BB76-4BC67E6395D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6" creationId="{BCF21D75-E412-53DA-D829-3F1945DB7BFE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7" creationId="{582D61FF-173A-04D0-AF16-F589DAA3577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8" creationId="{720E09A7-0849-96BF-67E7-1494BE851569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59" creationId="{F0A40E78-898B-8D27-E61A-4F630C1CC2B1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0" creationId="{3D8BCCE8-9E8B-CDB8-F167-30FE04AD1BD6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1" creationId="{8C4FBB0E-F269-620A-28E1-CDC2EED0A87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2" creationId="{87DCF503-831D-7EA4-9FA1-B88883BAAE0D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3" creationId="{CFD90F19-1C3C-A910-CC23-13F514C63EF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4" creationId="{711E011B-1D11-F45A-78E0-D1D866F712A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5" creationId="{7FE43B5D-FFEC-8AD5-1FED-1B1FF175C978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6" creationId="{CD405C6C-4EB6-C0A0-33F2-F4562D97672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7" creationId="{8DF1970B-BA4A-25C4-4FBA-FBFD81065A9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8" creationId="{97095443-B983-7CDA-DAF6-2989E92BA8B0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69" creationId="{492D0996-2A4F-C214-15DF-773B5C50CD7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70" creationId="{93465F8E-FCDA-B5E7-8731-B83D72A98B42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71" creationId="{82D62F74-BC52-5F66-7012-8F56D89F0A03}"/>
          </ac:spMkLst>
        </pc:spChg>
        <pc:spChg chg="add del mod">
          <ac:chgData name="Samer Mouksassi" userId="c18f5e46-7090-425a-a75d-5998e99a8397" providerId="ADAL" clId="{1565E92F-AD6A-4C74-B615-12B661448640}" dt="2023-07-25T23:46:58.303" v="154"/>
          <ac:spMkLst>
            <pc:docMk/>
            <pc:sldMk cId="2829113986" sldId="286"/>
            <ac:spMk id="372" creationId="{1C174A57-C1B5-62FC-F1E5-A30394CA8ED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73" creationId="{B605E6A2-0F0B-8C9F-9675-954E0728187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74" creationId="{D6306FE0-9DEE-731D-7A9D-ED35ED34F4E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75" creationId="{E44D9072-FEDA-6C32-C7F2-D98E73B15814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76" creationId="{926B5CA9-7AEB-9910-A04B-5E8B043465D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77" creationId="{BF1910C9-39CC-3D81-C61C-C6A536C88C8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78" creationId="{B4D5432E-61D1-B8CC-9222-27896CBD267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79" creationId="{0203E47F-D59A-9DE0-240A-E134DD64D8B4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0" creationId="{8D458210-E582-414B-691D-4DE8E36754A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1" creationId="{38A8B003-4B6F-C379-22C8-35512928083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2" creationId="{29BDE9B2-B912-A159-6B46-EBC4D6D1779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3" creationId="{3C5743B6-3AAB-B87F-3FFE-F99024C8D1E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4" creationId="{0039A702-EC67-0080-C7E1-2BE5C7585D3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5" creationId="{F50D8379-BCCA-BF5D-C7E4-C0CFAACE7F4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6" creationId="{9BCD9A2B-A612-DE1D-1AAE-6D8DEDD59CE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7" creationId="{87A56BA8-36CD-70F7-10EA-B8F3B4FF1EA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8" creationId="{152B44ED-5B6D-448F-2B2F-37C8990DA5E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89" creationId="{8A2E9E3D-D03B-F385-1AB7-B0C080F1641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0" creationId="{B7382D32-ECAB-521F-3783-2D3A2D9CB23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1" creationId="{C43FD687-6C86-B98F-9EFE-626FA084712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2" creationId="{63E8996B-4C34-28A4-2609-39D7ED37756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3" creationId="{5FDFB3B4-3805-3192-E271-EC0AA03CEC84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4" creationId="{F29AE348-DA93-72A7-A73F-A6E378C879E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5" creationId="{854F7885-8749-04EA-A83F-BC7E3DEF50C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6" creationId="{39073E99-57F3-B2F8-1670-7B18A60C5DC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7" creationId="{102179EA-7386-F18C-6A4F-7FBB91B9954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8" creationId="{821B58A3-9433-FE81-D3F8-5E0DF1D244D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399" creationId="{671D874B-0A4C-06BF-E614-74FB9C4D33F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0" creationId="{DB187839-1585-4F09-0AF0-195F53102A6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1" creationId="{9BA11F7A-BF25-AF70-D5A7-77E777A7AED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2" creationId="{C091697C-5FE6-94BA-85D5-95D7F8FFE15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3" creationId="{FF8AC396-0C34-F627-A7F2-2BD8D39E6E9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4" creationId="{07DAA8F3-81CB-3F44-8232-C53E6FDCAD1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5" creationId="{FFD957CD-C46E-1F3F-18CE-518B4CFA309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6" creationId="{A1A80A96-0F40-1CC3-9558-194AD7622CA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7" creationId="{00751650-FFA4-7BF0-727B-14F2AE4746D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8" creationId="{EC08666E-9B54-A96D-B413-E468891062A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09" creationId="{563AC04B-6E54-D4E1-8169-43DCE063843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0" creationId="{1D0B5FB5-ACAF-9518-C9E6-57C058AF4F9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1" creationId="{DA74B924-D43D-B83F-1500-8B919315F46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2" creationId="{9DFDB51F-68CD-64BE-672A-6BAC281D3F7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3" creationId="{09F85A62-B448-1B0A-BE9E-A1AD69581E5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4" creationId="{0D1C01FA-60B2-6000-1F0C-5E7D8E1C929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5" creationId="{9038EF48-E63A-CE1C-26DE-85293F44FC0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6" creationId="{A226F648-28E7-18A1-6FAB-093FA37E7F9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7" creationId="{C539A79A-EC4F-6763-53FD-428CFECC888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8" creationId="{2A0DE793-7285-165E-52EC-E6801BC4BBD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19" creationId="{9FBB5C42-9406-DF73-0D96-40F49F6B0A0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0" creationId="{111F51DC-C6C7-ADAA-CAC2-A7F1DE646B2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1" creationId="{FECE3C7B-AA93-5729-7773-C84F39A233E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2" creationId="{93899EA7-C56E-9E45-9B06-27564B0BFD9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3" creationId="{553C5655-BAB7-D249-A33F-277DFA9BA31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4" creationId="{007CE882-DB66-E0DE-4F99-9C2FF11B705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5" creationId="{00B8FE14-A5BE-7CCB-877D-535BF732D26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6" creationId="{12B0EC8D-1EB4-51F5-543C-CED719A895A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7" creationId="{B5B08A2E-83E8-9A0D-3F36-44B5650D4E4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8" creationId="{CBBE79AF-AA75-E312-6D2E-7360C64BF7B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29" creationId="{A47C596E-E025-00D5-6CEC-B214F526FB2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0" creationId="{E203CED2-AC90-9976-8C5D-5F4178F9BC2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1" creationId="{0D8B4611-92DD-41CA-B52E-5ABF687A39F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2" creationId="{C947C1BE-C086-114B-2E5B-CB8DCD6DFBC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3" creationId="{33F86B83-E0FE-40C5-C5DD-4C9CE79576D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4" creationId="{C1F1A68A-93CC-250C-5EF4-E51A0060C07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5" creationId="{F2739D61-9682-8155-75B9-A9C6FBE0706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6" creationId="{B580C7E2-F312-A180-BB23-C998A82AF1D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7" creationId="{57934D11-08D8-B41E-D461-08C88B3FFA8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8" creationId="{165811F6-33CC-D90A-D0C4-DEE4C5C0689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39" creationId="{5ED89689-ED7D-3529-56F8-4EC11005214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0" creationId="{80F4A5C6-1575-2CDE-5C6A-51B99B0775D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1" creationId="{BC3134EF-816F-67E0-842F-4A0F3C1E209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2" creationId="{89A71D0A-674A-2B4C-13EE-9788A1FACED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3" creationId="{73923116-264C-C5D6-C9E0-EF173BCCF25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4" creationId="{9E80EA36-E873-2F85-645C-3592D3E60F4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5" creationId="{5C793A9A-290E-7B0D-C86E-2D923F478F8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6" creationId="{24F8BBA1-CADC-0E72-5F78-5E577E1050C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7" creationId="{D5537E5B-449C-E011-C17D-4944E4353E1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8" creationId="{CDD5D1F7-15CF-6DAA-FB12-1FE6350F50B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49" creationId="{B6B8B326-C7B0-31A7-18A0-6D632212734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0" creationId="{B5F1E49B-4862-0856-F3A6-83D2669E75C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1" creationId="{5C9249E9-1655-DF55-DCF7-F0F81BD69D9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2" creationId="{C3A4BC40-E925-86BD-1BCA-23C47054E4F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3" creationId="{318C37A4-3114-5A60-C2C4-D547ACD74FB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4" creationId="{9CA81190-B260-49AA-3F7D-78A0112BCA3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5" creationId="{44D5AAB7-B5F9-4D1B-1764-D41DB06E40E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6" creationId="{B37331CE-3B59-BB3B-ACD5-7D9DCD5E549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7" creationId="{C13B4A08-651C-E37C-0C0B-23BB10CF605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8" creationId="{386AD0C4-C880-CC04-4B32-C2A0779A780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59" creationId="{160ED80E-5815-5E6B-22A8-EE5BA6BF7B6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0" creationId="{C00FF886-6175-7E93-C5A3-3427766782A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1" creationId="{D13877F3-6D1E-D2A8-F822-948FDA10093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2" creationId="{7DDEE8DB-D029-31F9-6014-D9D1328DAFC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3" creationId="{F384EFE3-8F19-3594-9BBC-C4C692CEE43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4" creationId="{28F77AE2-D146-98B8-FE86-E32C3FBC307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5" creationId="{7D7749F1-1179-F3BD-2999-613102C7C27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6" creationId="{15681061-2DED-0115-3C57-71291E9B93D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7" creationId="{C83C5381-986F-EB77-9471-E4E7DFDE586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8" creationId="{8C945157-A87D-ACEF-8599-1BF59C53D79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69" creationId="{C7211F70-D1A6-D9E6-DDE3-723007BB2ED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0" creationId="{15CB137D-0EAB-6A19-7A8C-7263637643F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1" creationId="{FCCF3CAB-17F2-27E1-0F79-9D388D1D2DE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2" creationId="{DD6620CE-11EF-A8B4-2F45-E29C3954CC0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3" creationId="{ADB3DEF9-E076-ABD3-70C0-FEB7DEB845F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4" creationId="{C5B08736-4127-EA7F-1E18-697FFD4D145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5" creationId="{0510C2E3-6034-112E-6579-76F01781529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6" creationId="{E7667731-7C7D-334D-F6A9-D8FB7FB916B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7" creationId="{3CB1A4B5-F712-AA3C-DEB6-65A42AD3A59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8" creationId="{8259AB89-A133-2B42-9C11-D3CA8C4F513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79" creationId="{B52A2DB8-D2B2-762E-EFBC-DCAE275FA75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0" creationId="{82235742-C2A7-7307-A4CC-656157236954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1" creationId="{EC164339-71BE-B58E-6677-9B8A41883FE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2" creationId="{467237F2-AD2F-6303-B316-CF66C04BBB9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3" creationId="{3D082C09-CB55-F67D-7B29-19EBAB084B6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4" creationId="{4D590C9E-C7A4-8316-39D5-20B380B8110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5" creationId="{A6C9DA7B-F8BA-B3A7-7694-87AFB9EA6DC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6" creationId="{3EF031C1-8D27-2422-CF2E-74A174E58EC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7" creationId="{699D997E-FD40-F0E7-4929-EC186F1E211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8" creationId="{67144943-7876-5120-FD0B-A98E1906CD8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89" creationId="{2F586D98-2569-A524-7245-0590F31D784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0" creationId="{229E5782-6998-46F4-D682-F0B3D9163AD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1" creationId="{C3643343-CB02-2713-02E9-95B5522D59E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2" creationId="{2087C9F6-BE6A-C23F-DE48-406CA1FFB80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3" creationId="{E655E06D-E5FA-CAE9-39F6-26F879B048A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4" creationId="{6BB07702-01D2-DB21-2911-F3B1B51F981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5" creationId="{9AEE264D-D7FF-1861-81A3-8DB3015DB55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6" creationId="{43170F3A-CD21-CD3C-D841-122576EF4E5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7" creationId="{322FD017-ECAC-B4A8-4E75-FA0A7C226E3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8" creationId="{FD313236-BBC2-9F71-332F-6C1EC6A61BB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499" creationId="{35CFEFC9-1D22-685D-6C3A-F61213147FE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0" creationId="{0CBA1714-C334-7BE8-56F9-B42D55AE57B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1" creationId="{A9468785-F902-0A11-8842-6D5E1CCDCAE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2" creationId="{C8641299-EEA3-500D-8666-0BCAF1FED9C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3" creationId="{7E163C52-62A2-A555-4F2C-4BF7A35319A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4" creationId="{81A1C64B-5A6A-F469-CDE1-1AB706BC1A94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5" creationId="{DD1C4FCF-6E4B-9888-1740-0533B5956D3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6" creationId="{255AD6DC-644C-6A2E-F220-0052A8CBAE1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7" creationId="{824AA876-5E96-A3D0-5BF0-71352DB17D2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8" creationId="{B1D7EA8F-374F-41A1-3493-999171826E3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09" creationId="{867ED758-C16D-42AF-D19C-DF39B8C6FCA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0" creationId="{0A95BFC7-8FE1-3EDB-5F30-5E45C9A49CA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1" creationId="{A3D8E98F-3D4C-1F03-6D89-F729D52BB144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2" creationId="{AE8FCA4E-A10F-B0F4-458A-357A92874BD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3" creationId="{38F531A2-F812-A113-74D1-109D9642B15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4" creationId="{10534F2B-8123-7173-285A-5FFCC5AC447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5" creationId="{61CAEF89-0D27-BE64-AA4F-FD8C75D5B64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6" creationId="{2B4BEF8C-61A7-7E10-D3FE-F8DE458E961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7" creationId="{176C03B3-EEB7-514E-EDA2-5CC044BB55F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8" creationId="{809732D6-A62F-2C86-3379-DE25B430825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19" creationId="{46088DC9-5DDC-5779-71F2-160E7BA853A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0" creationId="{BD19CE43-0573-58AC-563D-BDD030FAFE52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1" creationId="{ACFDB872-932A-F2A0-8CF4-D5CCA826015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2" creationId="{43AB4B50-6DD0-503A-79DD-B0DD2832AA2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3" creationId="{3D92758F-9480-C6D8-28DB-873D5441BED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4" creationId="{73A1AD88-B90D-8EA9-BC28-E6DA2023013F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5" creationId="{F60CF74F-0782-3132-B5E0-605618297F1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6" creationId="{50F524E4-1B37-5A5E-9E4B-004E7330C70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7" creationId="{34D3E6C0-DF70-10F3-DC73-EADED20E97E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8" creationId="{971C87F0-3FB1-3215-147A-00F4F5BD335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29" creationId="{62289DA2-F783-08F1-A254-75A210D9CD6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0" creationId="{2D863577-8D15-22E5-491C-1D6B19A40D2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1" creationId="{78B9F112-40A5-FCB1-36B3-19BD5B12A789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2" creationId="{FAA7A4C7-916A-84D6-3436-F7DB071CEEDE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3" creationId="{37584180-F5D7-D969-4D7D-42011C8A4A08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4" creationId="{9111056A-FE7D-08BA-85C7-F7185B57D91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5" creationId="{1EEC03D0-C752-D876-7A1A-330B3A50576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6" creationId="{995A372A-0CD9-B172-364D-792A38F9B8B5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7" creationId="{56337ABD-55A7-FE1E-1EC2-C9AE7EDBF961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8" creationId="{809E3777-D027-729C-5700-F68D4ABD8E5B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39" creationId="{BD72B29D-BC20-D1C8-B50B-E12F3B0EDC8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0" creationId="{6A87D4DB-39BA-1755-A4C2-00D875D4971C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1" creationId="{2D2C4617-1869-979B-FAE6-2BCEAC95B8A7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2" creationId="{65DE1C08-AB6F-5EDC-7BEB-55D784971DB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3" creationId="{BBE1300E-9A33-6BC4-A096-91E4F361161D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4" creationId="{8D286EA3-46A6-E76C-934B-010EAFA57523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5" creationId="{99C5ECF8-1E37-4CBE-02E0-9F3DB436E690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6" creationId="{B9287D14-69D6-D1B8-AEEC-48745A56DD3A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7" creationId="{2A43B054-F9E8-E429-2CCB-C164101DEAF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8" creationId="{7FFF9A9B-07D9-0DF5-11EF-C169812081B6}"/>
          </ac:spMkLst>
        </pc:spChg>
        <pc:spChg chg="add del mod">
          <ac:chgData name="Samer Mouksassi" userId="c18f5e46-7090-425a-a75d-5998e99a8397" providerId="ADAL" clId="{1565E92F-AD6A-4C74-B615-12B661448640}" dt="2023-07-25T23:47:06.468" v="158"/>
          <ac:spMkLst>
            <pc:docMk/>
            <pc:sldMk cId="2829113986" sldId="286"/>
            <ac:spMk id="549" creationId="{F37E4B52-6525-8045-91E3-6A688CFB1AC8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0" creationId="{5BEF3D40-664A-B229-44E7-C5D761BDEA9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1" creationId="{A4299C45-5FEC-FA04-E163-C5201D7BE5A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2" creationId="{88928455-F3D0-47BF-B022-5C92E03DAE7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3" creationId="{26DE906A-720D-5040-E91D-87A3B944A4C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4" creationId="{28CC0DD3-62D6-47CA-0BE9-49C2BA7C6CF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5" creationId="{4F7B019C-B4D1-8E5E-B3BD-C81452CEFEC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6" creationId="{38616DC6-C885-D4B5-933B-97DBF72B587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7" creationId="{4ADB353F-596B-7B07-66F8-58BC8EEF735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8" creationId="{B8B7D5C3-ACFF-240B-E54E-81645954D19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59" creationId="{05ABECC7-78F8-70FC-8A70-6CDAB6D64BF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0" creationId="{51613883-20FC-C047-F53C-C80AAE1555A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1" creationId="{69EA24E6-A477-2755-E573-AA07CBD7FD6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2" creationId="{5B522DA0-E8AD-98E4-5669-9871BE20A720}"/>
          </ac:spMkLst>
        </pc:spChg>
        <pc:spChg chg="add mod">
          <ac:chgData name="Samer Mouksassi" userId="c18f5e46-7090-425a-a75d-5998e99a8397" providerId="ADAL" clId="{1565E92F-AD6A-4C74-B615-12B661448640}" dt="2023-07-25T23:50:02.998" v="186" actId="403"/>
          <ac:spMkLst>
            <pc:docMk/>
            <pc:sldMk cId="2829113986" sldId="286"/>
            <ac:spMk id="563" creationId="{CC02E5FA-14D5-8661-41E8-F08E4A6230F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4" creationId="{DD227126-BE83-F7AC-5E53-1EE012311B46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5" creationId="{2DC03391-7E72-ED97-9069-458A51B0C7F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6" creationId="{7E2ADE74-B141-10CB-1A11-3B4366E0F3B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7" creationId="{A9D01ECE-FBAA-A017-0E0B-67EB6B75466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8" creationId="{A1D4A55C-3824-C515-163A-94F020831E6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69" creationId="{A32217D7-E6C2-E513-3A7A-2246E4726AD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0" creationId="{D1B962A3-4915-7DFC-D512-090145A49A6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1" creationId="{776C36FF-F28E-2A46-03E3-EA26B70090C8}"/>
          </ac:spMkLst>
        </pc:spChg>
        <pc:spChg chg="add mod">
          <ac:chgData name="Samer Mouksassi" userId="c18f5e46-7090-425a-a75d-5998e99a8397" providerId="ADAL" clId="{1565E92F-AD6A-4C74-B615-12B661448640}" dt="2023-07-25T23:50:07.896" v="189" actId="403"/>
          <ac:spMkLst>
            <pc:docMk/>
            <pc:sldMk cId="2829113986" sldId="286"/>
            <ac:spMk id="572" creationId="{0B9D1645-D558-D393-DEB6-8DAE694A4B03}"/>
          </ac:spMkLst>
        </pc:spChg>
        <pc:spChg chg="add mod">
          <ac:chgData name="Samer Mouksassi" userId="c18f5e46-7090-425a-a75d-5998e99a8397" providerId="ADAL" clId="{1565E92F-AD6A-4C74-B615-12B661448640}" dt="2023-07-25T23:56:35.537" v="247" actId="207"/>
          <ac:spMkLst>
            <pc:docMk/>
            <pc:sldMk cId="2829113986" sldId="286"/>
            <ac:spMk id="573" creationId="{73FB95A7-659C-A085-1527-23F547957D5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4" creationId="{28919DDA-DFD0-065A-2931-35DB91DC9FE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5" creationId="{A4D936DC-88F5-0A13-BD51-36A0BAB34878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6" creationId="{2422A395-EAD6-E098-9DFC-41034272099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7" creationId="{9E8963AC-2FB7-EBA3-DF57-605ACEAD043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8" creationId="{0F889021-35BC-891A-C951-C7F6425687C8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79" creationId="{E2F5C479-89C6-D61F-6CB0-3E03DCF2A98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0" creationId="{EF467444-2A54-AD16-12E0-53F2A7F8298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1" creationId="{59C3F3FD-4C0E-245B-CE64-7F584B19BC8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2" creationId="{0701915A-73A2-916C-0DB5-9E7A7419C3D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3" creationId="{DEB4C1B4-DEF6-30A8-5482-ADC9EF5AFB0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4" creationId="{6E2CD310-7C79-605E-2226-75CCC0FCC07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5" creationId="{C6BB027A-A4B7-A892-8238-E2446B65BE9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6" creationId="{B8DCA634-546C-1520-93F4-E22F3F7227C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7" creationId="{C8B6A57F-FAE5-6413-A28D-D43D6277029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8" creationId="{10D81E60-279A-B52F-3763-CA1CC5D8D27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89" creationId="{FF3BA0F8-0904-0A54-175F-ADE4249B5FB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0" creationId="{048772AD-BF47-7DE5-FE0D-3D73EF29A95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1" creationId="{22381F1C-4309-D78A-4E59-1C0FC429119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2" creationId="{2E51CC0D-B323-E923-02F8-F50683C64B8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3" creationId="{F1C181DC-D4C1-38C1-E8DE-50A8ECF8179D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4" creationId="{945A02A0-9561-8CEF-E687-305748CCA44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5" creationId="{A078EFD0-DFA2-C657-DF56-B498D5E5FC1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6" creationId="{37C208C6-96F1-77DB-AA3F-28D0D448DBD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7" creationId="{C893A848-7501-B9F2-FB47-D5E5D56E8B4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8" creationId="{371EFD39-1B68-971F-D328-3D4B5C8EA38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599" creationId="{12C89E67-AE1E-3865-D581-D9E4963E820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0" creationId="{97318F21-1FF3-E68E-6E2C-FEF2ADDBA61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1" creationId="{A44A107B-5569-5D88-F70A-547A8F76CF2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2" creationId="{805E127E-C847-25AA-27D3-5811C0849A2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3" creationId="{05CF583F-EBF4-BB36-CB2D-8AAC57FA36A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4" creationId="{EE0517FA-EE93-A064-8461-F5207950812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5" creationId="{553804D6-907F-7339-DC0C-4FD372B348B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6" creationId="{3A639459-4CF6-6E1A-30C8-5E89CBAB068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7" creationId="{0340C2FE-3DBC-1F0D-0BD1-8DFE045CEC8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8" creationId="{4F34EE0B-D18E-9C91-C40C-49A3F94EA5A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09" creationId="{59CEA6E2-C893-15FD-DFDC-6038FB77DAB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0" creationId="{5C50D248-9516-4132-E24E-9EC85D9C968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1" creationId="{EB7F6F91-0C1D-3A09-F13C-71C543C19C0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2" creationId="{6A4B09DC-797C-6C99-8B93-2FFA18BE015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3" creationId="{00A9D85E-C5F3-898E-203C-A4BB68CD5F1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4" creationId="{5D1CFFE8-BD0E-17CF-5C26-E83B935125A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5" creationId="{081D33D8-C392-414F-9E2A-5CA5AED7384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6" creationId="{703330F2-DFF0-3AAF-217C-985EAE536F0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7" creationId="{FAB8EC86-7CFE-602E-DA35-946DA66A1EF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8" creationId="{A6A0D677-5F87-219D-CF68-F6B454A38F7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19" creationId="{3687ED42-74BF-BA5D-65EA-51419399A03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0" creationId="{62C75E65-E374-E389-8513-FD1D739F5ED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1" creationId="{A461A511-7BE4-C5FB-842F-6E465391A84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2" creationId="{2B1B0C2A-19C7-B687-4BA8-550EE8373D0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3" creationId="{804C214E-3CA9-04D9-74FA-23EE984AC26D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4" creationId="{5E52A77C-75DF-F8B0-CAD0-8E3287403E0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5" creationId="{2E545D95-8020-FE3D-2B23-A8145870DB46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6" creationId="{BD77C3C5-70E6-8377-53E5-42EDB148E93D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7" creationId="{942D2D81-BA32-3B20-C5A4-D5A93187A92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8" creationId="{6C5B959B-7B3A-47D7-0F70-50F43D8F6C0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29" creationId="{62295991-78A3-81E4-FA8C-7BD176A9960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0" creationId="{2A2AF7CE-FB66-53A1-7808-4892DE17D15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1" creationId="{8239BEA9-6EDD-CB80-3E47-5F99967B515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2" creationId="{AC7BD2BB-E89E-F0AB-2082-E0D9144F4AA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3" creationId="{D7AF8A85-8693-EA81-0353-986F284A81F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4" creationId="{93A5C5AD-D0E6-A2EB-040E-9049A7E9EC26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5" creationId="{99A10CE5-2686-A309-E788-F3CD1E9FE596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6" creationId="{624656F9-400E-ADC1-D2D2-B40372A1887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7" creationId="{2D8F9754-066D-3E4B-50D0-401AEF835AD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8" creationId="{695833DC-46D3-86A0-BEA3-26B6EEFCA83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39" creationId="{5EF995C0-D3CF-02FC-76AC-52050999D55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0" creationId="{FDDF165D-7621-85F5-DFBE-C40BB0895D6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1" creationId="{B31A8BE7-3C65-5E99-9BC6-FF772883A078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2" creationId="{AF838978-BC4B-A8A3-F2EE-E2C6BE1F2BC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3" creationId="{0A3E88EE-A314-168D-441F-E142722FF32D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4" creationId="{872BA26D-EFE6-2E03-4718-4B86C1F50C1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5" creationId="{8790D349-CD80-3109-330E-31E1EF7FF3C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6" creationId="{EDF67B8D-7828-AB40-B651-473AB37472A6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7" creationId="{58D0F7BB-5F48-51BD-702D-018397C43F5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8" creationId="{715DF9E7-5CE0-3F6F-93E8-4997A922130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49" creationId="{A44F59A6-595F-4AC6-9EC9-292486147EA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0" creationId="{06E371C9-BEEF-61EA-FF2C-9E9F66D7032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1" creationId="{C1C99DD5-7CD6-C25D-11E5-064D44A6DE1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2" creationId="{45C2D14F-FA97-CCBF-B9FA-4E3B7C5F9A8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3" creationId="{06B4A6D0-406F-A84D-A265-A181CFA1B2C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4" creationId="{342BBFD3-98B0-29BD-9963-682DB850138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5" creationId="{9EA0C497-2A57-5CE1-E02A-B916FEDF077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6" creationId="{53F5D263-E892-8B81-D436-0056F2AA454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7" creationId="{C9CD5057-71A4-6CEC-5CA6-71A126A5064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8" creationId="{6920EB03-6A29-FBF8-24C0-C01A4B52D89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59" creationId="{EB81EDA3-968C-8689-1228-38BAF905148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60" creationId="{D3F03A95-6E11-003A-013A-32CC4E3EBDE1}"/>
          </ac:spMkLst>
        </pc:spChg>
        <pc:spChg chg="add mod">
          <ac:chgData name="Samer Mouksassi" userId="c18f5e46-7090-425a-a75d-5998e99a8397" providerId="ADAL" clId="{1565E92F-AD6A-4C74-B615-12B661448640}" dt="2023-07-25T23:49:33.441" v="180" actId="1076"/>
          <ac:spMkLst>
            <pc:docMk/>
            <pc:sldMk cId="2829113986" sldId="286"/>
            <ac:spMk id="661" creationId="{AA1F7130-16FA-4576-6468-F9F3B79EC85E}"/>
          </ac:spMkLst>
        </pc:spChg>
        <pc:spChg chg="add mod">
          <ac:chgData name="Samer Mouksassi" userId="c18f5e46-7090-425a-a75d-5998e99a8397" providerId="ADAL" clId="{1565E92F-AD6A-4C74-B615-12B661448640}" dt="2023-07-25T23:49:27.486" v="178" actId="1076"/>
          <ac:spMkLst>
            <pc:docMk/>
            <pc:sldMk cId="2829113986" sldId="286"/>
            <ac:spMk id="662" creationId="{72506175-75F5-AD92-4645-EC114A70C06D}"/>
          </ac:spMkLst>
        </pc:spChg>
        <pc:spChg chg="add mod">
          <ac:chgData name="Samer Mouksassi" userId="c18f5e46-7090-425a-a75d-5998e99a8397" providerId="ADAL" clId="{1565E92F-AD6A-4C74-B615-12B661448640}" dt="2023-07-25T23:49:00.270" v="169" actId="403"/>
          <ac:spMkLst>
            <pc:docMk/>
            <pc:sldMk cId="2829113986" sldId="286"/>
            <ac:spMk id="663" creationId="{48A9B45D-14EE-6BD5-7133-09C9DAF68B5B}"/>
          </ac:spMkLst>
        </pc:spChg>
        <pc:spChg chg="add mod">
          <ac:chgData name="Samer Mouksassi" userId="c18f5e46-7090-425a-a75d-5998e99a8397" providerId="ADAL" clId="{1565E92F-AD6A-4C74-B615-12B661448640}" dt="2023-07-25T23:49:21.876" v="176" actId="1076"/>
          <ac:spMkLst>
            <pc:docMk/>
            <pc:sldMk cId="2829113986" sldId="286"/>
            <ac:spMk id="664" creationId="{2D8759EB-512E-8E87-0DBE-6C8F4C24616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65" creationId="{C078604A-231A-28A7-8FAF-E82B87654C3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66" creationId="{DE198688-528F-3D57-2599-A0AC5E93EEC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67" creationId="{E0C38D99-A474-7CFF-3098-3C0CF66EB6D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68" creationId="{09A5F90C-D26E-EC9D-AC70-B8F2A3A0D7A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69" creationId="{4C9127C1-23FB-D81E-00B0-390FDB0D22E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0" creationId="{5AD1958F-D2F4-097B-84BA-1A30C4A78D3E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1" creationId="{F7E83426-7B14-A576-372F-1BB375F25191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2" creationId="{F7838116-D672-3EF9-1AB9-FB40441DC26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3" creationId="{81F2E3AF-9CBB-D434-95D1-F0686205E2E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4" creationId="{50489E95-5B86-6DE4-AE61-B0A6710C05F7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5" creationId="{465A318D-25BB-B0AC-7C9C-17B6C4F1CF56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6" creationId="{B026975C-8EB3-5AB5-BB69-6CA9417D108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7" creationId="{B4E4BE64-4144-3A9D-D22F-10811D0E708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8" creationId="{1EBE629D-19A2-1684-8E00-D980FC3D586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79" creationId="{33FBBA49-ED9F-05CF-F04A-FE805CECDEF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0" creationId="{35D5360D-3D1B-52E0-686F-B5C344C04E1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1" creationId="{0663D207-93C0-5C75-D0EC-F9543CB248D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2" creationId="{84F27362-800F-1AA0-7313-D5E0675E5BB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3" creationId="{9F481A83-9745-CEAB-1364-7AFCBF962765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4" creationId="{2BC6C815-59DF-FF6E-816F-12FEE648E52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5" creationId="{68084412-F8BA-B64D-5E34-A204B2BBF8B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6" creationId="{56A16A96-5FE7-FA47-B658-EDB0C24CC62B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7" creationId="{061EADAA-2111-82E1-39DD-C169382BABDC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8" creationId="{5C05EA98-4713-976B-413F-BA0785F331A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89" creationId="{03B9138C-27E2-9618-B325-278D538CD309}"/>
          </ac:spMkLst>
        </pc:spChg>
        <pc:spChg chg="add mod">
          <ac:chgData name="Samer Mouksassi" userId="c18f5e46-7090-425a-a75d-5998e99a8397" providerId="ADAL" clId="{1565E92F-AD6A-4C74-B615-12B661448640}" dt="2023-07-25T23:55:06.194" v="234" actId="1076"/>
          <ac:spMkLst>
            <pc:docMk/>
            <pc:sldMk cId="2829113986" sldId="286"/>
            <ac:spMk id="690" creationId="{62403524-EF79-7E3D-1F4C-9ECE49965E7C}"/>
          </ac:spMkLst>
        </pc:spChg>
        <pc:spChg chg="add mod">
          <ac:chgData name="Samer Mouksassi" userId="c18f5e46-7090-425a-a75d-5998e99a8397" providerId="ADAL" clId="{1565E92F-AD6A-4C74-B615-12B661448640}" dt="2023-07-25T23:54:59.826" v="233" actId="1076"/>
          <ac:spMkLst>
            <pc:docMk/>
            <pc:sldMk cId="2829113986" sldId="286"/>
            <ac:spMk id="691" creationId="{F8432ED2-4C39-E3C1-0729-5113420B583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2" creationId="{3A3D6A2C-4D0E-F60E-E755-B41C0845BCB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3" creationId="{CFCE15B4-24DF-30ED-01CE-A670552F3FC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4" creationId="{01413BF7-0399-9BAB-B10F-316183066253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5" creationId="{578027B3-DFD9-92C0-E114-4BD443327E2A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6" creationId="{DD46DE99-BF48-93D4-D79C-B34F77601712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7" creationId="{0D5AFCDE-45EA-6038-EC47-B4FACC68AC99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8" creationId="{A5199AFC-0E47-9F79-996C-64B71879FE44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699" creationId="{5AA3056A-A0FC-6A31-F1BE-49A6744D30A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00" creationId="{3916CB08-46DB-DCD7-9141-A60E627704F8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01" creationId="{81FF62FB-C6F4-DD52-1D89-E10014A23C1D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02" creationId="{89E3C27C-817F-4E3A-F374-DEBBA66190F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03" creationId="{AB7A6C87-A527-83A9-1832-E8ABFB2B8E4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04" creationId="{C824DE3F-DA2B-6CD2-6223-CE19DB70EF3F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05" creationId="{0B0AA5A8-7686-9D7D-EE2E-7D64054D8B28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06" creationId="{BA071C47-6912-552E-0D7A-83D09C3B01F4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07" creationId="{4E5D9A67-4A4A-FEB2-40A2-A2AB4831ED6B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08" creationId="{A3F07F2D-CFD9-F514-8000-0DAED402125F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09" creationId="{8AB57924-1F55-CBF0-F642-84FFE92BF864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0" creationId="{2BDD7FF9-96BF-131B-F3C3-FE1A3B0FF898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1" creationId="{6EADD504-FE63-9270-13EF-67CA9CCD2EFA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2" creationId="{CBE45CA0-BECE-0253-54F0-EFC321524BF3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3" creationId="{B1A6C475-13EE-99BD-817F-6350AC166C20}"/>
          </ac:spMkLst>
        </pc:spChg>
        <pc:spChg chg="add mod">
          <ac:chgData name="Samer Mouksassi" userId="c18f5e46-7090-425a-a75d-5998e99a8397" providerId="ADAL" clId="{1565E92F-AD6A-4C74-B615-12B661448640}" dt="2023-07-25T23:47:23.600" v="163" actId="1076"/>
          <ac:spMkLst>
            <pc:docMk/>
            <pc:sldMk cId="2829113986" sldId="286"/>
            <ac:spMk id="714" creationId="{BDFD49C7-0B0B-2553-0C39-8F032054D117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5" creationId="{4B8D6638-C0E6-0D0F-3E20-2A7F8E1E6A42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6" creationId="{1B347532-23F4-B270-69CB-D3C1F72889E0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7" creationId="{554E8C28-5A03-CBB8-4234-13CD791019E4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8" creationId="{32BF7FAF-ACD8-E1E9-0CCD-892653DA49FF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19" creationId="{23A5DC82-4054-4C3B-BFF3-2252357C72BD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20" creationId="{063C84EE-00B9-0256-D290-46877080D133}"/>
          </ac:spMkLst>
        </pc:spChg>
        <pc:spChg chg="add mod">
          <ac:chgData name="Samer Mouksassi" userId="c18f5e46-7090-425a-a75d-5998e99a8397" providerId="ADAL" clId="{1565E92F-AD6A-4C74-B615-12B661448640}" dt="2023-07-25T23:55:41.259" v="236" actId="404"/>
          <ac:spMkLst>
            <pc:docMk/>
            <pc:sldMk cId="2829113986" sldId="286"/>
            <ac:spMk id="721" creationId="{8EBBD90C-5EE6-68A8-DE4F-86C010CC3130}"/>
          </ac:spMkLst>
        </pc:spChg>
        <pc:spChg chg="mod">
          <ac:chgData name="Samer Mouksassi" userId="c18f5e46-7090-425a-a75d-5998e99a8397" providerId="ADAL" clId="{1565E92F-AD6A-4C74-B615-12B661448640}" dt="2023-07-25T23:51:09.234" v="194" actId="571"/>
          <ac:spMkLst>
            <pc:docMk/>
            <pc:sldMk cId="2829113986" sldId="286"/>
            <ac:spMk id="724" creationId="{8E1FC513-E1A8-685F-8F29-1177F4F7DF54}"/>
          </ac:spMkLst>
        </pc:spChg>
        <pc:spChg chg="mod">
          <ac:chgData name="Samer Mouksassi" userId="c18f5e46-7090-425a-a75d-5998e99a8397" providerId="ADAL" clId="{1565E92F-AD6A-4C74-B615-12B661448640}" dt="2023-07-25T23:51:09.234" v="194" actId="571"/>
          <ac:spMkLst>
            <pc:docMk/>
            <pc:sldMk cId="2829113986" sldId="286"/>
            <ac:spMk id="725" creationId="{5A20D740-FB5E-8F29-303A-D4BF6FBCBF70}"/>
          </ac:spMkLst>
        </pc:spChg>
        <pc:spChg chg="mod">
          <ac:chgData name="Samer Mouksassi" userId="c18f5e46-7090-425a-a75d-5998e99a8397" providerId="ADAL" clId="{1565E92F-AD6A-4C74-B615-12B661448640}" dt="2023-07-25T23:51:09.234" v="194" actId="571"/>
          <ac:spMkLst>
            <pc:docMk/>
            <pc:sldMk cId="2829113986" sldId="286"/>
            <ac:spMk id="726" creationId="{91236F4E-D4BC-051C-9620-13771B70939E}"/>
          </ac:spMkLst>
        </pc:spChg>
        <pc:spChg chg="mod">
          <ac:chgData name="Samer Mouksassi" userId="c18f5e46-7090-425a-a75d-5998e99a8397" providerId="ADAL" clId="{1565E92F-AD6A-4C74-B615-12B661448640}" dt="2023-07-25T23:51:09.234" v="194" actId="571"/>
          <ac:spMkLst>
            <pc:docMk/>
            <pc:sldMk cId="2829113986" sldId="286"/>
            <ac:spMk id="727" creationId="{FD18D5B8-F6E4-253B-1578-1BF6D0C38A9A}"/>
          </ac:spMkLst>
        </pc:spChg>
        <pc:spChg chg="mod">
          <ac:chgData name="Samer Mouksassi" userId="c18f5e46-7090-425a-a75d-5998e99a8397" providerId="ADAL" clId="{1565E92F-AD6A-4C74-B615-12B661448640}" dt="2023-07-25T23:51:39.591" v="197" actId="571"/>
          <ac:spMkLst>
            <pc:docMk/>
            <pc:sldMk cId="2829113986" sldId="286"/>
            <ac:spMk id="729" creationId="{484914BA-3371-8141-0FF8-0A1CEB3E0821}"/>
          </ac:spMkLst>
        </pc:spChg>
        <pc:spChg chg="mod">
          <ac:chgData name="Samer Mouksassi" userId="c18f5e46-7090-425a-a75d-5998e99a8397" providerId="ADAL" clId="{1565E92F-AD6A-4C74-B615-12B661448640}" dt="2023-07-25T23:51:39.591" v="197" actId="571"/>
          <ac:spMkLst>
            <pc:docMk/>
            <pc:sldMk cId="2829113986" sldId="286"/>
            <ac:spMk id="730" creationId="{AB0E0DC4-DB7D-A76C-A318-786A65B99799}"/>
          </ac:spMkLst>
        </pc:spChg>
        <pc:spChg chg="mod">
          <ac:chgData name="Samer Mouksassi" userId="c18f5e46-7090-425a-a75d-5998e99a8397" providerId="ADAL" clId="{1565E92F-AD6A-4C74-B615-12B661448640}" dt="2023-07-25T23:51:39.591" v="197" actId="571"/>
          <ac:spMkLst>
            <pc:docMk/>
            <pc:sldMk cId="2829113986" sldId="286"/>
            <ac:spMk id="731" creationId="{78140C1B-21CC-93E9-92D2-6DE3F3995098}"/>
          </ac:spMkLst>
        </pc:spChg>
        <pc:spChg chg="mod">
          <ac:chgData name="Samer Mouksassi" userId="c18f5e46-7090-425a-a75d-5998e99a8397" providerId="ADAL" clId="{1565E92F-AD6A-4C74-B615-12B661448640}" dt="2023-07-25T23:51:39.591" v="197" actId="571"/>
          <ac:spMkLst>
            <pc:docMk/>
            <pc:sldMk cId="2829113986" sldId="286"/>
            <ac:spMk id="732" creationId="{6CD1CBA8-BDA5-1516-EDC8-E02517222A28}"/>
          </ac:spMkLst>
        </pc:spChg>
        <pc:spChg chg="add mod">
          <ac:chgData name="Samer Mouksassi" userId="c18f5e46-7090-425a-a75d-5998e99a8397" providerId="ADAL" clId="{1565E92F-AD6A-4C74-B615-12B661448640}" dt="2023-07-25T23:56:14.264" v="242" actId="1076"/>
          <ac:spMkLst>
            <pc:docMk/>
            <pc:sldMk cId="2829113986" sldId="286"/>
            <ac:spMk id="733" creationId="{A417257A-6657-9015-A3EB-A9BA58B865FB}"/>
          </ac:spMkLst>
        </pc:spChg>
        <pc:spChg chg="add mod">
          <ac:chgData name="Samer Mouksassi" userId="c18f5e46-7090-425a-a75d-5998e99a8397" providerId="ADAL" clId="{1565E92F-AD6A-4C74-B615-12B661448640}" dt="2023-07-25T23:56:41.657" v="248" actId="1076"/>
          <ac:spMkLst>
            <pc:docMk/>
            <pc:sldMk cId="2829113986" sldId="286"/>
            <ac:spMk id="734" creationId="{2A345635-DE54-03F7-8D02-C6A2001EE78F}"/>
          </ac:spMkLst>
        </pc:spChg>
        <pc:grpChg chg="add del mod">
          <ac:chgData name="Samer Mouksassi" userId="c18f5e46-7090-425a-a75d-5998e99a8397" providerId="ADAL" clId="{1565E92F-AD6A-4C74-B615-12B661448640}" dt="2023-07-25T23:51:57.405" v="203" actId="478"/>
          <ac:grpSpMkLst>
            <pc:docMk/>
            <pc:sldMk cId="2829113986" sldId="286"/>
            <ac:grpSpMk id="722" creationId="{B86CB16C-1022-AB22-EE4C-AE3043E30B99}"/>
          </ac:grpSpMkLst>
        </pc:grpChg>
        <pc:grpChg chg="add mod">
          <ac:chgData name="Samer Mouksassi" userId="c18f5e46-7090-425a-a75d-5998e99a8397" providerId="ADAL" clId="{1565E92F-AD6A-4C74-B615-12B661448640}" dt="2023-07-25T23:52:08.339" v="204" actId="1076"/>
          <ac:grpSpMkLst>
            <pc:docMk/>
            <pc:sldMk cId="2829113986" sldId="286"/>
            <ac:grpSpMk id="723" creationId="{C78D761F-6621-6F9C-62F7-89187EED638B}"/>
          </ac:grpSpMkLst>
        </pc:grpChg>
        <pc:grpChg chg="add mod">
          <ac:chgData name="Samer Mouksassi" userId="c18f5e46-7090-425a-a75d-5998e99a8397" providerId="ADAL" clId="{1565E92F-AD6A-4C74-B615-12B661448640}" dt="2023-07-25T23:51:51.719" v="202" actId="1076"/>
          <ac:grpSpMkLst>
            <pc:docMk/>
            <pc:sldMk cId="2829113986" sldId="286"/>
            <ac:grpSpMk id="728" creationId="{B29C2629-4653-78FD-E9DA-8F0449E63BF6}"/>
          </ac:grpSpMkLst>
        </pc:grpChg>
      </pc:sldChg>
      <pc:sldChg chg="add del">
        <pc:chgData name="Samer Mouksassi" userId="c18f5e46-7090-425a-a75d-5998e99a8397" providerId="ADAL" clId="{1565E92F-AD6A-4C74-B615-12B661448640}" dt="2023-07-25T23:37:47.181" v="84" actId="47"/>
        <pc:sldMkLst>
          <pc:docMk/>
          <pc:sldMk cId="2829113986" sldId="286"/>
        </pc:sldMkLst>
      </pc:sldChg>
      <pc:sldChg chg="new del">
        <pc:chgData name="Samer Mouksassi" userId="c18f5e46-7090-425a-a75d-5998e99a8397" providerId="ADAL" clId="{1565E92F-AD6A-4C74-B615-12B661448640}" dt="2023-07-25T23:47:05.779" v="157" actId="680"/>
        <pc:sldMkLst>
          <pc:docMk/>
          <pc:sldMk cId="934543289" sldId="287"/>
        </pc:sldMkLst>
      </pc:sldChg>
      <pc:sldChg chg="addSp delSp modSp new del mod">
        <pc:chgData name="Samer Mouksassi" userId="c18f5e46-7090-425a-a75d-5998e99a8397" providerId="ADAL" clId="{1565E92F-AD6A-4C74-B615-12B661448640}" dt="2023-07-25T23:48:37.034" v="164" actId="47"/>
        <pc:sldMkLst>
          <pc:docMk/>
          <pc:sldMk cId="1633170846" sldId="287"/>
        </pc:sldMkLst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" creationId="{CD533422-BEC6-9189-073A-718A3D128F5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" creationId="{467E66F2-2BED-CB59-73AD-7682E6285FEB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" creationId="{39707DC0-19A2-66F7-950F-21CC657824D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" creationId="{990C8334-71DB-BF75-4A36-E165F1AF346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" creationId="{A4F24FB6-42AC-22F2-E9D6-3B05698F0E8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" creationId="{DE6EEFAB-0FAB-E777-C3C5-D1B8F8DC4913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" creationId="{E4754579-F3EC-06A9-59DB-C35E5B15C333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" creationId="{BCE8B717-2388-8F28-06E8-FB824D67773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" creationId="{E442F106-5B1C-6FB4-32F5-9C00E756CCB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" creationId="{3EFB2AD0-C524-0AAA-13BE-CCE69CF2F6D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" creationId="{C941573A-45AC-4EE2-058C-3683175DDB3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" creationId="{6F5C32C6-6C08-5A38-CDB5-DECD306802B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" creationId="{F496B444-A831-48C2-94CA-59EF32D6EB7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" creationId="{C73CF910-1BB9-4D6C-3E42-DB25C8B9567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" creationId="{A65A7998-E505-C86E-4713-148CA7ECF81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" creationId="{626E568B-7569-B472-771D-F4BCEF05398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8" creationId="{96AA3744-1FE1-0333-0560-3EF5BF55456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9" creationId="{AACD27BA-D659-706C-5D4D-8101541D216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0" creationId="{4C41D0CE-E0A0-668D-2D9D-A0C70432D99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1" creationId="{4078CFF5-E7E8-D783-B8BF-80B5971FC373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2" creationId="{AA03D0CF-0F1B-8D1F-632C-5DDC6A0E2BA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3" creationId="{ADE2D603-C797-7AA7-8822-5C9323948E3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4" creationId="{5F1E7051-E554-A682-D998-DC0D17042BE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5" creationId="{78CAC810-D8D7-51E7-C6AD-1787EAA2AD8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6" creationId="{1716F34A-1297-CC36-E9F6-F88388FFA31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7" creationId="{F2D4E0F9-8C61-929C-1C7D-5B1D5C2124C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8" creationId="{548F3CC0-91C6-06ED-09A8-544C0F5C8AC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29" creationId="{872827A6-8C6A-41C7-3793-086F149CA17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0" creationId="{B40EE128-3EC8-D624-2321-25CA4764901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1" creationId="{9E88F56F-66E2-4006-804C-7A6514B65C1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2" creationId="{09D9ED3E-D34F-9D67-49A6-645B01AB409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3" creationId="{A71061C7-3A71-3FF4-3654-9CF4520CA42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4" creationId="{11C79BF0-4870-1A0F-E368-C5ED402F43A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5" creationId="{AA459D4F-DBC3-D26E-4747-4E230B57BF53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6" creationId="{E6F4FFE1-0A87-970E-41E8-4A462DBCAB8B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7" creationId="{F65BD1C5-B1D6-DCE6-741D-80C2DF6B8A8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8" creationId="{58CC45EB-1EC3-9CFC-54B2-1E27F2E1497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39" creationId="{BCE4EF33-7F3A-5879-4EFC-96A29111DBEB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0" creationId="{EB4E46E4-9B6C-01D1-C111-656E488E1D2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1" creationId="{BDC7CE38-7D4E-B012-7242-F033022DD74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2" creationId="{067F9CBD-8E2F-D2A2-1F48-2F40B971719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3" creationId="{B6F14C6D-C08F-40F6-9371-32928054EDB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4" creationId="{BA3A1300-6A74-19AB-5346-60C7CB8CEDC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5" creationId="{5A52351D-8E10-5FF0-0F52-DC1D48010D3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6" creationId="{3F9662C5-4EB1-1903-8AD8-5BC21A8199D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7" creationId="{135A2B0E-1EB2-C4A4-3784-B30E5AC6EB2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8" creationId="{6FCF042E-BCFF-F9BF-0497-08A839733F2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49" creationId="{CBF1AD6A-EC11-13B7-6BA9-D9BDA6584C8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0" creationId="{E3B0695B-911D-E752-A4EE-7666E165D39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1" creationId="{F8833CEC-50AE-C656-3472-66B31E5B7A0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2" creationId="{5E26E410-7B21-B492-16B7-F52CE635CDC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3" creationId="{59DA4328-EDFD-26A5-4B19-F89A91C0AD7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4" creationId="{2BE533AE-DC19-E43C-885C-624A19F7050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5" creationId="{81D0208A-2A17-796B-2A0E-0BAC4EF4857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6" creationId="{F7CC129D-D63C-FFC1-3174-345CC2F0475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7" creationId="{892C3E15-11C6-2BB4-D507-6D216BCA643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8" creationId="{0AE4AE76-2993-4B70-06EC-EB4D799330C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59" creationId="{6DDAB519-305E-F04A-FB23-7BA1EF4BB74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0" creationId="{F19C024F-B2D1-31E5-1173-2A3771C4145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1" creationId="{386BFB79-9AEA-3578-394B-E2ADADB8D3A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2" creationId="{9B36245E-0371-E4F8-1957-177F4DED084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3" creationId="{8C9AE235-576D-5E56-2ADF-33FE222541C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4" creationId="{BA009A03-3D0D-571E-7C5D-5DEB2140371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5" creationId="{29305037-7F41-A136-2F7B-231BCE30C5D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6" creationId="{0D665299-4DEE-2882-7E2E-CB184D083C8B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7" creationId="{17D598FF-31B0-A29E-5F1A-610C9B6310E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8" creationId="{87EAED78-74EC-4312-9488-D846B265B4A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69" creationId="{7C44A5F8-7266-BD8A-EE84-0AA8597F92B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0" creationId="{130DA8C9-37D9-B925-1818-118FC30256C1}"/>
          </ac:spMkLst>
        </pc:spChg>
        <pc:spChg chg="add mod">
          <ac:chgData name="Samer Mouksassi" userId="c18f5e46-7090-425a-a75d-5998e99a8397" providerId="ADAL" clId="{1565E92F-AD6A-4C74-B615-12B661448640}" dt="2023-07-25T23:47:10.256" v="160"/>
          <ac:spMkLst>
            <pc:docMk/>
            <pc:sldMk cId="1633170846" sldId="287"/>
            <ac:spMk id="71" creationId="{291EEEE4-39C1-07D1-A2AB-8DA7E203472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2" creationId="{A7673979-6DAF-1030-E56E-C69C88B9C097}"/>
          </ac:spMkLst>
        </pc:spChg>
        <pc:spChg chg="add mod">
          <ac:chgData name="Samer Mouksassi" userId="c18f5e46-7090-425a-a75d-5998e99a8397" providerId="ADAL" clId="{1565E92F-AD6A-4C74-B615-12B661448640}" dt="2023-07-25T23:47:10.256" v="160"/>
          <ac:spMkLst>
            <pc:docMk/>
            <pc:sldMk cId="1633170846" sldId="287"/>
            <ac:spMk id="73" creationId="{7675C506-1A74-D90D-D783-068A28DFF6F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4" creationId="{1A9B2EA1-820D-2CC5-334B-138EDF484B8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5" creationId="{7543B8B4-B668-441B-181C-BA73C455836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6" creationId="{887A66F8-6265-B574-3A7D-FB3A23D1E804}"/>
          </ac:spMkLst>
        </pc:spChg>
        <pc:spChg chg="add mod">
          <ac:chgData name="Samer Mouksassi" userId="c18f5e46-7090-425a-a75d-5998e99a8397" providerId="ADAL" clId="{1565E92F-AD6A-4C74-B615-12B661448640}" dt="2023-07-25T23:47:10.256" v="160"/>
          <ac:spMkLst>
            <pc:docMk/>
            <pc:sldMk cId="1633170846" sldId="287"/>
            <ac:spMk id="77" creationId="{CE113F5C-9126-CE26-4A24-12F4FD15251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8" creationId="{7685D37F-BD9C-2052-1225-73FED3F041B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79" creationId="{7A3B78F4-F6EF-0D7F-EC2D-5464390E18C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0" creationId="{DFE11F94-865A-24AB-C275-F5A8987D382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1" creationId="{EC5AAE9E-71D4-2229-F653-FB903B686D41}"/>
          </ac:spMkLst>
        </pc:spChg>
        <pc:spChg chg="add mod">
          <ac:chgData name="Samer Mouksassi" userId="c18f5e46-7090-425a-a75d-5998e99a8397" providerId="ADAL" clId="{1565E92F-AD6A-4C74-B615-12B661448640}" dt="2023-07-25T23:47:10.256" v="160"/>
          <ac:spMkLst>
            <pc:docMk/>
            <pc:sldMk cId="1633170846" sldId="287"/>
            <ac:spMk id="82" creationId="{1FCCFCDB-0397-5B4F-03E8-EFE8ECA5ED5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3" creationId="{348B6BAF-B53D-B800-5FF3-3ABC00FCE40B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4" creationId="{B30EC60A-00C6-1229-43D6-B0B5F6FB42F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5" creationId="{ECFF4BBB-F614-4264-0072-53A95781BC1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6" creationId="{797B7813-3A4F-6081-B06A-EAFA1ABD403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7" creationId="{7ED39FEC-490A-4412-8E17-C419A61EEE8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8" creationId="{6F82709D-FA77-FA3E-4D98-CC1C6B469CE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89" creationId="{AE339734-9B7D-D23F-792A-02157D4619D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0" creationId="{5450944A-D86E-FACB-957C-8ED656466AD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1" creationId="{0FDC642C-345D-7296-5CB2-63FBA579AD1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2" creationId="{95628958-9137-F438-6EC6-59104BA6137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3" creationId="{5146CD05-E1C0-ED2D-6177-8B96F8534A7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4" creationId="{6DABB859-8E93-6442-005A-E58637E7EC7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5" creationId="{4DEDEDB3-8F14-E71C-521B-0050ACD875C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6" creationId="{B3A4F0D9-2B03-D171-4FEA-1E4BEB8581A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7" creationId="{7E6F71A7-6D9A-0662-B2B7-C75369525850}"/>
          </ac:spMkLst>
        </pc:spChg>
        <pc:spChg chg="add mod">
          <ac:chgData name="Samer Mouksassi" userId="c18f5e46-7090-425a-a75d-5998e99a8397" providerId="ADAL" clId="{1565E92F-AD6A-4C74-B615-12B661448640}" dt="2023-07-25T23:47:10.256" v="160"/>
          <ac:spMkLst>
            <pc:docMk/>
            <pc:sldMk cId="1633170846" sldId="287"/>
            <ac:spMk id="98" creationId="{62B183F4-9D60-AFC7-1731-B21528B3BD3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99" creationId="{7999CF56-4883-F961-79AB-991DBF29670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0" creationId="{7CF2CB70-C0FE-9EB6-7B85-D683FB67546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1" creationId="{E8491FC8-9814-C974-2517-39F9D25AA29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2" creationId="{18545092-A9D3-4F31-3F69-0A714797E9C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3" creationId="{1FBCEC18-74FE-C365-79F7-540E367A165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4" creationId="{B162ED88-8E8E-99EC-5281-9D4596EC58D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5" creationId="{0BEBB320-2858-41C8-C1EC-48F5460BA0F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6" creationId="{D1AD8512-32D7-91D3-C526-4BB965178733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7" creationId="{961B160A-0349-0070-2D0A-F957875ECE1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8" creationId="{4CC3731B-36E5-E07F-7D02-A9856B93696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09" creationId="{599BBDE8-EAB4-93C6-C193-D1F3E379D24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0" creationId="{CCFB6939-5C6A-D1A8-FC80-12952D6FDCD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1" creationId="{28566F74-3ED5-A99B-4EEF-E0FABD73A5B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2" creationId="{FB217401-68DC-F282-6E7B-187F672715B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3" creationId="{38622491-2F88-15A3-44D3-F650418F852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4" creationId="{E188BD30-087B-5CDA-306A-7923358E612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5" creationId="{C7FFBE43-6325-8B74-5431-ECA8046EA6B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6" creationId="{3EFB1004-D58A-555F-F4E2-E6C90857653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7" creationId="{340F5211-DC3B-E67E-8A8B-1FAD178402E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8" creationId="{3D7E3A2B-B77B-1369-A931-738ED9F807B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19" creationId="{295BDB96-47EF-CA6F-670F-8330420555B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0" creationId="{8A7C31E7-BB6F-F13E-F950-3691B371B70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1" creationId="{344D6021-9166-01AF-AA35-DF2A50AF984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2" creationId="{C47719F8-7814-228F-311A-F8E795B95A8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3" creationId="{300E6F0B-EF20-0943-D42F-146C9CC2BF9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4" creationId="{5E15A42A-3619-FFD6-4A84-B6AD0B10DDD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5" creationId="{C0AA4A7E-B577-F176-A4D5-070C2B7807D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6" creationId="{39280ADB-9E30-014E-5452-EBAB16478441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7" creationId="{F5516F37-F5B4-372F-E2E8-4223B6EA7C8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8" creationId="{9A38DE02-3BFE-9ABE-7A16-C26B5ABB3E1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29" creationId="{A0DA00C0-A45E-E0D1-90B2-F0BE6AA011E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0" creationId="{C512FA40-BDED-2B1B-AE4E-13A2ED75B85C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1" creationId="{0B7E9384-69D7-AE6F-BF5A-2069438EB03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2" creationId="{2470BD67-C9DA-B4A7-7B41-DCCB7AF4CBF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3" creationId="{A0F85834-7EDA-4C70-2B93-AE0ECEF09A8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4" creationId="{169612C2-1650-7EAA-BF0D-561BD02C695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5" creationId="{F80C9153-56B8-9304-059C-2E133BBFCB0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6" creationId="{EE62021F-D245-26D7-54CE-6BAFA3CE684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7" creationId="{26E92E66-EDC4-CC3C-A1B5-B156B126422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8" creationId="{36CB34AD-F4CB-8EBE-ED11-73D14FD84BB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39" creationId="{C47A109C-9C73-14E0-4130-6EAA6E41AB0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0" creationId="{19384D2D-5D1F-CDFD-D2D4-6B9DBD13D47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1" creationId="{01E7BACA-2A10-80F6-6318-C81F72342EA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2" creationId="{831DE646-B357-CD9C-720F-7DA33B5FA11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3" creationId="{930FC880-4E7F-BBE4-99A5-852B0383529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4" creationId="{1C3AF450-2A56-FD6E-A294-F1BC4E49B9C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5" creationId="{D71AF06E-EE10-8455-DCFA-6BEB873A791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6" creationId="{2EF1DB17-B9D2-3673-3EA0-D97B70AC824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7" creationId="{8F6635E5-A744-6E12-9D97-03CBFE95DF2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8" creationId="{875C4E42-047C-5DB6-4395-0C7F3BEFAD7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49" creationId="{1EECD4C9-96AC-888A-8C6D-0ADF23D7A27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0" creationId="{6AFCD0F9-9B6C-A757-2BEF-2D14C17035B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1" creationId="{81D4DC64-51D8-7C9B-AFAD-2E0C749402D3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2" creationId="{67673433-F34D-DE5D-1A98-881294E3484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3" creationId="{F2D414EA-4BE9-D538-ADA3-3864B8F9105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4" creationId="{379CC05F-7212-BEE5-A5A4-B7A160C3E57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5" creationId="{9E897588-61BE-FCBE-D1A0-E9CBDD25F2D7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6" creationId="{8BF7B7DB-0020-6614-3264-00E777C9885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7" creationId="{C7D260AE-D92B-83F7-7EF9-2E3A85D0F9D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8" creationId="{01BEC28B-D71F-6199-07D8-E4F4E3AA630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59" creationId="{48D484D6-7EDC-8AA2-4AF2-F2060B21351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0" creationId="{E97C125E-3142-AB9C-4DA4-2F2FDF5E00F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1" creationId="{8C69BABD-E692-CBB3-F003-4E921E92D34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2" creationId="{67037085-9AA2-39E4-80E3-5B9C6BF0A118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3" creationId="{03DDBEB3-2C5C-731F-EF28-D8492ED7CBC6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4" creationId="{0B4EC2C8-4EBF-2172-32A6-53C8095B461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5" creationId="{87CA7628-74F3-6732-19E6-3C0C7D38229D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6" creationId="{890B15DF-E4DA-E78A-1B38-AE592CD0561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7" creationId="{25C46D39-2BFF-92C9-5B2E-818C0FFA75E4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8" creationId="{CECABBFA-DB2C-EBF7-79CF-23DE4F45DB79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69" creationId="{D0F7A22E-3A5F-A7B0-1A88-8203F43634E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0" creationId="{96D3A6ED-2AA7-ABBF-E5F4-6E2ECAA3496A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1" creationId="{6581FA08-5E46-3C11-F8CD-9EFB2B1B1E0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2" creationId="{84C93DAB-4899-4010-2FC4-40B4E6008CEF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3" creationId="{7EF858EF-6DB2-94ED-1DD1-31660DBB3880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4" creationId="{6BD61601-4B23-D7FC-2418-E7CED7CBB20B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5" creationId="{88FD8BFD-3D3E-CFD9-9851-3BD360A72655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6" creationId="{D29C4A7D-2323-DBD8-58F4-60F1B7D54972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7" creationId="{B113D05C-3D02-69CC-9FB8-8B9F8E6A9F1E}"/>
          </ac:spMkLst>
        </pc:spChg>
        <pc:spChg chg="add del mod">
          <ac:chgData name="Samer Mouksassi" userId="c18f5e46-7090-425a-a75d-5998e99a8397" providerId="ADAL" clId="{1565E92F-AD6A-4C74-B615-12B661448640}" dt="2023-07-25T23:47:17.272" v="161" actId="21"/>
          <ac:spMkLst>
            <pc:docMk/>
            <pc:sldMk cId="1633170846" sldId="287"/>
            <ac:spMk id="178" creationId="{8C5DF8C8-20EE-FF98-E447-EF4FA4B171DA}"/>
          </ac:spMkLst>
        </pc:spChg>
      </pc:sldChg>
      <pc:sldChg chg="delSp new mod">
        <pc:chgData name="Samer Mouksassi" userId="c18f5e46-7090-425a-a75d-5998e99a8397" providerId="ADAL" clId="{1565E92F-AD6A-4C74-B615-12B661448640}" dt="2023-07-25T23:58:52.599" v="253" actId="478"/>
        <pc:sldMkLst>
          <pc:docMk/>
          <pc:sldMk cId="2562608843" sldId="287"/>
        </pc:sldMkLst>
        <pc:picChg chg="del">
          <ac:chgData name="Samer Mouksassi" userId="c18f5e46-7090-425a-a75d-5998e99a8397" providerId="ADAL" clId="{1565E92F-AD6A-4C74-B615-12B661448640}" dt="2023-07-25T23:58:52.599" v="253" actId="478"/>
          <ac:picMkLst>
            <pc:docMk/>
            <pc:sldMk cId="2562608843" sldId="287"/>
            <ac:picMk id="3" creationId="{CCD121C7-C657-4C74-1B44-78F926094C1F}"/>
          </ac:picMkLst>
        </pc:picChg>
      </pc:sldChg>
      <pc:sldChg chg="delSp modSp del mod">
        <pc:chgData name="Samer Mouksassi" userId="c18f5e46-7090-425a-a75d-5998e99a8397" providerId="ADAL" clId="{1565E92F-AD6A-4C74-B615-12B661448640}" dt="2023-07-26T00:14:20.075" v="274" actId="1076"/>
        <pc:sldMkLst>
          <pc:docMk/>
          <pc:sldMk cId="2562608843" sldId="287"/>
        </pc:sldMkLst>
        <pc:picChg chg="del">
          <ac:chgData name="Samer Mouksassi" userId="c18f5e46-7090-425a-a75d-5998e99a8397" providerId="ADAL" clId="{1565E92F-AD6A-4C74-B615-12B661448640}" dt="2023-07-26T00:14:17.381" v="273" actId="478"/>
          <ac:picMkLst>
            <pc:docMk/>
            <pc:sldMk cId="2562608843" sldId="287"/>
            <ac:picMk id="2" creationId="{1788D841-AF0B-5126-2A4A-E807DD490F15}"/>
          </ac:picMkLst>
        </pc:picChg>
        <pc:picChg chg="mod">
          <ac:chgData name="Samer Mouksassi" userId="c18f5e46-7090-425a-a75d-5998e99a8397" providerId="ADAL" clId="{1565E92F-AD6A-4C74-B615-12B661448640}" dt="2023-07-26T00:14:20.075" v="274" actId="1076"/>
          <ac:picMkLst>
            <pc:docMk/>
            <pc:sldMk cId="2562608843" sldId="287"/>
            <ac:picMk id="3" creationId="{54E84CFA-A3CF-9C14-8687-F295354693EE}"/>
          </ac:picMkLst>
        </pc:picChg>
      </pc:sldChg>
      <pc:sldChg chg="del">
        <pc:chgData name="Samer Mouksassi" userId="c18f5e46-7090-425a-a75d-5998e99a8397" providerId="ADAL" clId="{1565E92F-AD6A-4C74-B615-12B661448640}" dt="2023-07-25T23:28:33.596" v="2" actId="47"/>
        <pc:sldMkLst>
          <pc:docMk/>
          <pc:sldMk cId="1365055229" sldId="288"/>
        </pc:sldMkLst>
      </pc:sldChg>
      <pc:sldChg chg="addSp delSp modSp add mod">
        <pc:chgData name="Samer Mouksassi" userId="c18f5e46-7090-425a-a75d-5998e99a8397" providerId="ADAL" clId="{1565E92F-AD6A-4C74-B615-12B661448640}" dt="2023-07-25T23:58:57.909" v="256"/>
        <pc:sldMkLst>
          <pc:docMk/>
          <pc:sldMk cId="3457768516" sldId="288"/>
        </pc:sldMkLst>
        <pc:picChg chg="del">
          <ac:chgData name="Samer Mouksassi" userId="c18f5e46-7090-425a-a75d-5998e99a8397" providerId="ADAL" clId="{1565E92F-AD6A-4C74-B615-12B661448640}" dt="2023-07-25T23:58:57.599" v="255" actId="478"/>
          <ac:picMkLst>
            <pc:docMk/>
            <pc:sldMk cId="3457768516" sldId="288"/>
            <ac:picMk id="2" creationId="{1788D841-AF0B-5126-2A4A-E807DD490F15}"/>
          </ac:picMkLst>
        </pc:picChg>
        <pc:picChg chg="del">
          <ac:chgData name="Samer Mouksassi" userId="c18f5e46-7090-425a-a75d-5998e99a8397" providerId="ADAL" clId="{1565E92F-AD6A-4C74-B615-12B661448640}" dt="2023-07-25T23:58:56.052" v="254" actId="21"/>
          <ac:picMkLst>
            <pc:docMk/>
            <pc:sldMk cId="3457768516" sldId="288"/>
            <ac:picMk id="3" creationId="{CCD121C7-C657-4C74-1B44-78F926094C1F}"/>
          </ac:picMkLst>
        </pc:picChg>
        <pc:picChg chg="add mod">
          <ac:chgData name="Samer Mouksassi" userId="c18f5e46-7090-425a-a75d-5998e99a8397" providerId="ADAL" clId="{1565E92F-AD6A-4C74-B615-12B661448640}" dt="2023-07-25T23:58:57.909" v="256"/>
          <ac:picMkLst>
            <pc:docMk/>
            <pc:sldMk cId="3457768516" sldId="288"/>
            <ac:picMk id="4" creationId="{17DB57AD-444B-AC65-4694-651C23EED4BC}"/>
          </ac:picMkLst>
        </pc:picChg>
      </pc:sldChg>
      <pc:sldChg chg="delSp add mod">
        <pc:chgData name="Samer Mouksassi" userId="c18f5e46-7090-425a-a75d-5998e99a8397" providerId="ADAL" clId="{1565E92F-AD6A-4C74-B615-12B661448640}" dt="2023-07-25T23:59:17.448" v="258" actId="21"/>
        <pc:sldMkLst>
          <pc:docMk/>
          <pc:sldMk cId="811928032" sldId="289"/>
        </pc:sldMkLst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" creationId="{11E33253-F350-5EE9-07B6-A234FC7B2FD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" creationId="{93CCFFB3-D3C6-5EF7-8607-29A711A52C5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" creationId="{550FAD62-DE3E-FCEE-8ECB-DAA6493B67A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" creationId="{9D1B38CF-BC4D-D369-479A-114128F1A9B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" creationId="{F0A8CAB0-2374-A400-BC0F-00C08613247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" creationId="{A4F915D4-ECCC-DC89-E033-0D5DD927307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" creationId="{36149A45-BAB4-922C-7ACF-B963523F11E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" creationId="{32C7856A-E2D4-A04B-491C-7CA4B754E6D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" creationId="{35583BDA-1D14-4F30-A0B3-F3ABA14C4B3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" creationId="{50BB54C6-510D-B495-A340-C774320433D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" creationId="{F1817176-D84B-3A4D-B00E-A940F0F9874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3" creationId="{3CB5BD72-5D87-07D8-A03F-5DD86803AC5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" creationId="{6439CD77-790D-03AF-B5A7-38EEBCAF8A2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" creationId="{CA0E6015-C744-AF8A-F18C-4FC844884A9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" creationId="{181E2C20-13EB-E70C-D117-69D9589DB3B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" creationId="{1CEC8E35-9E37-97CE-90B3-7B1A2517598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" creationId="{C95854A1-CBBD-8949-3A0D-8F918DB214B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9" creationId="{13E52BDD-B7E4-1D67-D633-8D3D60A3E2F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0" creationId="{ED589C1C-FD85-0970-A0E7-16269905EB3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1" creationId="{33B8AD17-1C1E-00BF-C489-3BB9C80B04B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2" creationId="{F207C61A-9C61-ACCE-BAAA-161B23CED7C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3" creationId="{1ED4F439-7229-08A1-416B-7B57E9A3E39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4" creationId="{B957479E-2834-C7C1-A221-0AA805B85EC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5" creationId="{2397D70E-141C-D8A0-88CD-EE61B7CA572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6" creationId="{53BB38AF-D18B-7525-CE5B-36202C5DE59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7" creationId="{9124B444-DB4F-1F1A-57DD-8840F6C176A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8" creationId="{2AB45171-0C22-2358-0DF4-BF498967B5E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29" creationId="{AE9CB332-B5E4-807F-E08F-B74F1621B2A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0" creationId="{785841F4-789B-390F-119C-3E09AADD7B0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1" creationId="{2F26C9B5-0C76-386C-383A-5420674C995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2" creationId="{EA99E0DB-2C53-4273-3DA0-DF68DEC16B6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3" creationId="{F8C4345E-7650-4971-FEB4-AD93757BAF7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4" creationId="{944758D5-7F1A-582E-B994-A36D9E4B765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5" creationId="{1AF96BD1-D4BE-A123-3AFC-8AB1D1D08E6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6" creationId="{6C5C3C71-5A19-B883-EDAB-1C3CD4C6132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7" creationId="{22FCA9AB-EBB1-0282-93E9-ADE6B6F21C6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8" creationId="{C28B64F6-86A4-DB57-9A19-2BA165783EF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39" creationId="{E48BEE62-3444-DA91-198F-A808A835B4F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0" creationId="{F2ECDC16-E58F-E78A-E76A-13ED1A03276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1" creationId="{CD2B6296-5E1C-1E81-4641-B733FA960C5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2" creationId="{B36D9C54-FD6E-A320-A2D7-CE964007412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3" creationId="{BA30B3B4-3E6F-8169-9B3C-5621B2EAEED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4" creationId="{BB37D340-FA48-46E7-1A73-5A52F501039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5" creationId="{7FEE5D13-A492-8EA8-5444-28811AD8C6D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6" creationId="{5A6F410C-32D0-88DE-D94F-DC194534888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7" creationId="{D328B813-B65B-0AF0-B8B0-E3259AD7A91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8" creationId="{4302BB23-10E1-6E2F-6B13-CB60F965773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49" creationId="{17280611-0FEE-AB73-C774-4A047A3B999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0" creationId="{28ABB41E-A592-9077-B5B7-257984C7D1A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1" creationId="{2756C94D-82CB-057A-58B7-5179AF54F54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2" creationId="{CB7992A3-032A-AFB3-A29A-1B7DD6EAF41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3" creationId="{34329D91-2DB3-A925-E528-2909B1CCA53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4" creationId="{773A7BC9-C943-D02C-29B2-B5D33202C0E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" creationId="{B0E43B3F-D051-B490-000A-557EAF30C8A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" creationId="{61A4524E-F253-06F2-DC77-2FD754FB2B0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" creationId="{84C5FAF1-7E4E-0893-8F74-2A18A95A562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" creationId="{1F1D60AC-69C2-EF79-1065-233210BBAC9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" creationId="{DE01F11F-F8BE-E1A2-5BFB-20946B9969D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" creationId="{815BF3E9-F2BF-34F4-2455-0303796F8A6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" creationId="{47786B24-A8E3-F68E-BE5B-E078436B536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" creationId="{F7FCD2E6-5F86-3B2A-D964-77D9709143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" creationId="{4234BBAE-DF4A-13A7-D371-485075BBD77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" creationId="{A6CD6BED-D091-EA44-64A9-8B6F6A265DA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" creationId="{DE804AD0-8F55-ECAC-6A19-273FC33FD1F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6" creationId="{B3521444-EDB9-E256-CE6D-6BABE831DD0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" creationId="{FF173047-A125-8375-5B0F-EBBAE467FC2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" creationId="{E3671B3A-FB4E-6CBD-B470-CF64976D789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" creationId="{CA19BFDD-62ED-71A4-2AAD-258F78D4ECC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" creationId="{64252138-ACCF-C588-C50E-C8345750015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" creationId="{26E273D1-9EE4-AC9F-2EBA-08B339880C7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2" creationId="{73618F2C-3B2A-ED7F-F89D-E7814E4E3AF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3" creationId="{464FA40E-50D1-CB32-C10F-08D204D84BD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4" creationId="{482465EB-E9D6-4D67-4C2E-7E89D20430F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5" creationId="{E4198C7C-723B-FE6A-322D-F90C42AFC34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6" creationId="{A799DFB6-F772-ED4B-DC8A-E09C8FD59F6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7" creationId="{4B446A25-4B22-FDC8-8AAB-BD716A5C37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8" creationId="{5A018081-B60F-09FF-016E-83C5C160847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9" creationId="{28A5E94E-3332-48C2-C7B7-D3DB0F898F5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0" creationId="{8C2782E0-A123-64DB-9A08-3ED38C2C826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1" creationId="{F72C88EF-4353-172F-144E-0B4402825D1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2" creationId="{712683B0-46DA-DEC1-C1D9-2E07C3064CE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3" creationId="{393A2509-EA8E-4CA6-0583-76C72CB2757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4" creationId="{9DED7D2E-0710-893F-854C-6C1232C2E31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5" creationId="{E0F50723-3A2E-130A-E3D2-C1ECC95DE79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6" creationId="{E4FDFF17-6711-8E7E-8861-8B2C95CC8EC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7" creationId="{42D85321-4BDA-796E-C875-C57BF1FC19C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8" creationId="{1FF212B8-B0CE-183F-C41A-76BF8CCB22B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89" creationId="{F609B4F9-A002-F7A1-E6F4-5E5D08FCB14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0" creationId="{2D17994B-39A1-7AE7-0E70-2D1987F8324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1" creationId="{408C315B-B712-FFAC-6E1F-F4861B210F6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2" creationId="{C01C2F3B-1648-9336-3732-B7A0D9BA696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3" creationId="{BD654E38-7C74-5225-D370-EFCF823C167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4" creationId="{DF13D249-20C8-20B7-4735-BB58BBF1D1A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5" creationId="{88EC0714-4B83-4A80-6EB5-2471B18ACC0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6" creationId="{82FC0A21-AA12-6B9B-E19B-A493992A618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7" creationId="{6A378806-A39B-28ED-A67E-935B138B4F5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8" creationId="{237E893D-CAFF-68C5-F6A5-BDF6ACF9EAE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99" creationId="{B4449917-3085-32C6-1FD0-071C806FD20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0" creationId="{27BA0BFB-6A62-F30F-4C54-84F5C3CACB6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1" creationId="{7D91E401-338B-9299-A21E-E0092956380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2" creationId="{0CBF27EE-A360-05DF-8A84-AFA5F416655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3" creationId="{2C204E16-85B5-7C8D-18E1-9C65DD2AC6F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4" creationId="{1593C2C5-692A-BAC8-8F84-C4F98B20E82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5" creationId="{4F5DDF7C-1837-DC69-51BD-7A4F98675F0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6" creationId="{AB754D87-D863-204C-C93F-86BF33530DF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7" creationId="{5ED0A386-C433-1923-C83E-4DE6E71F580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8" creationId="{4663EA13-909A-9AD3-E93D-952E5C57E25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09" creationId="{845F1C4D-3A26-E84E-35A4-4BCEB3A5737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0" creationId="{4C42D592-034C-5C71-1DEF-05E6C586DE0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1" creationId="{3908A99E-794F-8C01-197C-82A3C32F74C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2" creationId="{D84634C3-A3D0-EB72-59FF-B10ADC4671B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3" creationId="{B0327DF4-56EA-0892-352F-B2AFAFE9598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4" creationId="{CFEAE8BC-4847-AC78-DAA9-6F07D45F955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5" creationId="{422B85B3-81B8-6DAB-F8E7-E83D0D63283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6" creationId="{F26B7E49-60FB-9B53-0F3C-206F88A8837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7" creationId="{832DD830-9842-3C9C-37D3-68DA1747CFC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8" creationId="{5139F48F-6AAD-B683-7008-2BE8F8D19C8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19" creationId="{0AD60838-55D9-D358-41CA-EA0B4F363B4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0" creationId="{EBA47806-5781-F5B2-410F-E45745E389F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1" creationId="{A5A20B60-3CED-503F-E3C9-C0260693CDB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2" creationId="{64EFC74B-0205-B9F6-C55A-79CC31ADE15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3" creationId="{53F2115A-704A-13A2-8677-743CABA112D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4" creationId="{4D10C25F-FF9E-4FAE-B411-1FC63150048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5" creationId="{1D727917-D82A-547D-4CA4-0F8B1FDA895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6" creationId="{F96C8904-EA41-D6CE-1B4F-3BEA3188382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7" creationId="{487666D7-0892-9BD2-B5B8-EAA31DE589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8" creationId="{11A53E30-D8C9-39D5-65ED-11969646498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29" creationId="{4D058F2F-0B43-EC18-2BC6-F514FD26ECB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30" creationId="{8ECB76D0-1E40-266C-CF19-DB8E77841B3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31" creationId="{26E60E0E-01E3-E01E-E0A2-AEEFAAE1CC4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32" creationId="{33BD9AB4-7ED0-BC61-1621-07D626E2965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33" creationId="{C20DEF40-F0DF-1CBB-B286-34F75921515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38" creationId="{44E1DC6C-07B7-8054-6C6A-F2646B6D9FB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39" creationId="{6396BBBF-C059-EA9B-EF97-6433B09E56D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0" creationId="{0FD0E36A-0DB7-321B-A602-A433652CA91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1" creationId="{AF8B0DE8-4CFD-C220-9366-937AFD73907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2" creationId="{246AF246-76DC-E7D3-7E6B-CF157D07E78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3" creationId="{F2601FEF-3FB0-7DD3-0B40-51DB802599B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4" creationId="{B1608715-8F63-7ACB-8BC2-51D0121282B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5" creationId="{F9D25429-9E17-4C1C-657D-2AC9BAA11EF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6" creationId="{76CCF7C4-E859-9987-5765-4AC148F65B1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7" creationId="{9703D342-9E9D-C3AD-F851-61788D71544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8" creationId="{AC22CB4F-AC3B-0439-EBB3-9F0305EF13C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49" creationId="{259874A6-7A4F-524A-63C8-D7F2EF10854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0" creationId="{AA252C1B-0BFD-02C5-B98A-FB607FC377A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1" creationId="{CAAE7534-8C10-2D7E-EEF0-1791CC57178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2" creationId="{F20DA234-C236-ADFA-CDE8-745C136571A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3" creationId="{70077B72-C3F9-B0B5-EC6C-792F6D6EA99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4" creationId="{64AC738B-89E6-A194-CDDB-21CD9AD3F8D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5" creationId="{8C3A131B-608E-B5ED-F7A0-B85943C3CA0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6" creationId="{D351840C-C8D8-48FF-A680-AA24CFC9678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7" creationId="{4D63A843-1CF0-162F-DC64-2552F364F55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8" creationId="{C5D1AE0D-BC93-42F8-38A2-08289456C74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59" creationId="{EB556578-222E-8EEB-0443-D85D943D8CD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0" creationId="{EA534A33-0FD5-F387-6B6A-7E7A3E7E566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1" creationId="{E32FD514-7B23-B8DF-9D65-4024496EC0C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2" creationId="{084D6B64-171B-5591-8C72-6CB3231C54D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3" creationId="{E86828A3-16D9-D399-4CC4-9CEED8A7588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4" creationId="{24920B39-8CA0-C110-CC26-5DBB1D4B78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5" creationId="{BAD0C584-28D4-74D8-1FE0-6EE811A08B5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6" creationId="{21845E81-3A9B-3B2F-C854-E1CF46AF0F3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7" creationId="{D5B1A094-99DF-6A67-6190-23F746CFCED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8" creationId="{65EBB74A-1BEF-97A0-6940-64F772E4F82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69" creationId="{04337FCC-572E-5DDF-ADAF-896DCCAD102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0" creationId="{DE86780A-0CBA-2A7C-AAE8-AC8E0058437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1" creationId="{DE08D5D1-1705-8B78-980A-E91739B08A5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2" creationId="{BAA707F6-DE63-AABB-07BE-BC765982470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3" creationId="{4F6B36C1-798F-91C6-4901-6B3C02FC237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4" creationId="{0E7BA96F-649B-A643-B8C8-6D216683229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5" creationId="{6786C82A-EDB3-CBCF-FA04-114F519C92B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6" creationId="{89ADB52F-4C18-90C4-1C0D-D6CD221CFB9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7" creationId="{AA1DD11A-1B72-9223-6F41-AE728D7EE2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8" creationId="{040D774C-D052-6BF4-8EFD-FCBB350CAE6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79" creationId="{2207C0C9-BB1C-EB8B-6B6F-E7B58F86264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0" creationId="{865E85E3-F380-D6AA-1CED-2CA6A82004A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1" creationId="{293FAAAA-98BC-916E-B716-356E8FDB5DB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2" creationId="{081F5204-8237-D729-880B-A01EB0925B4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3" creationId="{1A23A023-224D-0FC2-9801-EF933879810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4" creationId="{4987F9B8-6711-C813-92D8-6B91B6E8950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5" creationId="{4398F7BA-E365-539D-ED2E-6902B20B9A7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6" creationId="{66A8A54C-164E-5DF9-9E46-87D8C7ADC57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7" creationId="{F2F434ED-3C4F-3678-2A0D-A810D92C57E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8" creationId="{4E45D266-D02E-B9C3-8B21-ACA3C6C233F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89" creationId="{543D4C22-9F70-70F1-4D9E-3F592BDFABC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90" creationId="{9F5F068B-D131-317B-8C76-D42ED74237C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91" creationId="{060985CC-ADCA-E517-14F3-7F17746DF98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92" creationId="{EDAA74DF-BC09-F16F-B579-7CFE9449900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93" creationId="{E2F5E639-4055-0CDC-FA32-D4499B499C1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94" creationId="{F7F2416F-286D-5778-0B7C-DEA2F7D9DAF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195" creationId="{FC5F1131-7943-C291-E905-4D0FBA403AD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0" creationId="{5BEF3D40-664A-B229-44E7-C5D761BDEA9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1" creationId="{A4299C45-5FEC-FA04-E163-C5201D7BE5A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2" creationId="{88928455-F3D0-47BF-B022-5C92E03DAE7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3" creationId="{26DE906A-720D-5040-E91D-87A3B944A4C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4" creationId="{28CC0DD3-62D6-47CA-0BE9-49C2BA7C6CF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5" creationId="{4F7B019C-B4D1-8E5E-B3BD-C81452CEFEC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6" creationId="{38616DC6-C885-D4B5-933B-97DBF72B587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7" creationId="{4ADB353F-596B-7B07-66F8-58BC8EEF735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8" creationId="{B8B7D5C3-ACFF-240B-E54E-81645954D19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59" creationId="{05ABECC7-78F8-70FC-8A70-6CDAB6D64BF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0" creationId="{51613883-20FC-C047-F53C-C80AAE1555A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1" creationId="{69EA24E6-A477-2755-E573-AA07CBD7FD6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2" creationId="{5B522DA0-E8AD-98E4-5669-9871BE20A72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3" creationId="{CC02E5FA-14D5-8661-41E8-F08E4A6230F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4" creationId="{DD227126-BE83-F7AC-5E53-1EE012311B4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5" creationId="{2DC03391-7E72-ED97-9069-458A51B0C7F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6" creationId="{7E2ADE74-B141-10CB-1A11-3B4366E0F3B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7" creationId="{A9D01ECE-FBAA-A017-0E0B-67EB6B75466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8" creationId="{A1D4A55C-3824-C515-163A-94F020831E6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69" creationId="{A32217D7-E6C2-E513-3A7A-2246E4726AD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0" creationId="{D1B962A3-4915-7DFC-D512-090145A49A6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1" creationId="{776C36FF-F28E-2A46-03E3-EA26B70090C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2" creationId="{0B9D1645-D558-D393-DEB6-8DAE694A4B0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3" creationId="{73FB95A7-659C-A085-1527-23F547957D5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4" creationId="{28919DDA-DFD0-065A-2931-35DB91DC9FE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5" creationId="{A4D936DC-88F5-0A13-BD51-36A0BAB3487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6" creationId="{2422A395-EAD6-E098-9DFC-41034272099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7" creationId="{9E8963AC-2FB7-EBA3-DF57-605ACEAD043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8" creationId="{0F889021-35BC-891A-C951-C7F6425687C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79" creationId="{E2F5C479-89C6-D61F-6CB0-3E03DCF2A98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0" creationId="{EF467444-2A54-AD16-12E0-53F2A7F8298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1" creationId="{59C3F3FD-4C0E-245B-CE64-7F584B19BC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2" creationId="{0701915A-73A2-916C-0DB5-9E7A7419C3D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3" creationId="{DEB4C1B4-DEF6-30A8-5482-ADC9EF5AFB0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4" creationId="{6E2CD310-7C79-605E-2226-75CCC0FCC07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5" creationId="{C6BB027A-A4B7-A892-8238-E2446B65BE9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6" creationId="{B8DCA634-546C-1520-93F4-E22F3F7227C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7" creationId="{C8B6A57F-FAE5-6413-A28D-D43D6277029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8" creationId="{10D81E60-279A-B52F-3763-CA1CC5D8D27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89" creationId="{FF3BA0F8-0904-0A54-175F-ADE4249B5FB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0" creationId="{048772AD-BF47-7DE5-FE0D-3D73EF29A95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1" creationId="{22381F1C-4309-D78A-4E59-1C0FC429119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2" creationId="{2E51CC0D-B323-E923-02F8-F50683C64B8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3" creationId="{F1C181DC-D4C1-38C1-E8DE-50A8ECF8179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4" creationId="{945A02A0-9561-8CEF-E687-305748CCA44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5" creationId="{A078EFD0-DFA2-C657-DF56-B498D5E5FC1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6" creationId="{37C208C6-96F1-77DB-AA3F-28D0D448DBD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7" creationId="{C893A848-7501-B9F2-FB47-D5E5D56E8B4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8" creationId="{371EFD39-1B68-971F-D328-3D4B5C8EA3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599" creationId="{12C89E67-AE1E-3865-D581-D9E4963E820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0" creationId="{97318F21-1FF3-E68E-6E2C-FEF2ADDBA61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1" creationId="{A44A107B-5569-5D88-F70A-547A8F76CF2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2" creationId="{805E127E-C847-25AA-27D3-5811C0849A2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3" creationId="{05CF583F-EBF4-BB36-CB2D-8AAC57FA36A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4" creationId="{EE0517FA-EE93-A064-8461-F5207950812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5" creationId="{553804D6-907F-7339-DC0C-4FD372B348B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6" creationId="{3A639459-4CF6-6E1A-30C8-5E89CBAB068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7" creationId="{0340C2FE-3DBC-1F0D-0BD1-8DFE045CEC8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8" creationId="{4F34EE0B-D18E-9C91-C40C-49A3F94EA5A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09" creationId="{59CEA6E2-C893-15FD-DFDC-6038FB77DAB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0" creationId="{5C50D248-9516-4132-E24E-9EC85D9C968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1" creationId="{EB7F6F91-0C1D-3A09-F13C-71C543C19C0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2" creationId="{6A4B09DC-797C-6C99-8B93-2FFA18BE015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3" creationId="{00A9D85E-C5F3-898E-203C-A4BB68CD5F1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4" creationId="{5D1CFFE8-BD0E-17CF-5C26-E83B935125A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5" creationId="{081D33D8-C392-414F-9E2A-5CA5AED7384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6" creationId="{703330F2-DFF0-3AAF-217C-985EAE536F0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7" creationId="{FAB8EC86-7CFE-602E-DA35-946DA66A1EF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8" creationId="{A6A0D677-5F87-219D-CF68-F6B454A38F7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19" creationId="{3687ED42-74BF-BA5D-65EA-51419399A03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0" creationId="{62C75E65-E374-E389-8513-FD1D739F5ED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1" creationId="{A461A511-7BE4-C5FB-842F-6E465391A84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2" creationId="{2B1B0C2A-19C7-B687-4BA8-550EE8373D0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3" creationId="{804C214E-3CA9-04D9-74FA-23EE984AC26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4" creationId="{5E52A77C-75DF-F8B0-CAD0-8E3287403E0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5" creationId="{2E545D95-8020-FE3D-2B23-A8145870DB4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6" creationId="{BD77C3C5-70E6-8377-53E5-42EDB148E93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7" creationId="{942D2D81-BA32-3B20-C5A4-D5A93187A92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8" creationId="{6C5B959B-7B3A-47D7-0F70-50F43D8F6C0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29" creationId="{62295991-78A3-81E4-FA8C-7BD176A9960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0" creationId="{2A2AF7CE-FB66-53A1-7808-4892DE17D15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1" creationId="{8239BEA9-6EDD-CB80-3E47-5F99967B515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2" creationId="{AC7BD2BB-E89E-F0AB-2082-E0D9144F4AA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3" creationId="{D7AF8A85-8693-EA81-0353-986F284A81F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4" creationId="{93A5C5AD-D0E6-A2EB-040E-9049A7E9EC2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5" creationId="{99A10CE5-2686-A309-E788-F3CD1E9FE59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6" creationId="{624656F9-400E-ADC1-D2D2-B40372A1887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7" creationId="{2D8F9754-066D-3E4B-50D0-401AEF835AD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8" creationId="{695833DC-46D3-86A0-BEA3-26B6EEFCA83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39" creationId="{5EF995C0-D3CF-02FC-76AC-52050999D55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0" creationId="{FDDF165D-7621-85F5-DFBE-C40BB0895D6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1" creationId="{B31A8BE7-3C65-5E99-9BC6-FF772883A07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2" creationId="{AF838978-BC4B-A8A3-F2EE-E2C6BE1F2BC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3" creationId="{0A3E88EE-A314-168D-441F-E142722FF32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4" creationId="{872BA26D-EFE6-2E03-4718-4B86C1F50C1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5" creationId="{8790D349-CD80-3109-330E-31E1EF7FF3C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6" creationId="{EDF67B8D-7828-AB40-B651-473AB37472A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7" creationId="{58D0F7BB-5F48-51BD-702D-018397C43F5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8" creationId="{715DF9E7-5CE0-3F6F-93E8-4997A922130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49" creationId="{A44F59A6-595F-4AC6-9EC9-292486147EA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0" creationId="{06E371C9-BEEF-61EA-FF2C-9E9F66D7032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1" creationId="{C1C99DD5-7CD6-C25D-11E5-064D44A6DE1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2" creationId="{45C2D14F-FA97-CCBF-B9FA-4E3B7C5F9A8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3" creationId="{06B4A6D0-406F-A84D-A265-A181CFA1B2C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4" creationId="{342BBFD3-98B0-29BD-9963-682DB850138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5" creationId="{9EA0C497-2A57-5CE1-E02A-B916FEDF077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6" creationId="{53F5D263-E892-8B81-D436-0056F2AA454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7" creationId="{C9CD5057-71A4-6CEC-5CA6-71A126A5064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8" creationId="{6920EB03-6A29-FBF8-24C0-C01A4B52D89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59" creationId="{EB81EDA3-968C-8689-1228-38BAF905148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60" creationId="{D3F03A95-6E11-003A-013A-32CC4E3EBDE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65" creationId="{C078604A-231A-28A7-8FAF-E82B87654C3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66" creationId="{DE198688-528F-3D57-2599-A0AC5E93EEC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67" creationId="{E0C38D99-A474-7CFF-3098-3C0CF66EB6D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68" creationId="{09A5F90C-D26E-EC9D-AC70-B8F2A3A0D7A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69" creationId="{4C9127C1-23FB-D81E-00B0-390FDB0D22E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0" creationId="{5AD1958F-D2F4-097B-84BA-1A30C4A78D3E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1" creationId="{F7E83426-7B14-A576-372F-1BB375F25191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2" creationId="{F7838116-D672-3EF9-1AB9-FB40441DC26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3" creationId="{81F2E3AF-9CBB-D434-95D1-F0686205E2E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4" creationId="{50489E95-5B86-6DE4-AE61-B0A6710C05F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5" creationId="{465A318D-25BB-B0AC-7C9C-17B6C4F1CF56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6" creationId="{B026975C-8EB3-5AB5-BB69-6CA9417D108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7" creationId="{B4E4BE64-4144-3A9D-D22F-10811D0E708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8" creationId="{1EBE629D-19A2-1684-8E00-D980FC3D586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79" creationId="{33FBBA49-ED9F-05CF-F04A-FE805CECDEF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0" creationId="{35D5360D-3D1B-52E0-686F-B5C344C04E1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1" creationId="{0663D207-93C0-5C75-D0EC-F9543CB248D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2" creationId="{84F27362-800F-1AA0-7313-D5E0675E5BB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3" creationId="{9F481A83-9745-CEAB-1364-7AFCBF962765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4" creationId="{2BC6C815-59DF-FF6E-816F-12FEE648E52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5" creationId="{68084412-F8BA-B64D-5E34-A204B2BBF8B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6" creationId="{56A16A96-5FE7-FA47-B658-EDB0C24CC62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7" creationId="{061EADAA-2111-82E1-39DD-C169382BABD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8" creationId="{5C05EA98-4713-976B-413F-BA0785F331A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89" creationId="{03B9138C-27E2-9618-B325-278D538CD30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0" creationId="{62403524-EF79-7E3D-1F4C-9ECE49965E7C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1" creationId="{F8432ED2-4C39-E3C1-0729-5113420B583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2" creationId="{3A3D6A2C-4D0E-F60E-E755-B41C0845BCB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3" creationId="{CFCE15B4-24DF-30ED-01CE-A670552F3FC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4" creationId="{01413BF7-0399-9BAB-B10F-31618306625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5" creationId="{578027B3-DFD9-92C0-E114-4BD443327E2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6" creationId="{DD46DE99-BF48-93D4-D79C-B34F7760171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7" creationId="{0D5AFCDE-45EA-6038-EC47-B4FACC68AC99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8" creationId="{A5199AFC-0E47-9F79-996C-64B71879FE4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699" creationId="{5AA3056A-A0FC-6A31-F1BE-49A6744D30A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0" creationId="{3916CB08-46DB-DCD7-9141-A60E627704F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1" creationId="{81FF62FB-C6F4-DD52-1D89-E10014A23C1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2" creationId="{89E3C27C-817F-4E3A-F374-DEBBA66190F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3" creationId="{AB7A6C87-A527-83A9-1832-E8ABFB2B8E4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4" creationId="{C824DE3F-DA2B-6CD2-6223-CE19DB70EF3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5" creationId="{0B0AA5A8-7686-9D7D-EE2E-7D64054D8B2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6" creationId="{BA071C47-6912-552E-0D7A-83D09C3B01F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7" creationId="{4E5D9A67-4A4A-FEB2-40A2-A2AB4831ED6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8" creationId="{A3F07F2D-CFD9-F514-8000-0DAED402125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09" creationId="{8AB57924-1F55-CBF0-F642-84FFE92BF86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0" creationId="{2BDD7FF9-96BF-131B-F3C3-FE1A3B0FF898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1" creationId="{6EADD504-FE63-9270-13EF-67CA9CCD2EFA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2" creationId="{CBE45CA0-BECE-0253-54F0-EFC321524BF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3" creationId="{B1A6C475-13EE-99BD-817F-6350AC166C2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4" creationId="{BDFD49C7-0B0B-2553-0C39-8F032054D117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5" creationId="{4B8D6638-C0E6-0D0F-3E20-2A7F8E1E6A42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6" creationId="{1B347532-23F4-B270-69CB-D3C1F72889E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7" creationId="{554E8C28-5A03-CBB8-4234-13CD791019E4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8" creationId="{32BF7FAF-ACD8-E1E9-0CCD-892653DA49FF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19" creationId="{23A5DC82-4054-4C3B-BFF3-2252357C72BD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20" creationId="{063C84EE-00B9-0256-D290-46877080D133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21" creationId="{8EBBD90C-5EE6-68A8-DE4F-86C010CC3130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33" creationId="{A417257A-6657-9015-A3EB-A9BA58B865FB}"/>
          </ac:spMkLst>
        </pc:spChg>
        <pc:spChg chg="del">
          <ac:chgData name="Samer Mouksassi" userId="c18f5e46-7090-425a-a75d-5998e99a8397" providerId="ADAL" clId="{1565E92F-AD6A-4C74-B615-12B661448640}" dt="2023-07-25T23:59:17.448" v="258" actId="21"/>
          <ac:spMkLst>
            <pc:docMk/>
            <pc:sldMk cId="811928032" sldId="289"/>
            <ac:spMk id="734" creationId="{2A345635-DE54-03F7-8D02-C6A2001EE78F}"/>
          </ac:spMkLst>
        </pc:spChg>
        <pc:grpChg chg="del">
          <ac:chgData name="Samer Mouksassi" userId="c18f5e46-7090-425a-a75d-5998e99a8397" providerId="ADAL" clId="{1565E92F-AD6A-4C74-B615-12B661448640}" dt="2023-07-25T23:59:17.448" v="258" actId="21"/>
          <ac:grpSpMkLst>
            <pc:docMk/>
            <pc:sldMk cId="811928032" sldId="289"/>
            <ac:grpSpMk id="723" creationId="{C78D761F-6621-6F9C-62F7-89187EED638B}"/>
          </ac:grpSpMkLst>
        </pc:grpChg>
        <pc:grpChg chg="del">
          <ac:chgData name="Samer Mouksassi" userId="c18f5e46-7090-425a-a75d-5998e99a8397" providerId="ADAL" clId="{1565E92F-AD6A-4C74-B615-12B661448640}" dt="2023-07-25T23:59:17.448" v="258" actId="21"/>
          <ac:grpSpMkLst>
            <pc:docMk/>
            <pc:sldMk cId="811928032" sldId="289"/>
            <ac:grpSpMk id="728" creationId="{B29C2629-4653-78FD-E9DA-8F0449E63BF6}"/>
          </ac:grpSpMkLst>
        </pc:grpChg>
      </pc:sldChg>
      <pc:sldChg chg="new">
        <pc:chgData name="Samer Mouksassi" userId="c18f5e46-7090-425a-a75d-5998e99a8397" providerId="ADAL" clId="{1565E92F-AD6A-4C74-B615-12B661448640}" dt="2023-07-26T00:08:00.271" v="259" actId="680"/>
        <pc:sldMkLst>
          <pc:docMk/>
          <pc:sldMk cId="748259095" sldId="29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2" y="4544915"/>
            <a:ext cx="15544801" cy="31360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3" y="8290560"/>
            <a:ext cx="12801599" cy="37388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868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73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60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47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34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721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507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94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7" y="9401389"/>
            <a:ext cx="15544801" cy="2905760"/>
          </a:xfrm>
        </p:spPr>
        <p:txBody>
          <a:bodyPr anchor="t"/>
          <a:lstStyle>
            <a:lvl1pPr algn="l">
              <a:defRPr sz="695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7" y="6200993"/>
            <a:ext cx="15544801" cy="3200400"/>
          </a:xfrm>
        </p:spPr>
        <p:txBody>
          <a:bodyPr anchor="b"/>
          <a:lstStyle>
            <a:lvl1pPr marL="0" indent="0">
              <a:buNone/>
              <a:defRPr sz="3476">
                <a:solidFill>
                  <a:schemeClr val="tx1">
                    <a:tint val="75000"/>
                  </a:schemeClr>
                </a:solidFill>
              </a:defRPr>
            </a:lvl1pPr>
            <a:lvl2pPr marL="786836" indent="0">
              <a:buNone/>
              <a:defRPr sz="3160">
                <a:solidFill>
                  <a:schemeClr val="tx1">
                    <a:tint val="75000"/>
                  </a:schemeClr>
                </a:solidFill>
              </a:defRPr>
            </a:lvl2pPr>
            <a:lvl3pPr marL="1573672" indent="0">
              <a:buNone/>
              <a:defRPr sz="2686">
                <a:solidFill>
                  <a:schemeClr val="tx1">
                    <a:tint val="75000"/>
                  </a:schemeClr>
                </a:solidFill>
              </a:defRPr>
            </a:lvl3pPr>
            <a:lvl4pPr marL="2360509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4pPr>
            <a:lvl5pPr marL="3147345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5pPr>
            <a:lvl6pPr marL="3934181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6pPr>
            <a:lvl7pPr marL="4721017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7pPr>
            <a:lvl8pPr marL="5507854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8pPr>
            <a:lvl9pPr marL="6294690" indent="0">
              <a:buNone/>
              <a:defRPr sz="23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6" y="3413767"/>
            <a:ext cx="8762999" cy="9655386"/>
          </a:xfrm>
        </p:spPr>
        <p:txBody>
          <a:bodyPr/>
          <a:lstStyle>
            <a:lvl1pPr>
              <a:defRPr sz="4740"/>
            </a:lvl1pPr>
            <a:lvl2pPr>
              <a:defRPr sz="4108"/>
            </a:lvl2pPr>
            <a:lvl3pPr>
              <a:defRPr sz="3476"/>
            </a:lvl3pPr>
            <a:lvl4pPr>
              <a:defRPr sz="3160"/>
            </a:lvl4pPr>
            <a:lvl5pPr>
              <a:defRPr sz="3160"/>
            </a:lvl5pPr>
            <a:lvl6pPr>
              <a:defRPr sz="3160"/>
            </a:lvl6pPr>
            <a:lvl7pPr>
              <a:defRPr sz="3160"/>
            </a:lvl7pPr>
            <a:lvl8pPr>
              <a:defRPr sz="3160"/>
            </a:lvl8pPr>
            <a:lvl9pPr>
              <a:defRPr sz="3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404" y="3413767"/>
            <a:ext cx="8762999" cy="9655386"/>
          </a:xfrm>
        </p:spPr>
        <p:txBody>
          <a:bodyPr/>
          <a:lstStyle>
            <a:lvl1pPr>
              <a:defRPr sz="4740"/>
            </a:lvl1pPr>
            <a:lvl2pPr>
              <a:defRPr sz="4108"/>
            </a:lvl2pPr>
            <a:lvl3pPr>
              <a:defRPr sz="3476"/>
            </a:lvl3pPr>
            <a:lvl4pPr>
              <a:defRPr sz="3160"/>
            </a:lvl4pPr>
            <a:lvl5pPr>
              <a:defRPr sz="3160"/>
            </a:lvl5pPr>
            <a:lvl6pPr>
              <a:defRPr sz="3160"/>
            </a:lvl6pPr>
            <a:lvl7pPr>
              <a:defRPr sz="3160"/>
            </a:lvl7pPr>
            <a:lvl8pPr>
              <a:defRPr sz="3160"/>
            </a:lvl8pPr>
            <a:lvl9pPr>
              <a:defRPr sz="3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2" y="585897"/>
            <a:ext cx="16459201" cy="2438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2" y="3274912"/>
            <a:ext cx="8080376" cy="1364825"/>
          </a:xfrm>
        </p:spPr>
        <p:txBody>
          <a:bodyPr anchor="b"/>
          <a:lstStyle>
            <a:lvl1pPr marL="0" indent="0">
              <a:buNone/>
              <a:defRPr sz="4108" b="1"/>
            </a:lvl1pPr>
            <a:lvl2pPr marL="786836" indent="0">
              <a:buNone/>
              <a:defRPr sz="3476" b="1"/>
            </a:lvl2pPr>
            <a:lvl3pPr marL="1573672" indent="0">
              <a:buNone/>
              <a:defRPr sz="3160" b="1"/>
            </a:lvl3pPr>
            <a:lvl4pPr marL="2360509" indent="0">
              <a:buNone/>
              <a:defRPr sz="2686" b="1"/>
            </a:lvl4pPr>
            <a:lvl5pPr marL="3147345" indent="0">
              <a:buNone/>
              <a:defRPr sz="2686" b="1"/>
            </a:lvl5pPr>
            <a:lvl6pPr marL="3934181" indent="0">
              <a:buNone/>
              <a:defRPr sz="2686" b="1"/>
            </a:lvl6pPr>
            <a:lvl7pPr marL="4721017" indent="0">
              <a:buNone/>
              <a:defRPr sz="2686" b="1"/>
            </a:lvl7pPr>
            <a:lvl8pPr marL="5507854" indent="0">
              <a:buNone/>
              <a:defRPr sz="2686" b="1"/>
            </a:lvl8pPr>
            <a:lvl9pPr marL="6294690" indent="0">
              <a:buNone/>
              <a:defRPr sz="26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2" y="4639736"/>
            <a:ext cx="8080376" cy="8429415"/>
          </a:xfrm>
        </p:spPr>
        <p:txBody>
          <a:bodyPr/>
          <a:lstStyle>
            <a:lvl1pPr>
              <a:defRPr sz="4108"/>
            </a:lvl1pPr>
            <a:lvl2pPr>
              <a:defRPr sz="3476"/>
            </a:lvl2pPr>
            <a:lvl3pPr>
              <a:defRPr sz="3160"/>
            </a:lvl3pPr>
            <a:lvl4pPr>
              <a:defRPr sz="2686"/>
            </a:lvl4pPr>
            <a:lvl5pPr>
              <a:defRPr sz="2686"/>
            </a:lvl5pPr>
            <a:lvl6pPr>
              <a:defRPr sz="2686"/>
            </a:lvl6pPr>
            <a:lvl7pPr>
              <a:defRPr sz="2686"/>
            </a:lvl7pPr>
            <a:lvl8pPr>
              <a:defRPr sz="2686"/>
            </a:lvl8pPr>
            <a:lvl9pPr>
              <a:defRPr sz="26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2" y="3274912"/>
            <a:ext cx="8083552" cy="1364825"/>
          </a:xfrm>
        </p:spPr>
        <p:txBody>
          <a:bodyPr anchor="b"/>
          <a:lstStyle>
            <a:lvl1pPr marL="0" indent="0">
              <a:buNone/>
              <a:defRPr sz="4108" b="1"/>
            </a:lvl1pPr>
            <a:lvl2pPr marL="786836" indent="0">
              <a:buNone/>
              <a:defRPr sz="3476" b="1"/>
            </a:lvl2pPr>
            <a:lvl3pPr marL="1573672" indent="0">
              <a:buNone/>
              <a:defRPr sz="3160" b="1"/>
            </a:lvl3pPr>
            <a:lvl4pPr marL="2360509" indent="0">
              <a:buNone/>
              <a:defRPr sz="2686" b="1"/>
            </a:lvl4pPr>
            <a:lvl5pPr marL="3147345" indent="0">
              <a:buNone/>
              <a:defRPr sz="2686" b="1"/>
            </a:lvl5pPr>
            <a:lvl6pPr marL="3934181" indent="0">
              <a:buNone/>
              <a:defRPr sz="2686" b="1"/>
            </a:lvl6pPr>
            <a:lvl7pPr marL="4721017" indent="0">
              <a:buNone/>
              <a:defRPr sz="2686" b="1"/>
            </a:lvl7pPr>
            <a:lvl8pPr marL="5507854" indent="0">
              <a:buNone/>
              <a:defRPr sz="2686" b="1"/>
            </a:lvl8pPr>
            <a:lvl9pPr marL="6294690" indent="0">
              <a:buNone/>
              <a:defRPr sz="26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2" y="4639736"/>
            <a:ext cx="8083552" cy="8429415"/>
          </a:xfrm>
        </p:spPr>
        <p:txBody>
          <a:bodyPr/>
          <a:lstStyle>
            <a:lvl1pPr>
              <a:defRPr sz="4108"/>
            </a:lvl1pPr>
            <a:lvl2pPr>
              <a:defRPr sz="3476"/>
            </a:lvl2pPr>
            <a:lvl3pPr>
              <a:defRPr sz="3160"/>
            </a:lvl3pPr>
            <a:lvl4pPr>
              <a:defRPr sz="2686"/>
            </a:lvl4pPr>
            <a:lvl5pPr>
              <a:defRPr sz="2686"/>
            </a:lvl5pPr>
            <a:lvl6pPr>
              <a:defRPr sz="2686"/>
            </a:lvl6pPr>
            <a:lvl7pPr>
              <a:defRPr sz="2686"/>
            </a:lvl7pPr>
            <a:lvl8pPr>
              <a:defRPr sz="2686"/>
            </a:lvl8pPr>
            <a:lvl9pPr>
              <a:defRPr sz="26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3" y="582509"/>
            <a:ext cx="6016625" cy="2479041"/>
          </a:xfrm>
        </p:spPr>
        <p:txBody>
          <a:bodyPr anchor="b"/>
          <a:lstStyle>
            <a:lvl1pPr algn="l">
              <a:defRPr sz="3476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4" y="582515"/>
            <a:ext cx="10223498" cy="12486641"/>
          </a:xfrm>
        </p:spPr>
        <p:txBody>
          <a:bodyPr/>
          <a:lstStyle>
            <a:lvl1pPr>
              <a:defRPr sz="5530"/>
            </a:lvl1pPr>
            <a:lvl2pPr>
              <a:defRPr sz="4740"/>
            </a:lvl2pPr>
            <a:lvl3pPr>
              <a:defRPr sz="4108"/>
            </a:lvl3pPr>
            <a:lvl4pPr>
              <a:defRPr sz="3476"/>
            </a:lvl4pPr>
            <a:lvl5pPr>
              <a:defRPr sz="3476"/>
            </a:lvl5pPr>
            <a:lvl6pPr>
              <a:defRPr sz="3476"/>
            </a:lvl6pPr>
            <a:lvl7pPr>
              <a:defRPr sz="3476"/>
            </a:lvl7pPr>
            <a:lvl8pPr>
              <a:defRPr sz="3476"/>
            </a:lvl8pPr>
            <a:lvl9pPr>
              <a:defRPr sz="34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3" y="3061550"/>
            <a:ext cx="6016625" cy="10007601"/>
          </a:xfrm>
        </p:spPr>
        <p:txBody>
          <a:bodyPr/>
          <a:lstStyle>
            <a:lvl1pPr marL="0" indent="0">
              <a:buNone/>
              <a:defRPr sz="2370"/>
            </a:lvl1pPr>
            <a:lvl2pPr marL="786836" indent="0">
              <a:buNone/>
              <a:defRPr sz="2054"/>
            </a:lvl2pPr>
            <a:lvl3pPr marL="1573672" indent="0">
              <a:buNone/>
              <a:defRPr sz="1738"/>
            </a:lvl3pPr>
            <a:lvl4pPr marL="2360509" indent="0">
              <a:buNone/>
              <a:defRPr sz="1580"/>
            </a:lvl4pPr>
            <a:lvl5pPr marL="3147345" indent="0">
              <a:buNone/>
              <a:defRPr sz="1580"/>
            </a:lvl5pPr>
            <a:lvl6pPr marL="3934181" indent="0">
              <a:buNone/>
              <a:defRPr sz="1580"/>
            </a:lvl6pPr>
            <a:lvl7pPr marL="4721017" indent="0">
              <a:buNone/>
              <a:defRPr sz="1580"/>
            </a:lvl7pPr>
            <a:lvl8pPr marL="5507854" indent="0">
              <a:buNone/>
              <a:defRPr sz="1580"/>
            </a:lvl8pPr>
            <a:lvl9pPr marL="6294690" indent="0">
              <a:buNone/>
              <a:defRPr sz="15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10241281"/>
            <a:ext cx="10972800" cy="1209041"/>
          </a:xfrm>
        </p:spPr>
        <p:txBody>
          <a:bodyPr anchor="b"/>
          <a:lstStyle>
            <a:lvl1pPr algn="l">
              <a:defRPr sz="3476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307254"/>
            <a:ext cx="10972800" cy="8778240"/>
          </a:xfrm>
        </p:spPr>
        <p:txBody>
          <a:bodyPr/>
          <a:lstStyle>
            <a:lvl1pPr marL="0" indent="0">
              <a:buNone/>
              <a:defRPr sz="5530"/>
            </a:lvl1pPr>
            <a:lvl2pPr marL="786836" indent="0">
              <a:buNone/>
              <a:defRPr sz="4740"/>
            </a:lvl2pPr>
            <a:lvl3pPr marL="1573672" indent="0">
              <a:buNone/>
              <a:defRPr sz="4108"/>
            </a:lvl3pPr>
            <a:lvl4pPr marL="2360509" indent="0">
              <a:buNone/>
              <a:defRPr sz="3476"/>
            </a:lvl4pPr>
            <a:lvl5pPr marL="3147345" indent="0">
              <a:buNone/>
              <a:defRPr sz="3476"/>
            </a:lvl5pPr>
            <a:lvl6pPr marL="3934181" indent="0">
              <a:buNone/>
              <a:defRPr sz="3476"/>
            </a:lvl6pPr>
            <a:lvl7pPr marL="4721017" indent="0">
              <a:buNone/>
              <a:defRPr sz="3476"/>
            </a:lvl7pPr>
            <a:lvl8pPr marL="5507854" indent="0">
              <a:buNone/>
              <a:defRPr sz="3476"/>
            </a:lvl8pPr>
            <a:lvl9pPr marL="6294690" indent="0">
              <a:buNone/>
              <a:defRPr sz="3476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1450322"/>
            <a:ext cx="10972800" cy="1717039"/>
          </a:xfrm>
        </p:spPr>
        <p:txBody>
          <a:bodyPr/>
          <a:lstStyle>
            <a:lvl1pPr marL="0" indent="0">
              <a:buNone/>
              <a:defRPr sz="2370"/>
            </a:lvl1pPr>
            <a:lvl2pPr marL="786836" indent="0">
              <a:buNone/>
              <a:defRPr sz="2054"/>
            </a:lvl2pPr>
            <a:lvl3pPr marL="1573672" indent="0">
              <a:buNone/>
              <a:defRPr sz="1738"/>
            </a:lvl3pPr>
            <a:lvl4pPr marL="2360509" indent="0">
              <a:buNone/>
              <a:defRPr sz="1580"/>
            </a:lvl4pPr>
            <a:lvl5pPr marL="3147345" indent="0">
              <a:buNone/>
              <a:defRPr sz="1580"/>
            </a:lvl5pPr>
            <a:lvl6pPr marL="3934181" indent="0">
              <a:buNone/>
              <a:defRPr sz="1580"/>
            </a:lvl6pPr>
            <a:lvl7pPr marL="4721017" indent="0">
              <a:buNone/>
              <a:defRPr sz="1580"/>
            </a:lvl7pPr>
            <a:lvl8pPr marL="5507854" indent="0">
              <a:buNone/>
              <a:defRPr sz="1580"/>
            </a:lvl8pPr>
            <a:lvl9pPr marL="6294690" indent="0">
              <a:buNone/>
              <a:defRPr sz="15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63701" y="585900"/>
            <a:ext cx="4457701" cy="124832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585900"/>
            <a:ext cx="13068302" cy="124832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2" y="585897"/>
            <a:ext cx="16459201" cy="2438400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2" y="3413767"/>
            <a:ext cx="16459201" cy="9655386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1" y="13560218"/>
            <a:ext cx="4267200" cy="778934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20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26/07/2023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2" y="13560218"/>
            <a:ext cx="5791201" cy="778934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20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3560218"/>
            <a:ext cx="4267200" cy="778934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20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573672" rtl="0" eaLnBrk="1" latinLnBrk="0" hangingPunct="1">
        <a:spcBef>
          <a:spcPct val="0"/>
        </a:spcBef>
        <a:buNone/>
        <a:defRPr sz="75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90128" indent="-590128" algn="l" defTabSz="1573672" rtl="0" eaLnBrk="1" latinLnBrk="0" hangingPunct="1">
        <a:spcBef>
          <a:spcPct val="20000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1pPr>
      <a:lvl2pPr marL="1278609" indent="-491773" algn="l" defTabSz="1573672" rtl="0" eaLnBrk="1" latinLnBrk="0" hangingPunct="1">
        <a:spcBef>
          <a:spcPct val="20000"/>
        </a:spcBef>
        <a:buFont typeface="Arial" panose="020B0604020202020204" pitchFamily="34" charset="0"/>
        <a:buChar char="–"/>
        <a:defRPr sz="4740" kern="1200">
          <a:solidFill>
            <a:schemeClr val="tx1"/>
          </a:solidFill>
          <a:latin typeface="+mn-lt"/>
          <a:ea typeface="+mn-ea"/>
          <a:cs typeface="+mn-cs"/>
        </a:defRPr>
      </a:lvl2pPr>
      <a:lvl3pPr marL="1967091" indent="-393418" algn="l" defTabSz="1573672" rtl="0" eaLnBrk="1" latinLnBrk="0" hangingPunct="1">
        <a:spcBef>
          <a:spcPct val="20000"/>
        </a:spcBef>
        <a:buFont typeface="Arial" panose="020B0604020202020204" pitchFamily="34" charset="0"/>
        <a:buChar char="•"/>
        <a:defRPr sz="4108" kern="1200">
          <a:solidFill>
            <a:schemeClr val="tx1"/>
          </a:solidFill>
          <a:latin typeface="+mn-lt"/>
          <a:ea typeface="+mn-ea"/>
          <a:cs typeface="+mn-cs"/>
        </a:defRPr>
      </a:lvl3pPr>
      <a:lvl4pPr marL="2753927" indent="-393418" algn="l" defTabSz="1573672" rtl="0" eaLnBrk="1" latinLnBrk="0" hangingPunct="1">
        <a:spcBef>
          <a:spcPct val="20000"/>
        </a:spcBef>
        <a:buFont typeface="Arial" panose="020B0604020202020204" pitchFamily="34" charset="0"/>
        <a:buChar char="–"/>
        <a:defRPr sz="3476" kern="1200">
          <a:solidFill>
            <a:schemeClr val="tx1"/>
          </a:solidFill>
          <a:latin typeface="+mn-lt"/>
          <a:ea typeface="+mn-ea"/>
          <a:cs typeface="+mn-cs"/>
        </a:defRPr>
      </a:lvl4pPr>
      <a:lvl5pPr marL="3540763" indent="-393418" algn="l" defTabSz="1573672" rtl="0" eaLnBrk="1" latinLnBrk="0" hangingPunct="1">
        <a:spcBef>
          <a:spcPct val="20000"/>
        </a:spcBef>
        <a:buFont typeface="Arial" panose="020B0604020202020204" pitchFamily="34" charset="0"/>
        <a:buChar char="»"/>
        <a:defRPr sz="3476" kern="1200">
          <a:solidFill>
            <a:schemeClr val="tx1"/>
          </a:solidFill>
          <a:latin typeface="+mn-lt"/>
          <a:ea typeface="+mn-ea"/>
          <a:cs typeface="+mn-cs"/>
        </a:defRPr>
      </a:lvl5pPr>
      <a:lvl6pPr marL="4327599" indent="-393418" algn="l" defTabSz="1573672" rtl="0" eaLnBrk="1" latinLnBrk="0" hangingPunct="1">
        <a:spcBef>
          <a:spcPct val="20000"/>
        </a:spcBef>
        <a:buFont typeface="Arial" panose="020B0604020202020204" pitchFamily="34" charset="0"/>
        <a:buChar char="•"/>
        <a:defRPr sz="3476" kern="1200">
          <a:solidFill>
            <a:schemeClr val="tx1"/>
          </a:solidFill>
          <a:latin typeface="+mn-lt"/>
          <a:ea typeface="+mn-ea"/>
          <a:cs typeface="+mn-cs"/>
        </a:defRPr>
      </a:lvl6pPr>
      <a:lvl7pPr marL="5114436" indent="-393418" algn="l" defTabSz="1573672" rtl="0" eaLnBrk="1" latinLnBrk="0" hangingPunct="1">
        <a:spcBef>
          <a:spcPct val="20000"/>
        </a:spcBef>
        <a:buFont typeface="Arial" panose="020B0604020202020204" pitchFamily="34" charset="0"/>
        <a:buChar char="•"/>
        <a:defRPr sz="3476" kern="1200">
          <a:solidFill>
            <a:schemeClr val="tx1"/>
          </a:solidFill>
          <a:latin typeface="+mn-lt"/>
          <a:ea typeface="+mn-ea"/>
          <a:cs typeface="+mn-cs"/>
        </a:defRPr>
      </a:lvl7pPr>
      <a:lvl8pPr marL="5901272" indent="-393418" algn="l" defTabSz="1573672" rtl="0" eaLnBrk="1" latinLnBrk="0" hangingPunct="1">
        <a:spcBef>
          <a:spcPct val="20000"/>
        </a:spcBef>
        <a:buFont typeface="Arial" panose="020B0604020202020204" pitchFamily="34" charset="0"/>
        <a:buChar char="•"/>
        <a:defRPr sz="3476" kern="1200">
          <a:solidFill>
            <a:schemeClr val="tx1"/>
          </a:solidFill>
          <a:latin typeface="+mn-lt"/>
          <a:ea typeface="+mn-ea"/>
          <a:cs typeface="+mn-cs"/>
        </a:defRPr>
      </a:lvl8pPr>
      <a:lvl9pPr marL="6688108" indent="-393418" algn="l" defTabSz="1573672" rtl="0" eaLnBrk="1" latinLnBrk="0" hangingPunct="1">
        <a:spcBef>
          <a:spcPct val="20000"/>
        </a:spcBef>
        <a:buFont typeface="Arial" panose="020B0604020202020204" pitchFamily="34" charset="0"/>
        <a:buChar char="•"/>
        <a:defRPr sz="34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1pPr>
      <a:lvl2pPr marL="786836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2pPr>
      <a:lvl3pPr marL="1573672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3pPr>
      <a:lvl4pPr marL="2360509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4pPr>
      <a:lvl5pPr marL="3147345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5pPr>
      <a:lvl6pPr marL="3934181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6pPr>
      <a:lvl7pPr marL="4721017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7pPr>
      <a:lvl8pPr marL="5507854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8pPr>
      <a:lvl9pPr marL="6294690" algn="l" defTabSz="1573672" rtl="0" eaLnBrk="1" latinLnBrk="0" hangingPunct="1">
        <a:defRPr sz="3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4"/>
          <p:cNvSpPr/>
          <p:nvPr/>
        </p:nvSpPr>
        <p:spPr>
          <a:xfrm>
            <a:off x="160666" y="5444591"/>
            <a:ext cx="1409997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azithromycin</a:t>
            </a:r>
          </a:p>
        </p:txBody>
      </p:sp>
      <p:sp>
        <p:nvSpPr>
          <p:cNvPr id="5" name="tx5"/>
          <p:cNvSpPr/>
          <p:nvPr/>
        </p:nvSpPr>
        <p:spPr>
          <a:xfrm>
            <a:off x="1082326" y="5287321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7" name="tx7"/>
          <p:cNvSpPr/>
          <p:nvPr/>
        </p:nvSpPr>
        <p:spPr>
          <a:xfrm>
            <a:off x="1450043" y="4880640"/>
            <a:ext cx="825661" cy="16932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Studies</a:t>
            </a:r>
          </a:p>
        </p:txBody>
      </p:sp>
      <p:sp>
        <p:nvSpPr>
          <p:cNvPr id="8" name="tx8"/>
          <p:cNvSpPr/>
          <p:nvPr/>
        </p:nvSpPr>
        <p:spPr>
          <a:xfrm>
            <a:off x="1793054" y="5175636"/>
            <a:ext cx="139637" cy="12122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9" name="tx9"/>
          <p:cNvSpPr/>
          <p:nvPr/>
        </p:nvSpPr>
        <p:spPr>
          <a:xfrm>
            <a:off x="2312236" y="4759583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12" name="tx12"/>
          <p:cNvSpPr/>
          <p:nvPr/>
        </p:nvSpPr>
        <p:spPr>
          <a:xfrm>
            <a:off x="3542146" y="5054468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14" name="tx14"/>
          <p:cNvSpPr/>
          <p:nvPr/>
        </p:nvSpPr>
        <p:spPr>
          <a:xfrm>
            <a:off x="4260018" y="4883654"/>
            <a:ext cx="1181286" cy="166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Treatment:</a:t>
            </a:r>
          </a:p>
        </p:txBody>
      </p:sp>
      <p:sp>
        <p:nvSpPr>
          <p:cNvPr id="15" name="tx15"/>
          <p:cNvSpPr/>
          <p:nvPr/>
        </p:nvSpPr>
        <p:spPr>
          <a:xfrm>
            <a:off x="4666543" y="5127640"/>
            <a:ext cx="368237" cy="1692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N/n</a:t>
            </a:r>
          </a:p>
        </p:txBody>
      </p:sp>
      <p:sp>
        <p:nvSpPr>
          <p:cNvPr id="16" name="tx16"/>
          <p:cNvSpPr/>
          <p:nvPr/>
        </p:nvSpPr>
        <p:spPr>
          <a:xfrm>
            <a:off x="5826938" y="4759583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18" name="tx18"/>
          <p:cNvSpPr/>
          <p:nvPr/>
        </p:nvSpPr>
        <p:spPr>
          <a:xfrm>
            <a:off x="6692146" y="4880752"/>
            <a:ext cx="888727" cy="1692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Control:</a:t>
            </a:r>
          </a:p>
        </p:txBody>
      </p:sp>
      <p:sp>
        <p:nvSpPr>
          <p:cNvPr id="19" name="tx19"/>
          <p:cNvSpPr/>
          <p:nvPr/>
        </p:nvSpPr>
        <p:spPr>
          <a:xfrm>
            <a:off x="6952390" y="5127640"/>
            <a:ext cx="368237" cy="1692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N/n</a:t>
            </a:r>
          </a:p>
        </p:txBody>
      </p:sp>
      <p:sp>
        <p:nvSpPr>
          <p:cNvPr id="20" name="tx20"/>
          <p:cNvSpPr/>
          <p:nvPr/>
        </p:nvSpPr>
        <p:spPr>
          <a:xfrm>
            <a:off x="8112785" y="4759583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22" name="tx22"/>
          <p:cNvSpPr/>
          <p:nvPr/>
        </p:nvSpPr>
        <p:spPr>
          <a:xfrm>
            <a:off x="11502474" y="5049968"/>
            <a:ext cx="63512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23" name="tx23"/>
          <p:cNvSpPr/>
          <p:nvPr/>
        </p:nvSpPr>
        <p:spPr>
          <a:xfrm>
            <a:off x="10702937" y="4991151"/>
            <a:ext cx="1524632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Meta Analysis</a:t>
            </a:r>
          </a:p>
        </p:txBody>
      </p:sp>
      <p:sp>
        <p:nvSpPr>
          <p:cNvPr id="24" name="tx24"/>
          <p:cNvSpPr/>
          <p:nvPr/>
        </p:nvSpPr>
        <p:spPr>
          <a:xfrm>
            <a:off x="14618158" y="4759583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26" name="tx26"/>
          <p:cNvSpPr/>
          <p:nvPr/>
        </p:nvSpPr>
        <p:spPr>
          <a:xfrm>
            <a:off x="14877664" y="4963110"/>
            <a:ext cx="2045456" cy="21252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Estimates [95% CI]</a:t>
            </a:r>
          </a:p>
        </p:txBody>
      </p:sp>
      <p:sp>
        <p:nvSpPr>
          <p:cNvPr id="27" name="tx27"/>
          <p:cNvSpPr/>
          <p:nvPr/>
        </p:nvSpPr>
        <p:spPr>
          <a:xfrm>
            <a:off x="16908229" y="4957581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29" name="tx29"/>
          <p:cNvSpPr/>
          <p:nvPr/>
        </p:nvSpPr>
        <p:spPr>
          <a:xfrm>
            <a:off x="17289669" y="4955099"/>
            <a:ext cx="800323" cy="2087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p-value</a:t>
            </a:r>
          </a:p>
        </p:txBody>
      </p:sp>
      <p:sp>
        <p:nvSpPr>
          <p:cNvPr id="30" name="tx30"/>
          <p:cNvSpPr/>
          <p:nvPr/>
        </p:nvSpPr>
        <p:spPr>
          <a:xfrm>
            <a:off x="18139195" y="4961376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31" name="rc31"/>
          <p:cNvSpPr/>
          <p:nvPr/>
        </p:nvSpPr>
        <p:spPr>
          <a:xfrm>
            <a:off x="104995" y="573496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32" name="tx32"/>
          <p:cNvSpPr/>
          <p:nvPr/>
        </p:nvSpPr>
        <p:spPr>
          <a:xfrm>
            <a:off x="192989" y="5759971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33" name="tx33"/>
          <p:cNvSpPr/>
          <p:nvPr/>
        </p:nvSpPr>
        <p:spPr>
          <a:xfrm>
            <a:off x="349563" y="5759971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34" name="tx34"/>
          <p:cNvSpPr/>
          <p:nvPr/>
        </p:nvSpPr>
        <p:spPr>
          <a:xfrm>
            <a:off x="554197" y="5754677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35" name="tx35"/>
          <p:cNvSpPr/>
          <p:nvPr/>
        </p:nvSpPr>
        <p:spPr>
          <a:xfrm>
            <a:off x="192989" y="6046693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36" name="tx36"/>
          <p:cNvSpPr/>
          <p:nvPr/>
        </p:nvSpPr>
        <p:spPr>
          <a:xfrm>
            <a:off x="349563" y="6041399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37" name="tx37"/>
          <p:cNvSpPr/>
          <p:nvPr/>
        </p:nvSpPr>
        <p:spPr>
          <a:xfrm>
            <a:off x="506135" y="6046693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38" name="rc38"/>
          <p:cNvSpPr/>
          <p:nvPr/>
        </p:nvSpPr>
        <p:spPr>
          <a:xfrm>
            <a:off x="104995" y="6617379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39" name="tx39"/>
          <p:cNvSpPr/>
          <p:nvPr/>
        </p:nvSpPr>
        <p:spPr>
          <a:xfrm>
            <a:off x="192989" y="6642386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40" name="tx40"/>
          <p:cNvSpPr/>
          <p:nvPr/>
        </p:nvSpPr>
        <p:spPr>
          <a:xfrm>
            <a:off x="349563" y="6642386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41" name="tx41"/>
          <p:cNvSpPr/>
          <p:nvPr/>
        </p:nvSpPr>
        <p:spPr>
          <a:xfrm>
            <a:off x="554197" y="6637092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42" name="tx42"/>
          <p:cNvSpPr/>
          <p:nvPr/>
        </p:nvSpPr>
        <p:spPr>
          <a:xfrm>
            <a:off x="192989" y="6929108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43" name="tx43"/>
          <p:cNvSpPr/>
          <p:nvPr/>
        </p:nvSpPr>
        <p:spPr>
          <a:xfrm>
            <a:off x="349563" y="6923814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44" name="tx44"/>
          <p:cNvSpPr/>
          <p:nvPr/>
        </p:nvSpPr>
        <p:spPr>
          <a:xfrm>
            <a:off x="506135" y="6929108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45" name="rc45"/>
          <p:cNvSpPr/>
          <p:nvPr/>
        </p:nvSpPr>
        <p:spPr>
          <a:xfrm>
            <a:off x="104995" y="749979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46" name="tx46"/>
          <p:cNvSpPr/>
          <p:nvPr/>
        </p:nvSpPr>
        <p:spPr>
          <a:xfrm>
            <a:off x="192989" y="7811523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47" name="tx47"/>
          <p:cNvSpPr/>
          <p:nvPr/>
        </p:nvSpPr>
        <p:spPr>
          <a:xfrm>
            <a:off x="349563" y="7806229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48" name="tx48"/>
          <p:cNvSpPr/>
          <p:nvPr/>
        </p:nvSpPr>
        <p:spPr>
          <a:xfrm>
            <a:off x="506135" y="7811523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49" name="tx49"/>
          <p:cNvSpPr/>
          <p:nvPr/>
        </p:nvSpPr>
        <p:spPr>
          <a:xfrm>
            <a:off x="192989" y="7524801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50" name="tx50"/>
          <p:cNvSpPr/>
          <p:nvPr/>
        </p:nvSpPr>
        <p:spPr>
          <a:xfrm>
            <a:off x="349563" y="7524801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51" name="tx51"/>
          <p:cNvSpPr/>
          <p:nvPr/>
        </p:nvSpPr>
        <p:spPr>
          <a:xfrm>
            <a:off x="554197" y="7519507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52" name="rc52"/>
          <p:cNvSpPr/>
          <p:nvPr/>
        </p:nvSpPr>
        <p:spPr>
          <a:xfrm>
            <a:off x="104995" y="838220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53" name="tx53"/>
          <p:cNvSpPr/>
          <p:nvPr/>
        </p:nvSpPr>
        <p:spPr>
          <a:xfrm>
            <a:off x="192989" y="8693938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54" name="tx54"/>
          <p:cNvSpPr/>
          <p:nvPr/>
        </p:nvSpPr>
        <p:spPr>
          <a:xfrm>
            <a:off x="349563" y="8688643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55" name="tx55"/>
          <p:cNvSpPr/>
          <p:nvPr/>
        </p:nvSpPr>
        <p:spPr>
          <a:xfrm>
            <a:off x="506135" y="8693938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56" name="tx56"/>
          <p:cNvSpPr/>
          <p:nvPr/>
        </p:nvSpPr>
        <p:spPr>
          <a:xfrm>
            <a:off x="192989" y="8407216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57" name="tx57"/>
          <p:cNvSpPr/>
          <p:nvPr/>
        </p:nvSpPr>
        <p:spPr>
          <a:xfrm>
            <a:off x="349563" y="8407216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58" name="tx58"/>
          <p:cNvSpPr/>
          <p:nvPr/>
        </p:nvSpPr>
        <p:spPr>
          <a:xfrm>
            <a:off x="554197" y="8401921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59" name="rc59"/>
          <p:cNvSpPr/>
          <p:nvPr/>
        </p:nvSpPr>
        <p:spPr>
          <a:xfrm>
            <a:off x="104995" y="926462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60" name="tx60"/>
          <p:cNvSpPr/>
          <p:nvPr/>
        </p:nvSpPr>
        <p:spPr>
          <a:xfrm>
            <a:off x="192989" y="9289631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61" name="tx61"/>
          <p:cNvSpPr/>
          <p:nvPr/>
        </p:nvSpPr>
        <p:spPr>
          <a:xfrm>
            <a:off x="349563" y="9289631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62" name="tx62"/>
          <p:cNvSpPr/>
          <p:nvPr/>
        </p:nvSpPr>
        <p:spPr>
          <a:xfrm>
            <a:off x="554197" y="9284336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63" name="tx63"/>
          <p:cNvSpPr/>
          <p:nvPr/>
        </p:nvSpPr>
        <p:spPr>
          <a:xfrm>
            <a:off x="192989" y="9576352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64" name="tx64"/>
          <p:cNvSpPr/>
          <p:nvPr/>
        </p:nvSpPr>
        <p:spPr>
          <a:xfrm>
            <a:off x="349563" y="9571058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65" name="tx65"/>
          <p:cNvSpPr/>
          <p:nvPr/>
        </p:nvSpPr>
        <p:spPr>
          <a:xfrm>
            <a:off x="506135" y="9576352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66" name="rc66"/>
          <p:cNvSpPr/>
          <p:nvPr/>
        </p:nvSpPr>
        <p:spPr>
          <a:xfrm>
            <a:off x="104995" y="1014703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67" name="tx67"/>
          <p:cNvSpPr/>
          <p:nvPr/>
        </p:nvSpPr>
        <p:spPr>
          <a:xfrm>
            <a:off x="192989" y="10458767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68" name="tx68"/>
          <p:cNvSpPr/>
          <p:nvPr/>
        </p:nvSpPr>
        <p:spPr>
          <a:xfrm>
            <a:off x="349563" y="10453473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69" name="tx69"/>
          <p:cNvSpPr/>
          <p:nvPr/>
        </p:nvSpPr>
        <p:spPr>
          <a:xfrm>
            <a:off x="506135" y="10458767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70" name="tx70"/>
          <p:cNvSpPr/>
          <p:nvPr/>
        </p:nvSpPr>
        <p:spPr>
          <a:xfrm>
            <a:off x="192989" y="10172045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71" name="tx71"/>
          <p:cNvSpPr/>
          <p:nvPr/>
        </p:nvSpPr>
        <p:spPr>
          <a:xfrm>
            <a:off x="349563" y="10172045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72" name="tx72"/>
          <p:cNvSpPr/>
          <p:nvPr/>
        </p:nvSpPr>
        <p:spPr>
          <a:xfrm>
            <a:off x="554197" y="10166751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73" name="rc73"/>
          <p:cNvSpPr/>
          <p:nvPr/>
        </p:nvSpPr>
        <p:spPr>
          <a:xfrm>
            <a:off x="104995" y="1102945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74" name="tx74"/>
          <p:cNvSpPr/>
          <p:nvPr/>
        </p:nvSpPr>
        <p:spPr>
          <a:xfrm>
            <a:off x="192989" y="11341182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75" name="tx75"/>
          <p:cNvSpPr/>
          <p:nvPr/>
        </p:nvSpPr>
        <p:spPr>
          <a:xfrm>
            <a:off x="349563" y="11335888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76" name="tx76"/>
          <p:cNvSpPr/>
          <p:nvPr/>
        </p:nvSpPr>
        <p:spPr>
          <a:xfrm>
            <a:off x="506135" y="11341182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77" name="tx77"/>
          <p:cNvSpPr/>
          <p:nvPr/>
        </p:nvSpPr>
        <p:spPr>
          <a:xfrm>
            <a:off x="192989" y="11054460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78" name="tx78"/>
          <p:cNvSpPr/>
          <p:nvPr/>
        </p:nvSpPr>
        <p:spPr>
          <a:xfrm>
            <a:off x="349563" y="11054460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79" name="tx79"/>
          <p:cNvSpPr/>
          <p:nvPr/>
        </p:nvSpPr>
        <p:spPr>
          <a:xfrm>
            <a:off x="554197" y="11049166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80" name="rc80"/>
          <p:cNvSpPr/>
          <p:nvPr/>
        </p:nvSpPr>
        <p:spPr>
          <a:xfrm>
            <a:off x="104995" y="1191186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81" name="tx81"/>
          <p:cNvSpPr/>
          <p:nvPr/>
        </p:nvSpPr>
        <p:spPr>
          <a:xfrm>
            <a:off x="192989" y="12223597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82" name="tx82"/>
          <p:cNvSpPr/>
          <p:nvPr/>
        </p:nvSpPr>
        <p:spPr>
          <a:xfrm>
            <a:off x="349563" y="12218303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83" name="tx83"/>
          <p:cNvSpPr/>
          <p:nvPr/>
        </p:nvSpPr>
        <p:spPr>
          <a:xfrm>
            <a:off x="506135" y="12223597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84" name="tx84"/>
          <p:cNvSpPr/>
          <p:nvPr/>
        </p:nvSpPr>
        <p:spPr>
          <a:xfrm>
            <a:off x="192989" y="11936875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85" name="tx85"/>
          <p:cNvSpPr/>
          <p:nvPr/>
        </p:nvSpPr>
        <p:spPr>
          <a:xfrm>
            <a:off x="349563" y="11936875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86" name="tx86"/>
          <p:cNvSpPr/>
          <p:nvPr/>
        </p:nvSpPr>
        <p:spPr>
          <a:xfrm>
            <a:off x="554197" y="11931581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87" name="rc87"/>
          <p:cNvSpPr/>
          <p:nvPr/>
        </p:nvSpPr>
        <p:spPr>
          <a:xfrm>
            <a:off x="104995" y="1279428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/>
          </a:p>
        </p:txBody>
      </p:sp>
      <p:sp>
        <p:nvSpPr>
          <p:cNvPr id="88" name="tx88"/>
          <p:cNvSpPr/>
          <p:nvPr/>
        </p:nvSpPr>
        <p:spPr>
          <a:xfrm>
            <a:off x="192989" y="13106012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89" name="tx89"/>
          <p:cNvSpPr/>
          <p:nvPr/>
        </p:nvSpPr>
        <p:spPr>
          <a:xfrm>
            <a:off x="349563" y="13100718"/>
            <a:ext cx="156573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</a:t>
            </a:r>
          </a:p>
        </p:txBody>
      </p:sp>
      <p:sp>
        <p:nvSpPr>
          <p:cNvPr id="90" name="tx90"/>
          <p:cNvSpPr/>
          <p:nvPr/>
        </p:nvSpPr>
        <p:spPr>
          <a:xfrm>
            <a:off x="506135" y="13106012"/>
            <a:ext cx="132436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</a:t>
            </a:r>
          </a:p>
        </p:txBody>
      </p:sp>
      <p:sp>
        <p:nvSpPr>
          <p:cNvPr id="91" name="tx91"/>
          <p:cNvSpPr/>
          <p:nvPr/>
        </p:nvSpPr>
        <p:spPr>
          <a:xfrm>
            <a:off x="192989" y="12819290"/>
            <a:ext cx="156573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92" name="tx92"/>
          <p:cNvSpPr/>
          <p:nvPr/>
        </p:nvSpPr>
        <p:spPr>
          <a:xfrm>
            <a:off x="349563" y="12819290"/>
            <a:ext cx="204635" cy="15519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</a:t>
            </a:r>
          </a:p>
        </p:txBody>
      </p:sp>
      <p:sp>
        <p:nvSpPr>
          <p:cNvPr id="93" name="tx93"/>
          <p:cNvSpPr/>
          <p:nvPr/>
        </p:nvSpPr>
        <p:spPr>
          <a:xfrm>
            <a:off x="554197" y="12813996"/>
            <a:ext cx="144610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</a:t>
            </a:r>
          </a:p>
        </p:txBody>
      </p:sp>
      <p:sp>
        <p:nvSpPr>
          <p:cNvPr id="94" name="tx94"/>
          <p:cNvSpPr/>
          <p:nvPr/>
        </p:nvSpPr>
        <p:spPr>
          <a:xfrm>
            <a:off x="160665" y="12549339"/>
            <a:ext cx="737034" cy="166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overall</a:t>
            </a:r>
          </a:p>
        </p:txBody>
      </p:sp>
      <p:sp>
        <p:nvSpPr>
          <p:cNvPr id="95" name="tx95"/>
          <p:cNvSpPr/>
          <p:nvPr/>
        </p:nvSpPr>
        <p:spPr>
          <a:xfrm>
            <a:off x="160666" y="11666924"/>
            <a:ext cx="1257411" cy="166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tocilizumab</a:t>
            </a:r>
          </a:p>
        </p:txBody>
      </p:sp>
      <p:sp>
        <p:nvSpPr>
          <p:cNvPr id="96" name="tx96"/>
          <p:cNvSpPr/>
          <p:nvPr/>
        </p:nvSpPr>
        <p:spPr>
          <a:xfrm>
            <a:off x="160665" y="10739080"/>
            <a:ext cx="2197372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hydroxychloroquine</a:t>
            </a:r>
          </a:p>
        </p:txBody>
      </p:sp>
      <p:sp>
        <p:nvSpPr>
          <p:cNvPr id="97" name="tx97"/>
          <p:cNvSpPr/>
          <p:nvPr/>
        </p:nvSpPr>
        <p:spPr>
          <a:xfrm>
            <a:off x="160665" y="9856665"/>
            <a:ext cx="1574862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glucocorticoid</a:t>
            </a:r>
          </a:p>
        </p:txBody>
      </p:sp>
      <p:sp>
        <p:nvSpPr>
          <p:cNvPr id="98" name="tx98"/>
          <p:cNvSpPr/>
          <p:nvPr/>
        </p:nvSpPr>
        <p:spPr>
          <a:xfrm>
            <a:off x="160666" y="8977264"/>
            <a:ext cx="2299841" cy="2087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convalescent plasma</a:t>
            </a:r>
          </a:p>
        </p:txBody>
      </p:sp>
      <p:sp>
        <p:nvSpPr>
          <p:cNvPr id="99" name="tx99"/>
          <p:cNvSpPr/>
          <p:nvPr/>
        </p:nvSpPr>
        <p:spPr>
          <a:xfrm>
            <a:off x="160665" y="8137265"/>
            <a:ext cx="1156394" cy="166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remdesivir</a:t>
            </a:r>
          </a:p>
        </p:txBody>
      </p:sp>
      <p:sp>
        <p:nvSpPr>
          <p:cNvPr id="100" name="tx100"/>
          <p:cNvSpPr/>
          <p:nvPr/>
        </p:nvSpPr>
        <p:spPr>
          <a:xfrm>
            <a:off x="160666" y="7209420"/>
            <a:ext cx="3740869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 err="1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hydroxychloroquine+azithromycin</a:t>
            </a:r>
            <a:endParaRPr sz="1800" b="1" dirty="0">
              <a:solidFill>
                <a:srgbClr val="3764B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1" name="tx101"/>
          <p:cNvSpPr/>
          <p:nvPr/>
        </p:nvSpPr>
        <p:spPr>
          <a:xfrm>
            <a:off x="160666" y="6327229"/>
            <a:ext cx="1930821" cy="2115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/>
                <a:cs typeface="Arial"/>
              </a:rPr>
              <a:t>lopinavir/ritonavir</a:t>
            </a:r>
          </a:p>
        </p:txBody>
      </p:sp>
      <p:sp>
        <p:nvSpPr>
          <p:cNvPr id="102" name="rc102"/>
          <p:cNvSpPr/>
          <p:nvPr/>
        </p:nvSpPr>
        <p:spPr>
          <a:xfrm>
            <a:off x="1334905" y="573496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" name="tx103"/>
          <p:cNvSpPr/>
          <p:nvPr/>
        </p:nvSpPr>
        <p:spPr>
          <a:xfrm>
            <a:off x="1802584" y="5756794"/>
            <a:ext cx="120579" cy="15572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04" name="tx104"/>
          <p:cNvSpPr/>
          <p:nvPr/>
        </p:nvSpPr>
        <p:spPr>
          <a:xfrm>
            <a:off x="1802584" y="6046057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05" name="rc105"/>
          <p:cNvSpPr/>
          <p:nvPr/>
        </p:nvSpPr>
        <p:spPr>
          <a:xfrm>
            <a:off x="1334905" y="6617379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" name="tx106"/>
          <p:cNvSpPr/>
          <p:nvPr/>
        </p:nvSpPr>
        <p:spPr>
          <a:xfrm>
            <a:off x="1802584" y="6641751"/>
            <a:ext cx="120579" cy="1531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07" name="tx107"/>
          <p:cNvSpPr/>
          <p:nvPr/>
        </p:nvSpPr>
        <p:spPr>
          <a:xfrm>
            <a:off x="1802584" y="6933766"/>
            <a:ext cx="120579" cy="1531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08" name="rc108"/>
          <p:cNvSpPr/>
          <p:nvPr/>
        </p:nvSpPr>
        <p:spPr>
          <a:xfrm>
            <a:off x="1334905" y="749979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" name="tx109"/>
          <p:cNvSpPr/>
          <p:nvPr/>
        </p:nvSpPr>
        <p:spPr>
          <a:xfrm>
            <a:off x="1802584" y="7810887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110" name="tx110"/>
          <p:cNvSpPr/>
          <p:nvPr/>
        </p:nvSpPr>
        <p:spPr>
          <a:xfrm>
            <a:off x="1742293" y="7521518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111" name="rc111"/>
          <p:cNvSpPr/>
          <p:nvPr/>
        </p:nvSpPr>
        <p:spPr>
          <a:xfrm>
            <a:off x="1334905" y="838220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" name="tx112"/>
          <p:cNvSpPr/>
          <p:nvPr/>
        </p:nvSpPr>
        <p:spPr>
          <a:xfrm>
            <a:off x="1802584" y="8693301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113" name="tx113"/>
          <p:cNvSpPr/>
          <p:nvPr/>
        </p:nvSpPr>
        <p:spPr>
          <a:xfrm>
            <a:off x="1742293" y="8401286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114" name="rc114"/>
          <p:cNvSpPr/>
          <p:nvPr/>
        </p:nvSpPr>
        <p:spPr>
          <a:xfrm>
            <a:off x="1334905" y="926462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" name="tx115"/>
          <p:cNvSpPr/>
          <p:nvPr/>
        </p:nvSpPr>
        <p:spPr>
          <a:xfrm>
            <a:off x="1742293" y="9286348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21</a:t>
            </a:r>
          </a:p>
        </p:txBody>
      </p:sp>
      <p:sp>
        <p:nvSpPr>
          <p:cNvPr id="116" name="tx116"/>
          <p:cNvSpPr/>
          <p:nvPr/>
        </p:nvSpPr>
        <p:spPr>
          <a:xfrm>
            <a:off x="1742293" y="9578363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24</a:t>
            </a:r>
          </a:p>
        </p:txBody>
      </p:sp>
      <p:sp>
        <p:nvSpPr>
          <p:cNvPr id="117" name="rc117"/>
          <p:cNvSpPr/>
          <p:nvPr/>
        </p:nvSpPr>
        <p:spPr>
          <a:xfrm>
            <a:off x="1334905" y="1014703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" name="tx118"/>
          <p:cNvSpPr/>
          <p:nvPr/>
        </p:nvSpPr>
        <p:spPr>
          <a:xfrm>
            <a:off x="1742293" y="10458131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19" name="tx119"/>
          <p:cNvSpPr/>
          <p:nvPr/>
        </p:nvSpPr>
        <p:spPr>
          <a:xfrm>
            <a:off x="1742293" y="10166010"/>
            <a:ext cx="241158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38</a:t>
            </a:r>
          </a:p>
        </p:txBody>
      </p:sp>
      <p:sp>
        <p:nvSpPr>
          <p:cNvPr id="120" name="rc120"/>
          <p:cNvSpPr/>
          <p:nvPr/>
        </p:nvSpPr>
        <p:spPr>
          <a:xfrm>
            <a:off x="1334905" y="1102945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" name="tx121"/>
          <p:cNvSpPr/>
          <p:nvPr/>
        </p:nvSpPr>
        <p:spPr>
          <a:xfrm>
            <a:off x="1742293" y="11340546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26</a:t>
            </a:r>
          </a:p>
        </p:txBody>
      </p:sp>
      <p:sp>
        <p:nvSpPr>
          <p:cNvPr id="122" name="tx122"/>
          <p:cNvSpPr/>
          <p:nvPr/>
        </p:nvSpPr>
        <p:spPr>
          <a:xfrm>
            <a:off x="1742293" y="11048531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29</a:t>
            </a:r>
          </a:p>
        </p:txBody>
      </p:sp>
      <p:sp>
        <p:nvSpPr>
          <p:cNvPr id="123" name="rc123"/>
          <p:cNvSpPr/>
          <p:nvPr/>
        </p:nvSpPr>
        <p:spPr>
          <a:xfrm>
            <a:off x="1334905" y="1191186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" name="tx124"/>
          <p:cNvSpPr/>
          <p:nvPr/>
        </p:nvSpPr>
        <p:spPr>
          <a:xfrm>
            <a:off x="1742293" y="12222855"/>
            <a:ext cx="241158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125" name="tx125"/>
          <p:cNvSpPr/>
          <p:nvPr/>
        </p:nvSpPr>
        <p:spPr>
          <a:xfrm>
            <a:off x="1742293" y="11930946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26" name="rc126"/>
          <p:cNvSpPr/>
          <p:nvPr/>
        </p:nvSpPr>
        <p:spPr>
          <a:xfrm>
            <a:off x="1334905" y="1279428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" name="tx127"/>
          <p:cNvSpPr/>
          <p:nvPr/>
        </p:nvSpPr>
        <p:spPr>
          <a:xfrm>
            <a:off x="1742293" y="13105376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95</a:t>
            </a:r>
          </a:p>
        </p:txBody>
      </p:sp>
      <p:sp>
        <p:nvSpPr>
          <p:cNvPr id="128" name="tx128"/>
          <p:cNvSpPr/>
          <p:nvPr/>
        </p:nvSpPr>
        <p:spPr>
          <a:xfrm>
            <a:off x="1682003" y="12813360"/>
            <a:ext cx="36173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154</a:t>
            </a:r>
          </a:p>
        </p:txBody>
      </p:sp>
      <p:sp>
        <p:nvSpPr>
          <p:cNvPr id="137" name="rc137"/>
          <p:cNvSpPr/>
          <p:nvPr/>
        </p:nvSpPr>
        <p:spPr>
          <a:xfrm>
            <a:off x="2564815" y="573496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" name="tx138"/>
          <p:cNvSpPr/>
          <p:nvPr/>
        </p:nvSpPr>
        <p:spPr>
          <a:xfrm>
            <a:off x="2881795" y="5753936"/>
            <a:ext cx="42197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0.35</a:t>
            </a:r>
          </a:p>
        </p:txBody>
      </p:sp>
      <p:sp>
        <p:nvSpPr>
          <p:cNvPr id="139" name="tx139"/>
          <p:cNvSpPr/>
          <p:nvPr/>
        </p:nvSpPr>
        <p:spPr>
          <a:xfrm>
            <a:off x="3032494" y="6046057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0" name="rc140"/>
          <p:cNvSpPr/>
          <p:nvPr/>
        </p:nvSpPr>
        <p:spPr>
          <a:xfrm>
            <a:off x="2564815" y="6617379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" name="tx141"/>
          <p:cNvSpPr/>
          <p:nvPr/>
        </p:nvSpPr>
        <p:spPr>
          <a:xfrm>
            <a:off x="2881795" y="6636457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0.72</a:t>
            </a:r>
          </a:p>
        </p:txBody>
      </p:sp>
      <p:sp>
        <p:nvSpPr>
          <p:cNvPr id="142" name="tx142"/>
          <p:cNvSpPr/>
          <p:nvPr/>
        </p:nvSpPr>
        <p:spPr>
          <a:xfrm>
            <a:off x="3032494" y="6928472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3" name="rc143"/>
          <p:cNvSpPr/>
          <p:nvPr/>
        </p:nvSpPr>
        <p:spPr>
          <a:xfrm>
            <a:off x="2564815" y="749979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" name="tx144"/>
          <p:cNvSpPr/>
          <p:nvPr/>
        </p:nvSpPr>
        <p:spPr>
          <a:xfrm>
            <a:off x="3032494" y="7810887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5" name="tx145"/>
          <p:cNvSpPr/>
          <p:nvPr/>
        </p:nvSpPr>
        <p:spPr>
          <a:xfrm>
            <a:off x="2881795" y="7518766"/>
            <a:ext cx="42197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0.43</a:t>
            </a:r>
          </a:p>
        </p:txBody>
      </p:sp>
      <p:sp>
        <p:nvSpPr>
          <p:cNvPr id="146" name="rc146"/>
          <p:cNvSpPr/>
          <p:nvPr/>
        </p:nvSpPr>
        <p:spPr>
          <a:xfrm>
            <a:off x="2564815" y="838220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" name="tx147"/>
          <p:cNvSpPr/>
          <p:nvPr/>
        </p:nvSpPr>
        <p:spPr>
          <a:xfrm>
            <a:off x="2881795" y="8693301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0.24</a:t>
            </a:r>
          </a:p>
        </p:txBody>
      </p:sp>
      <p:sp>
        <p:nvSpPr>
          <p:cNvPr id="148" name="tx148"/>
          <p:cNvSpPr/>
          <p:nvPr/>
        </p:nvSpPr>
        <p:spPr>
          <a:xfrm>
            <a:off x="2942086" y="8401180"/>
            <a:ext cx="301395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0.3</a:t>
            </a:r>
          </a:p>
        </p:txBody>
      </p:sp>
      <p:sp>
        <p:nvSpPr>
          <p:cNvPr id="149" name="rc149"/>
          <p:cNvSpPr/>
          <p:nvPr/>
        </p:nvSpPr>
        <p:spPr>
          <a:xfrm>
            <a:off x="2564815" y="926462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" name="tx150"/>
          <p:cNvSpPr/>
          <p:nvPr/>
        </p:nvSpPr>
        <p:spPr>
          <a:xfrm>
            <a:off x="2881795" y="9283701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0.15</a:t>
            </a:r>
          </a:p>
        </p:txBody>
      </p:sp>
      <p:sp>
        <p:nvSpPr>
          <p:cNvPr id="151" name="tx151"/>
          <p:cNvSpPr/>
          <p:nvPr/>
        </p:nvSpPr>
        <p:spPr>
          <a:xfrm>
            <a:off x="3032494" y="9575716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52" name="rc152"/>
          <p:cNvSpPr/>
          <p:nvPr/>
        </p:nvSpPr>
        <p:spPr>
          <a:xfrm>
            <a:off x="2564815" y="1014703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" name="tx153"/>
          <p:cNvSpPr/>
          <p:nvPr/>
        </p:nvSpPr>
        <p:spPr>
          <a:xfrm>
            <a:off x="2881795" y="10458131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0.24</a:t>
            </a:r>
          </a:p>
        </p:txBody>
      </p:sp>
      <p:sp>
        <p:nvSpPr>
          <p:cNvPr id="154" name="tx154"/>
          <p:cNvSpPr/>
          <p:nvPr/>
        </p:nvSpPr>
        <p:spPr>
          <a:xfrm>
            <a:off x="2881795" y="10166010"/>
            <a:ext cx="42197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0.83</a:t>
            </a:r>
          </a:p>
        </p:txBody>
      </p:sp>
      <p:sp>
        <p:nvSpPr>
          <p:cNvPr id="155" name="rc155"/>
          <p:cNvSpPr/>
          <p:nvPr/>
        </p:nvSpPr>
        <p:spPr>
          <a:xfrm>
            <a:off x="2564815" y="1102945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" name="tx156"/>
          <p:cNvSpPr/>
          <p:nvPr/>
        </p:nvSpPr>
        <p:spPr>
          <a:xfrm>
            <a:off x="3032494" y="11340546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57" name="tx157"/>
          <p:cNvSpPr/>
          <p:nvPr/>
        </p:nvSpPr>
        <p:spPr>
          <a:xfrm>
            <a:off x="2881795" y="11048531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158" name="rc158"/>
          <p:cNvSpPr/>
          <p:nvPr/>
        </p:nvSpPr>
        <p:spPr>
          <a:xfrm>
            <a:off x="2564815" y="1191186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9" name="tx159"/>
          <p:cNvSpPr/>
          <p:nvPr/>
        </p:nvSpPr>
        <p:spPr>
          <a:xfrm>
            <a:off x="3032494" y="12222961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60" name="tx160"/>
          <p:cNvSpPr/>
          <p:nvPr/>
        </p:nvSpPr>
        <p:spPr>
          <a:xfrm>
            <a:off x="2881795" y="11930946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0.61</a:t>
            </a:r>
          </a:p>
        </p:txBody>
      </p:sp>
      <p:sp>
        <p:nvSpPr>
          <p:cNvPr id="161" name="rc161"/>
          <p:cNvSpPr/>
          <p:nvPr/>
        </p:nvSpPr>
        <p:spPr>
          <a:xfrm>
            <a:off x="2564815" y="1279428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2" name="tx162"/>
          <p:cNvSpPr/>
          <p:nvPr/>
        </p:nvSpPr>
        <p:spPr>
          <a:xfrm>
            <a:off x="2881795" y="13105376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0.09</a:t>
            </a:r>
          </a:p>
        </p:txBody>
      </p:sp>
      <p:sp>
        <p:nvSpPr>
          <p:cNvPr id="163" name="tx163"/>
          <p:cNvSpPr/>
          <p:nvPr/>
        </p:nvSpPr>
        <p:spPr>
          <a:xfrm>
            <a:off x="2881795" y="12813360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0.58</a:t>
            </a:r>
          </a:p>
        </p:txBody>
      </p:sp>
      <p:sp>
        <p:nvSpPr>
          <p:cNvPr id="172" name="rc172"/>
          <p:cNvSpPr/>
          <p:nvPr/>
        </p:nvSpPr>
        <p:spPr>
          <a:xfrm>
            <a:off x="3794724" y="5734964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" name="tx173"/>
          <p:cNvSpPr/>
          <p:nvPr/>
        </p:nvSpPr>
        <p:spPr>
          <a:xfrm>
            <a:off x="4338278" y="5751924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516 / 384</a:t>
            </a:r>
          </a:p>
        </p:txBody>
      </p:sp>
      <p:sp>
        <p:nvSpPr>
          <p:cNvPr id="174" name="tx174"/>
          <p:cNvSpPr/>
          <p:nvPr/>
        </p:nvSpPr>
        <p:spPr>
          <a:xfrm>
            <a:off x="4338278" y="6043940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127 / 594</a:t>
            </a:r>
          </a:p>
        </p:txBody>
      </p:sp>
      <p:sp>
        <p:nvSpPr>
          <p:cNvPr id="175" name="rc175"/>
          <p:cNvSpPr/>
          <p:nvPr/>
        </p:nvSpPr>
        <p:spPr>
          <a:xfrm>
            <a:off x="3794724" y="6617379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" name="tx176"/>
          <p:cNvSpPr/>
          <p:nvPr/>
        </p:nvSpPr>
        <p:spPr>
          <a:xfrm>
            <a:off x="4458858" y="6634445"/>
            <a:ext cx="783607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571 / 54</a:t>
            </a:r>
          </a:p>
        </p:txBody>
      </p:sp>
      <p:sp>
        <p:nvSpPr>
          <p:cNvPr id="177" name="tx177"/>
          <p:cNvSpPr/>
          <p:nvPr/>
        </p:nvSpPr>
        <p:spPr>
          <a:xfrm>
            <a:off x="4338278" y="6926354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786 / 645</a:t>
            </a:r>
          </a:p>
        </p:txBody>
      </p:sp>
      <p:sp>
        <p:nvSpPr>
          <p:cNvPr id="178" name="rc178"/>
          <p:cNvSpPr/>
          <p:nvPr/>
        </p:nvSpPr>
        <p:spPr>
          <a:xfrm>
            <a:off x="3794724" y="7499794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" name="tx179"/>
          <p:cNvSpPr/>
          <p:nvPr/>
        </p:nvSpPr>
        <p:spPr>
          <a:xfrm>
            <a:off x="4519148" y="7808875"/>
            <a:ext cx="663027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572 / 5</a:t>
            </a:r>
          </a:p>
        </p:txBody>
      </p:sp>
      <p:sp>
        <p:nvSpPr>
          <p:cNvPr id="180" name="tx180"/>
          <p:cNvSpPr/>
          <p:nvPr/>
        </p:nvSpPr>
        <p:spPr>
          <a:xfrm>
            <a:off x="4338278" y="7516754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821 / 831</a:t>
            </a:r>
          </a:p>
        </p:txBody>
      </p:sp>
      <p:sp>
        <p:nvSpPr>
          <p:cNvPr id="181" name="rc181"/>
          <p:cNvSpPr/>
          <p:nvPr/>
        </p:nvSpPr>
        <p:spPr>
          <a:xfrm>
            <a:off x="3794724" y="838220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" name="tx182"/>
          <p:cNvSpPr/>
          <p:nvPr/>
        </p:nvSpPr>
        <p:spPr>
          <a:xfrm>
            <a:off x="4338278" y="8691290"/>
            <a:ext cx="1024766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869 / 488</a:t>
            </a:r>
          </a:p>
        </p:txBody>
      </p:sp>
      <p:sp>
        <p:nvSpPr>
          <p:cNvPr id="183" name="tx183"/>
          <p:cNvSpPr/>
          <p:nvPr/>
        </p:nvSpPr>
        <p:spPr>
          <a:xfrm>
            <a:off x="4217699" y="8399169"/>
            <a:ext cx="1265924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970 / 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135</a:t>
            </a:r>
          </a:p>
        </p:txBody>
      </p:sp>
      <p:sp>
        <p:nvSpPr>
          <p:cNvPr id="184" name="rc184"/>
          <p:cNvSpPr/>
          <p:nvPr/>
        </p:nvSpPr>
        <p:spPr>
          <a:xfrm>
            <a:off x="3794724" y="926462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" name="tx185"/>
          <p:cNvSpPr/>
          <p:nvPr/>
        </p:nvSpPr>
        <p:spPr>
          <a:xfrm>
            <a:off x="4338278" y="9281584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3741 / 520</a:t>
            </a:r>
          </a:p>
        </p:txBody>
      </p:sp>
      <p:sp>
        <p:nvSpPr>
          <p:cNvPr id="186" name="tx186"/>
          <p:cNvSpPr/>
          <p:nvPr/>
        </p:nvSpPr>
        <p:spPr>
          <a:xfrm>
            <a:off x="4277989" y="9573705"/>
            <a:ext cx="114534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842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684</a:t>
            </a:r>
          </a:p>
        </p:txBody>
      </p:sp>
      <p:sp>
        <p:nvSpPr>
          <p:cNvPr id="187" name="rc187"/>
          <p:cNvSpPr/>
          <p:nvPr/>
        </p:nvSpPr>
        <p:spPr>
          <a:xfrm>
            <a:off x="3794724" y="1014703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" name="tx188"/>
          <p:cNvSpPr/>
          <p:nvPr/>
        </p:nvSpPr>
        <p:spPr>
          <a:xfrm>
            <a:off x="4338278" y="10456120"/>
            <a:ext cx="1024766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955 / 645</a:t>
            </a:r>
          </a:p>
        </p:txBody>
      </p:sp>
      <p:sp>
        <p:nvSpPr>
          <p:cNvPr id="189" name="tx189"/>
          <p:cNvSpPr/>
          <p:nvPr/>
        </p:nvSpPr>
        <p:spPr>
          <a:xfrm>
            <a:off x="4338278" y="10164105"/>
            <a:ext cx="1024766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996 / 848</a:t>
            </a:r>
          </a:p>
        </p:txBody>
      </p:sp>
      <p:sp>
        <p:nvSpPr>
          <p:cNvPr id="190" name="rc190"/>
          <p:cNvSpPr/>
          <p:nvPr/>
        </p:nvSpPr>
        <p:spPr>
          <a:xfrm>
            <a:off x="3794724" y="1102945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" name="tx191"/>
          <p:cNvSpPr/>
          <p:nvPr/>
        </p:nvSpPr>
        <p:spPr>
          <a:xfrm>
            <a:off x="4338278" y="11338429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112 / 630</a:t>
            </a:r>
          </a:p>
        </p:txBody>
      </p:sp>
      <p:sp>
        <p:nvSpPr>
          <p:cNvPr id="192" name="tx192"/>
          <p:cNvSpPr/>
          <p:nvPr/>
        </p:nvSpPr>
        <p:spPr>
          <a:xfrm>
            <a:off x="4217699" y="11046519"/>
            <a:ext cx="1265924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144 / 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082</a:t>
            </a:r>
          </a:p>
        </p:txBody>
      </p:sp>
      <p:sp>
        <p:nvSpPr>
          <p:cNvPr id="193" name="rc193"/>
          <p:cNvSpPr/>
          <p:nvPr/>
        </p:nvSpPr>
        <p:spPr>
          <a:xfrm>
            <a:off x="3794724" y="1191186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" name="tx194"/>
          <p:cNvSpPr/>
          <p:nvPr/>
        </p:nvSpPr>
        <p:spPr>
          <a:xfrm>
            <a:off x="4277989" y="12220843"/>
            <a:ext cx="1145345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595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131</a:t>
            </a:r>
          </a:p>
        </p:txBody>
      </p:sp>
      <p:sp>
        <p:nvSpPr>
          <p:cNvPr id="195" name="tx195"/>
          <p:cNvSpPr/>
          <p:nvPr/>
        </p:nvSpPr>
        <p:spPr>
          <a:xfrm>
            <a:off x="4277989" y="11928828"/>
            <a:ext cx="1145345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700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813</a:t>
            </a:r>
          </a:p>
        </p:txBody>
      </p:sp>
      <p:sp>
        <p:nvSpPr>
          <p:cNvPr id="196" name="rc196"/>
          <p:cNvSpPr/>
          <p:nvPr/>
        </p:nvSpPr>
        <p:spPr>
          <a:xfrm>
            <a:off x="3794724" y="1279428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" name="tx197"/>
          <p:cNvSpPr/>
          <p:nvPr/>
        </p:nvSpPr>
        <p:spPr>
          <a:xfrm>
            <a:off x="4217699" y="13103258"/>
            <a:ext cx="1265924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858 / 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822</a:t>
            </a:r>
          </a:p>
        </p:txBody>
      </p:sp>
      <p:sp>
        <p:nvSpPr>
          <p:cNvPr id="198" name="tx198"/>
          <p:cNvSpPr/>
          <p:nvPr/>
        </p:nvSpPr>
        <p:spPr>
          <a:xfrm>
            <a:off x="4217699" y="12811349"/>
            <a:ext cx="1265924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459 / 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667</a:t>
            </a:r>
          </a:p>
        </p:txBody>
      </p:sp>
      <p:sp>
        <p:nvSpPr>
          <p:cNvPr id="207" name="rc207"/>
          <p:cNvSpPr/>
          <p:nvPr/>
        </p:nvSpPr>
        <p:spPr>
          <a:xfrm>
            <a:off x="6080571" y="5734964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" name="tx208"/>
          <p:cNvSpPr/>
          <p:nvPr/>
        </p:nvSpPr>
        <p:spPr>
          <a:xfrm>
            <a:off x="6624125" y="5752030"/>
            <a:ext cx="1024766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027 / 541</a:t>
            </a:r>
          </a:p>
        </p:txBody>
      </p:sp>
      <p:sp>
        <p:nvSpPr>
          <p:cNvPr id="209" name="tx209"/>
          <p:cNvSpPr/>
          <p:nvPr/>
        </p:nvSpPr>
        <p:spPr>
          <a:xfrm>
            <a:off x="6563837" y="6044045"/>
            <a:ext cx="114534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694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079</a:t>
            </a:r>
          </a:p>
        </p:txBody>
      </p:sp>
      <p:sp>
        <p:nvSpPr>
          <p:cNvPr id="210" name="rc210"/>
          <p:cNvSpPr/>
          <p:nvPr/>
        </p:nvSpPr>
        <p:spPr>
          <a:xfrm>
            <a:off x="6080571" y="6617379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" name="tx211"/>
          <p:cNvSpPr/>
          <p:nvPr/>
        </p:nvSpPr>
        <p:spPr>
          <a:xfrm>
            <a:off x="6744706" y="6634445"/>
            <a:ext cx="783607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628 / 79</a:t>
            </a:r>
          </a:p>
        </p:txBody>
      </p:sp>
      <p:sp>
        <p:nvSpPr>
          <p:cNvPr id="212" name="tx212"/>
          <p:cNvSpPr/>
          <p:nvPr/>
        </p:nvSpPr>
        <p:spPr>
          <a:xfrm>
            <a:off x="6563837" y="6926460"/>
            <a:ext cx="114534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641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057</a:t>
            </a:r>
          </a:p>
        </p:txBody>
      </p:sp>
      <p:sp>
        <p:nvSpPr>
          <p:cNvPr id="213" name="rc213"/>
          <p:cNvSpPr/>
          <p:nvPr/>
        </p:nvSpPr>
        <p:spPr>
          <a:xfrm>
            <a:off x="6080571" y="7499794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" name="tx214"/>
          <p:cNvSpPr/>
          <p:nvPr/>
        </p:nvSpPr>
        <p:spPr>
          <a:xfrm>
            <a:off x="6744706" y="7808875"/>
            <a:ext cx="783607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580 / 10</a:t>
            </a:r>
          </a:p>
        </p:txBody>
      </p:sp>
      <p:sp>
        <p:nvSpPr>
          <p:cNvPr id="215" name="tx215"/>
          <p:cNvSpPr/>
          <p:nvPr/>
        </p:nvSpPr>
        <p:spPr>
          <a:xfrm>
            <a:off x="6563837" y="7516860"/>
            <a:ext cx="114534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641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507</a:t>
            </a:r>
          </a:p>
        </p:txBody>
      </p:sp>
      <p:sp>
        <p:nvSpPr>
          <p:cNvPr id="216" name="rc216"/>
          <p:cNvSpPr/>
          <p:nvPr/>
        </p:nvSpPr>
        <p:spPr>
          <a:xfrm>
            <a:off x="6080571" y="838220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" name="tx217"/>
          <p:cNvSpPr/>
          <p:nvPr/>
        </p:nvSpPr>
        <p:spPr>
          <a:xfrm>
            <a:off x="6624125" y="8691184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796 / 531</a:t>
            </a:r>
          </a:p>
        </p:txBody>
      </p:sp>
      <p:sp>
        <p:nvSpPr>
          <p:cNvPr id="218" name="tx218"/>
          <p:cNvSpPr/>
          <p:nvPr/>
        </p:nvSpPr>
        <p:spPr>
          <a:xfrm>
            <a:off x="6503546" y="8399169"/>
            <a:ext cx="1265924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525 / 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936</a:t>
            </a:r>
          </a:p>
        </p:txBody>
      </p:sp>
      <p:sp>
        <p:nvSpPr>
          <p:cNvPr id="219" name="rc219"/>
          <p:cNvSpPr/>
          <p:nvPr/>
        </p:nvSpPr>
        <p:spPr>
          <a:xfrm>
            <a:off x="6080571" y="926462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" name="tx220"/>
          <p:cNvSpPr/>
          <p:nvPr/>
        </p:nvSpPr>
        <p:spPr>
          <a:xfrm>
            <a:off x="6624125" y="9281690"/>
            <a:ext cx="1024766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275 / 750</a:t>
            </a:r>
          </a:p>
        </p:txBody>
      </p:sp>
      <p:sp>
        <p:nvSpPr>
          <p:cNvPr id="221" name="tx221"/>
          <p:cNvSpPr/>
          <p:nvPr/>
        </p:nvSpPr>
        <p:spPr>
          <a:xfrm>
            <a:off x="6563837" y="9573599"/>
            <a:ext cx="1145345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124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623</a:t>
            </a:r>
          </a:p>
        </p:txBody>
      </p:sp>
      <p:sp>
        <p:nvSpPr>
          <p:cNvPr id="222" name="rc222"/>
          <p:cNvSpPr/>
          <p:nvPr/>
        </p:nvSpPr>
        <p:spPr>
          <a:xfrm>
            <a:off x="6080571" y="1014703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" name="tx223"/>
          <p:cNvSpPr/>
          <p:nvPr/>
        </p:nvSpPr>
        <p:spPr>
          <a:xfrm>
            <a:off x="6563837" y="10456120"/>
            <a:ext cx="114534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082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262</a:t>
            </a:r>
          </a:p>
        </p:txBody>
      </p:sp>
      <p:sp>
        <p:nvSpPr>
          <p:cNvPr id="224" name="tx224"/>
          <p:cNvSpPr/>
          <p:nvPr/>
        </p:nvSpPr>
        <p:spPr>
          <a:xfrm>
            <a:off x="6624125" y="10164105"/>
            <a:ext cx="1024766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508 / 957</a:t>
            </a:r>
          </a:p>
        </p:txBody>
      </p:sp>
      <p:sp>
        <p:nvSpPr>
          <p:cNvPr id="225" name="rc225"/>
          <p:cNvSpPr/>
          <p:nvPr/>
        </p:nvSpPr>
        <p:spPr>
          <a:xfrm>
            <a:off x="6080571" y="1102945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" name="tx226"/>
          <p:cNvSpPr/>
          <p:nvPr/>
        </p:nvSpPr>
        <p:spPr>
          <a:xfrm>
            <a:off x="6563837" y="11338534"/>
            <a:ext cx="114534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6742 / 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068</a:t>
            </a:r>
          </a:p>
        </p:txBody>
      </p:sp>
      <p:sp>
        <p:nvSpPr>
          <p:cNvPr id="227" name="tx227"/>
          <p:cNvSpPr/>
          <p:nvPr/>
        </p:nvSpPr>
        <p:spPr>
          <a:xfrm>
            <a:off x="6503546" y="11046413"/>
            <a:ext cx="1265924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248 / 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236</a:t>
            </a:r>
          </a:p>
        </p:txBody>
      </p:sp>
      <p:sp>
        <p:nvSpPr>
          <p:cNvPr id="228" name="rc228"/>
          <p:cNvSpPr/>
          <p:nvPr/>
        </p:nvSpPr>
        <p:spPr>
          <a:xfrm>
            <a:off x="6080571" y="1191186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" name="tx229"/>
          <p:cNvSpPr/>
          <p:nvPr/>
        </p:nvSpPr>
        <p:spPr>
          <a:xfrm>
            <a:off x="6624125" y="12220843"/>
            <a:ext cx="1024766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567 / 988</a:t>
            </a:r>
          </a:p>
        </p:txBody>
      </p:sp>
      <p:sp>
        <p:nvSpPr>
          <p:cNvPr id="230" name="tx230"/>
          <p:cNvSpPr/>
          <p:nvPr/>
        </p:nvSpPr>
        <p:spPr>
          <a:xfrm>
            <a:off x="6503546" y="11928934"/>
            <a:ext cx="1265924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470 / 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526</a:t>
            </a:r>
          </a:p>
        </p:txBody>
      </p:sp>
      <p:sp>
        <p:nvSpPr>
          <p:cNvPr id="231" name="rc231"/>
          <p:cNvSpPr/>
          <p:nvPr/>
        </p:nvSpPr>
        <p:spPr>
          <a:xfrm>
            <a:off x="6080571" y="1279428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" name="tx232"/>
          <p:cNvSpPr/>
          <p:nvPr/>
        </p:nvSpPr>
        <p:spPr>
          <a:xfrm>
            <a:off x="6503546" y="13103364"/>
            <a:ext cx="1265924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226 / 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618</a:t>
            </a:r>
          </a:p>
        </p:txBody>
      </p:sp>
      <p:sp>
        <p:nvSpPr>
          <p:cNvPr id="233" name="tx233"/>
          <p:cNvSpPr/>
          <p:nvPr/>
        </p:nvSpPr>
        <p:spPr>
          <a:xfrm>
            <a:off x="6382968" y="12811243"/>
            <a:ext cx="1507083" cy="16059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139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322 / 18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532</a:t>
            </a:r>
          </a:p>
        </p:txBody>
      </p:sp>
      <p:sp>
        <p:nvSpPr>
          <p:cNvPr id="242" name="rc242"/>
          <p:cNvSpPr/>
          <p:nvPr/>
        </p:nvSpPr>
        <p:spPr>
          <a:xfrm>
            <a:off x="8366418" y="5734964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3" name="pl243"/>
          <p:cNvSpPr/>
          <p:nvPr/>
        </p:nvSpPr>
        <p:spPr>
          <a:xfrm>
            <a:off x="12826938" y="5734964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4" name="pg244"/>
          <p:cNvSpPr/>
          <p:nvPr/>
        </p:nvSpPr>
        <p:spPr>
          <a:xfrm>
            <a:off x="12549552" y="6036831"/>
            <a:ext cx="617270" cy="167704"/>
          </a:xfrm>
          <a:custGeom>
            <a:avLst/>
            <a:gdLst/>
            <a:ahLst/>
            <a:cxnLst/>
            <a:rect l="0" t="0" r="0" b="0"/>
            <a:pathLst>
              <a:path w="617270" h="167704">
                <a:moveTo>
                  <a:pt x="0" y="83852"/>
                </a:moveTo>
                <a:lnTo>
                  <a:pt x="308635" y="0"/>
                </a:lnTo>
                <a:lnTo>
                  <a:pt x="617270" y="83852"/>
                </a:lnTo>
                <a:lnTo>
                  <a:pt x="308635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5" name="pg245"/>
          <p:cNvSpPr/>
          <p:nvPr/>
        </p:nvSpPr>
        <p:spPr>
          <a:xfrm>
            <a:off x="11457499" y="5757324"/>
            <a:ext cx="2306787" cy="167704"/>
          </a:xfrm>
          <a:custGeom>
            <a:avLst/>
            <a:gdLst/>
            <a:ahLst/>
            <a:cxnLst/>
            <a:rect l="0" t="0" r="0" b="0"/>
            <a:pathLst>
              <a:path w="2306787" h="167704">
                <a:moveTo>
                  <a:pt x="0" y="83852"/>
                </a:moveTo>
                <a:lnTo>
                  <a:pt x="1153393" y="0"/>
                </a:lnTo>
                <a:lnTo>
                  <a:pt x="2306787" y="83852"/>
                </a:lnTo>
                <a:lnTo>
                  <a:pt x="1153393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6" name="rc246"/>
          <p:cNvSpPr/>
          <p:nvPr/>
        </p:nvSpPr>
        <p:spPr>
          <a:xfrm>
            <a:off x="8366418" y="6617379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7" name="pl247"/>
          <p:cNvSpPr/>
          <p:nvPr/>
        </p:nvSpPr>
        <p:spPr>
          <a:xfrm>
            <a:off x="12826938" y="6617379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8" name="pg248"/>
          <p:cNvSpPr/>
          <p:nvPr/>
        </p:nvSpPr>
        <p:spPr>
          <a:xfrm>
            <a:off x="12626146" y="6919246"/>
            <a:ext cx="622458" cy="167704"/>
          </a:xfrm>
          <a:custGeom>
            <a:avLst/>
            <a:gdLst/>
            <a:ahLst/>
            <a:cxnLst/>
            <a:rect l="0" t="0" r="0" b="0"/>
            <a:pathLst>
              <a:path w="622458" h="167704">
                <a:moveTo>
                  <a:pt x="0" y="83852"/>
                </a:moveTo>
                <a:lnTo>
                  <a:pt x="311229" y="0"/>
                </a:lnTo>
                <a:lnTo>
                  <a:pt x="622458" y="83852"/>
                </a:lnTo>
                <a:lnTo>
                  <a:pt x="311229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9" name="pg249"/>
          <p:cNvSpPr/>
          <p:nvPr/>
        </p:nvSpPr>
        <p:spPr>
          <a:xfrm>
            <a:off x="9793153" y="6639738"/>
            <a:ext cx="4146241" cy="167704"/>
          </a:xfrm>
          <a:custGeom>
            <a:avLst/>
            <a:gdLst/>
            <a:ahLst/>
            <a:cxnLst/>
            <a:rect l="0" t="0" r="0" b="0"/>
            <a:pathLst>
              <a:path w="4146241" h="167704">
                <a:moveTo>
                  <a:pt x="0" y="83852"/>
                </a:moveTo>
                <a:lnTo>
                  <a:pt x="2073120" y="0"/>
                </a:lnTo>
                <a:lnTo>
                  <a:pt x="4146241" y="83852"/>
                </a:lnTo>
                <a:lnTo>
                  <a:pt x="2073120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0" name="rc250"/>
          <p:cNvSpPr/>
          <p:nvPr/>
        </p:nvSpPr>
        <p:spPr>
          <a:xfrm>
            <a:off x="8366418" y="7499794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1" name="pl251"/>
          <p:cNvSpPr/>
          <p:nvPr/>
        </p:nvSpPr>
        <p:spPr>
          <a:xfrm>
            <a:off x="12826938" y="7499794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2" name="pg252"/>
          <p:cNvSpPr/>
          <p:nvPr/>
        </p:nvSpPr>
        <p:spPr>
          <a:xfrm>
            <a:off x="8427910" y="7801661"/>
            <a:ext cx="5759642" cy="167704"/>
          </a:xfrm>
          <a:custGeom>
            <a:avLst/>
            <a:gdLst/>
            <a:ahLst/>
            <a:cxnLst/>
            <a:rect l="0" t="0" r="0" b="0"/>
            <a:pathLst>
              <a:path w="5759642" h="167704">
                <a:moveTo>
                  <a:pt x="0" y="83852"/>
                </a:moveTo>
                <a:lnTo>
                  <a:pt x="2879821" y="0"/>
                </a:lnTo>
                <a:lnTo>
                  <a:pt x="5759642" y="83852"/>
                </a:lnTo>
                <a:lnTo>
                  <a:pt x="2879821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3" name="pg253"/>
          <p:cNvSpPr/>
          <p:nvPr/>
        </p:nvSpPr>
        <p:spPr>
          <a:xfrm>
            <a:off x="12450724" y="7522153"/>
            <a:ext cx="1662754" cy="167704"/>
          </a:xfrm>
          <a:custGeom>
            <a:avLst/>
            <a:gdLst/>
            <a:ahLst/>
            <a:cxnLst/>
            <a:rect l="0" t="0" r="0" b="0"/>
            <a:pathLst>
              <a:path w="1662754" h="167704">
                <a:moveTo>
                  <a:pt x="0" y="83852"/>
                </a:moveTo>
                <a:lnTo>
                  <a:pt x="831377" y="0"/>
                </a:lnTo>
                <a:lnTo>
                  <a:pt x="1662754" y="83852"/>
                </a:lnTo>
                <a:lnTo>
                  <a:pt x="831377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4" name="rc254"/>
          <p:cNvSpPr/>
          <p:nvPr/>
        </p:nvSpPr>
        <p:spPr>
          <a:xfrm>
            <a:off x="8366418" y="8382208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5" name="pl255"/>
          <p:cNvSpPr/>
          <p:nvPr/>
        </p:nvSpPr>
        <p:spPr>
          <a:xfrm>
            <a:off x="12826938" y="8382208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6" name="pg256"/>
          <p:cNvSpPr/>
          <p:nvPr/>
        </p:nvSpPr>
        <p:spPr>
          <a:xfrm>
            <a:off x="11764535" y="8684076"/>
            <a:ext cx="1202309" cy="167704"/>
          </a:xfrm>
          <a:custGeom>
            <a:avLst/>
            <a:gdLst/>
            <a:ahLst/>
            <a:cxnLst/>
            <a:rect l="0" t="0" r="0" b="0"/>
            <a:pathLst>
              <a:path w="1202309" h="167704">
                <a:moveTo>
                  <a:pt x="0" y="83852"/>
                </a:moveTo>
                <a:lnTo>
                  <a:pt x="601154" y="0"/>
                </a:lnTo>
                <a:lnTo>
                  <a:pt x="1202309" y="83852"/>
                </a:lnTo>
                <a:lnTo>
                  <a:pt x="601154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7" name="pg257"/>
          <p:cNvSpPr/>
          <p:nvPr/>
        </p:nvSpPr>
        <p:spPr>
          <a:xfrm>
            <a:off x="11521510" y="8404568"/>
            <a:ext cx="878648" cy="167704"/>
          </a:xfrm>
          <a:custGeom>
            <a:avLst/>
            <a:gdLst/>
            <a:ahLst/>
            <a:cxnLst/>
            <a:rect l="0" t="0" r="0" b="0"/>
            <a:pathLst>
              <a:path w="878648" h="167704">
                <a:moveTo>
                  <a:pt x="0" y="83852"/>
                </a:moveTo>
                <a:lnTo>
                  <a:pt x="439324" y="0"/>
                </a:lnTo>
                <a:lnTo>
                  <a:pt x="878648" y="83852"/>
                </a:lnTo>
                <a:lnTo>
                  <a:pt x="439324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8" name="rc258"/>
          <p:cNvSpPr/>
          <p:nvPr/>
        </p:nvSpPr>
        <p:spPr>
          <a:xfrm>
            <a:off x="8366418" y="9264623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9" name="pl259"/>
          <p:cNvSpPr/>
          <p:nvPr/>
        </p:nvSpPr>
        <p:spPr>
          <a:xfrm>
            <a:off x="12826938" y="9264623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0" name="pg260"/>
          <p:cNvSpPr/>
          <p:nvPr/>
        </p:nvSpPr>
        <p:spPr>
          <a:xfrm>
            <a:off x="12580506" y="9566490"/>
            <a:ext cx="393245" cy="167704"/>
          </a:xfrm>
          <a:custGeom>
            <a:avLst/>
            <a:gdLst/>
            <a:ahLst/>
            <a:cxnLst/>
            <a:rect l="0" t="0" r="0" b="0"/>
            <a:pathLst>
              <a:path w="393245" h="167704">
                <a:moveTo>
                  <a:pt x="0" y="83852"/>
                </a:moveTo>
                <a:lnTo>
                  <a:pt x="196622" y="0"/>
                </a:lnTo>
                <a:lnTo>
                  <a:pt x="393245" y="83852"/>
                </a:lnTo>
                <a:lnTo>
                  <a:pt x="196622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1" name="pg261"/>
          <p:cNvSpPr/>
          <p:nvPr/>
        </p:nvSpPr>
        <p:spPr>
          <a:xfrm>
            <a:off x="11455314" y="9286983"/>
            <a:ext cx="817220" cy="167704"/>
          </a:xfrm>
          <a:custGeom>
            <a:avLst/>
            <a:gdLst/>
            <a:ahLst/>
            <a:cxnLst/>
            <a:rect l="0" t="0" r="0" b="0"/>
            <a:pathLst>
              <a:path w="817220" h="167704">
                <a:moveTo>
                  <a:pt x="0" y="83852"/>
                </a:moveTo>
                <a:lnTo>
                  <a:pt x="408610" y="0"/>
                </a:lnTo>
                <a:lnTo>
                  <a:pt x="817220" y="83852"/>
                </a:lnTo>
                <a:lnTo>
                  <a:pt x="408610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2" name="rc262"/>
          <p:cNvSpPr/>
          <p:nvPr/>
        </p:nvSpPr>
        <p:spPr>
          <a:xfrm>
            <a:off x="8366418" y="10147038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3" name="pl263"/>
          <p:cNvSpPr/>
          <p:nvPr/>
        </p:nvSpPr>
        <p:spPr>
          <a:xfrm>
            <a:off x="12826938" y="10147038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4" name="pg264"/>
          <p:cNvSpPr/>
          <p:nvPr/>
        </p:nvSpPr>
        <p:spPr>
          <a:xfrm>
            <a:off x="11642737" y="10448905"/>
            <a:ext cx="1171329" cy="167704"/>
          </a:xfrm>
          <a:custGeom>
            <a:avLst/>
            <a:gdLst/>
            <a:ahLst/>
            <a:cxnLst/>
            <a:rect l="0" t="0" r="0" b="0"/>
            <a:pathLst>
              <a:path w="1171329" h="167704">
                <a:moveTo>
                  <a:pt x="0" y="83852"/>
                </a:moveTo>
                <a:lnTo>
                  <a:pt x="585664" y="0"/>
                </a:lnTo>
                <a:lnTo>
                  <a:pt x="1171329" y="83852"/>
                </a:lnTo>
                <a:lnTo>
                  <a:pt x="585664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5" name="pg265"/>
          <p:cNvSpPr/>
          <p:nvPr/>
        </p:nvSpPr>
        <p:spPr>
          <a:xfrm>
            <a:off x="11757373" y="10169398"/>
            <a:ext cx="1716156" cy="167704"/>
          </a:xfrm>
          <a:custGeom>
            <a:avLst/>
            <a:gdLst/>
            <a:ahLst/>
            <a:cxnLst/>
            <a:rect l="0" t="0" r="0" b="0"/>
            <a:pathLst>
              <a:path w="1716156" h="167704">
                <a:moveTo>
                  <a:pt x="0" y="83852"/>
                </a:moveTo>
                <a:lnTo>
                  <a:pt x="858078" y="0"/>
                </a:lnTo>
                <a:lnTo>
                  <a:pt x="1716156" y="83852"/>
                </a:lnTo>
                <a:lnTo>
                  <a:pt x="858078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6" name="rc266"/>
          <p:cNvSpPr/>
          <p:nvPr/>
        </p:nvSpPr>
        <p:spPr>
          <a:xfrm>
            <a:off x="8366418" y="11029453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7" name="pl267"/>
          <p:cNvSpPr/>
          <p:nvPr/>
        </p:nvSpPr>
        <p:spPr>
          <a:xfrm>
            <a:off x="12826938" y="11029453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8" name="pg268"/>
          <p:cNvSpPr/>
          <p:nvPr/>
        </p:nvSpPr>
        <p:spPr>
          <a:xfrm>
            <a:off x="12768435" y="11331320"/>
            <a:ext cx="630147" cy="167704"/>
          </a:xfrm>
          <a:custGeom>
            <a:avLst/>
            <a:gdLst/>
            <a:ahLst/>
            <a:cxnLst/>
            <a:rect l="0" t="0" r="0" b="0"/>
            <a:pathLst>
              <a:path w="630147" h="167704">
                <a:moveTo>
                  <a:pt x="0" y="83852"/>
                </a:moveTo>
                <a:lnTo>
                  <a:pt x="315073" y="0"/>
                </a:lnTo>
                <a:lnTo>
                  <a:pt x="630147" y="83852"/>
                </a:lnTo>
                <a:lnTo>
                  <a:pt x="315073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9" name="pg269"/>
          <p:cNvSpPr/>
          <p:nvPr/>
        </p:nvSpPr>
        <p:spPr>
          <a:xfrm>
            <a:off x="11813083" y="11051813"/>
            <a:ext cx="1213843" cy="167704"/>
          </a:xfrm>
          <a:custGeom>
            <a:avLst/>
            <a:gdLst/>
            <a:ahLst/>
            <a:cxnLst/>
            <a:rect l="0" t="0" r="0" b="0"/>
            <a:pathLst>
              <a:path w="1213843" h="167704">
                <a:moveTo>
                  <a:pt x="0" y="83852"/>
                </a:moveTo>
                <a:lnTo>
                  <a:pt x="606921" y="0"/>
                </a:lnTo>
                <a:lnTo>
                  <a:pt x="1213843" y="83852"/>
                </a:lnTo>
                <a:lnTo>
                  <a:pt x="606921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0" name="rc270"/>
          <p:cNvSpPr/>
          <p:nvPr/>
        </p:nvSpPr>
        <p:spPr>
          <a:xfrm>
            <a:off x="8366418" y="11911868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1" name="pl271"/>
          <p:cNvSpPr/>
          <p:nvPr/>
        </p:nvSpPr>
        <p:spPr>
          <a:xfrm>
            <a:off x="12826938" y="11911868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2" name="pg272"/>
          <p:cNvSpPr/>
          <p:nvPr/>
        </p:nvSpPr>
        <p:spPr>
          <a:xfrm>
            <a:off x="12154493" y="12213735"/>
            <a:ext cx="569429" cy="167704"/>
          </a:xfrm>
          <a:custGeom>
            <a:avLst/>
            <a:gdLst/>
            <a:ahLst/>
            <a:cxnLst/>
            <a:rect l="0" t="0" r="0" b="0"/>
            <a:pathLst>
              <a:path w="569429" h="167704">
                <a:moveTo>
                  <a:pt x="0" y="83852"/>
                </a:moveTo>
                <a:lnTo>
                  <a:pt x="284714" y="0"/>
                </a:lnTo>
                <a:lnTo>
                  <a:pt x="569429" y="83852"/>
                </a:lnTo>
                <a:lnTo>
                  <a:pt x="284714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3" name="pg273"/>
          <p:cNvSpPr/>
          <p:nvPr/>
        </p:nvSpPr>
        <p:spPr>
          <a:xfrm>
            <a:off x="11461320" y="11934227"/>
            <a:ext cx="1101340" cy="167704"/>
          </a:xfrm>
          <a:custGeom>
            <a:avLst/>
            <a:gdLst/>
            <a:ahLst/>
            <a:cxnLst/>
            <a:rect l="0" t="0" r="0" b="0"/>
            <a:pathLst>
              <a:path w="1101340" h="167704">
                <a:moveTo>
                  <a:pt x="0" y="83852"/>
                </a:moveTo>
                <a:lnTo>
                  <a:pt x="550670" y="0"/>
                </a:lnTo>
                <a:lnTo>
                  <a:pt x="1101340" y="83852"/>
                </a:lnTo>
                <a:lnTo>
                  <a:pt x="550670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4" name="rc274"/>
          <p:cNvSpPr/>
          <p:nvPr/>
        </p:nvSpPr>
        <p:spPr>
          <a:xfrm>
            <a:off x="8366418" y="12794283"/>
            <a:ext cx="633562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5" name="pl275"/>
          <p:cNvSpPr/>
          <p:nvPr/>
        </p:nvSpPr>
        <p:spPr>
          <a:xfrm>
            <a:off x="12826938" y="12794283"/>
            <a:ext cx="0" cy="491933"/>
          </a:xfrm>
          <a:custGeom>
            <a:avLst/>
            <a:gdLst/>
            <a:ahLst/>
            <a:cxnLst/>
            <a:rect l="0" t="0" r="0" b="0"/>
            <a:pathLst>
              <a:path h="491933">
                <a:moveTo>
                  <a:pt x="0" y="491933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6" name="pg276"/>
          <p:cNvSpPr/>
          <p:nvPr/>
        </p:nvSpPr>
        <p:spPr>
          <a:xfrm>
            <a:off x="12555421" y="13096150"/>
            <a:ext cx="286085" cy="167704"/>
          </a:xfrm>
          <a:custGeom>
            <a:avLst/>
            <a:gdLst/>
            <a:ahLst/>
            <a:cxnLst/>
            <a:rect l="0" t="0" r="0" b="0"/>
            <a:pathLst>
              <a:path w="286085" h="167704">
                <a:moveTo>
                  <a:pt x="0" y="83852"/>
                </a:moveTo>
                <a:lnTo>
                  <a:pt x="143042" y="0"/>
                </a:lnTo>
                <a:lnTo>
                  <a:pt x="286085" y="83852"/>
                </a:lnTo>
                <a:lnTo>
                  <a:pt x="143042" y="167704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7" name="pg277"/>
          <p:cNvSpPr/>
          <p:nvPr/>
        </p:nvSpPr>
        <p:spPr>
          <a:xfrm>
            <a:off x="11905123" y="12816642"/>
            <a:ext cx="559536" cy="167704"/>
          </a:xfrm>
          <a:custGeom>
            <a:avLst/>
            <a:gdLst/>
            <a:ahLst/>
            <a:cxnLst/>
            <a:rect l="0" t="0" r="0" b="0"/>
            <a:pathLst>
              <a:path w="559536" h="167704">
                <a:moveTo>
                  <a:pt x="0" y="83852"/>
                </a:moveTo>
                <a:lnTo>
                  <a:pt x="279768" y="0"/>
                </a:lnTo>
                <a:lnTo>
                  <a:pt x="559536" y="83852"/>
                </a:lnTo>
                <a:lnTo>
                  <a:pt x="279768" y="167704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8" name="pl278"/>
          <p:cNvSpPr/>
          <p:nvPr/>
        </p:nvSpPr>
        <p:spPr>
          <a:xfrm>
            <a:off x="8366418" y="13286215"/>
            <a:ext cx="6335624" cy="0"/>
          </a:xfrm>
          <a:custGeom>
            <a:avLst/>
            <a:gdLst/>
            <a:ahLst/>
            <a:cxnLst/>
            <a:rect l="0" t="0" r="0" b="0"/>
            <a:pathLst>
              <a:path w="6335624">
                <a:moveTo>
                  <a:pt x="0" y="0"/>
                </a:moveTo>
                <a:lnTo>
                  <a:pt x="633562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7" name="rc287"/>
          <p:cNvSpPr/>
          <p:nvPr/>
        </p:nvSpPr>
        <p:spPr>
          <a:xfrm>
            <a:off x="14876015" y="5734964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8" name="tx288"/>
          <p:cNvSpPr/>
          <p:nvPr/>
        </p:nvSpPr>
        <p:spPr>
          <a:xfrm>
            <a:off x="15172535" y="5713602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0.92 [0.60-1.42]</a:t>
            </a:r>
          </a:p>
        </p:txBody>
      </p:sp>
      <p:sp>
        <p:nvSpPr>
          <p:cNvPr id="289" name="tx289"/>
          <p:cNvSpPr/>
          <p:nvPr/>
        </p:nvSpPr>
        <p:spPr>
          <a:xfrm>
            <a:off x="15172535" y="6005617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1.01 [0.90-1.13]</a:t>
            </a:r>
          </a:p>
        </p:txBody>
      </p:sp>
      <p:sp>
        <p:nvSpPr>
          <p:cNvPr id="290" name="rc290"/>
          <p:cNvSpPr/>
          <p:nvPr/>
        </p:nvSpPr>
        <p:spPr>
          <a:xfrm>
            <a:off x="14876015" y="6617379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1" name="tx291"/>
          <p:cNvSpPr/>
          <p:nvPr/>
        </p:nvSpPr>
        <p:spPr>
          <a:xfrm>
            <a:off x="15172535" y="659601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0.70 [0.32-1.51]</a:t>
            </a:r>
          </a:p>
        </p:txBody>
      </p:sp>
      <p:sp>
        <p:nvSpPr>
          <p:cNvPr id="292" name="tx292"/>
          <p:cNvSpPr/>
          <p:nvPr/>
        </p:nvSpPr>
        <p:spPr>
          <a:xfrm>
            <a:off x="15172535" y="6888032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1.04 [0.93-1.17]</a:t>
            </a:r>
          </a:p>
        </p:txBody>
      </p:sp>
      <p:sp>
        <p:nvSpPr>
          <p:cNvPr id="293" name="rc293"/>
          <p:cNvSpPr/>
          <p:nvPr/>
        </p:nvSpPr>
        <p:spPr>
          <a:xfrm>
            <a:off x="14876015" y="7499794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4" name="tx294"/>
          <p:cNvSpPr/>
          <p:nvPr/>
        </p:nvSpPr>
        <p:spPr>
          <a:xfrm>
            <a:off x="15172535" y="777044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0.57 [0.19-1.66]</a:t>
            </a:r>
          </a:p>
        </p:txBody>
      </p:sp>
      <p:sp>
        <p:nvSpPr>
          <p:cNvPr id="295" name="tx295"/>
          <p:cNvSpPr/>
          <p:nvPr/>
        </p:nvSpPr>
        <p:spPr>
          <a:xfrm>
            <a:off x="15172535" y="747843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1.18 [0.87-1.61]</a:t>
            </a:r>
          </a:p>
        </p:txBody>
      </p:sp>
      <p:sp>
        <p:nvSpPr>
          <p:cNvPr id="296" name="rc296"/>
          <p:cNvSpPr/>
          <p:nvPr/>
        </p:nvSpPr>
        <p:spPr>
          <a:xfrm>
            <a:off x="14876015" y="838220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7" name="tx297"/>
          <p:cNvSpPr/>
          <p:nvPr/>
        </p:nvSpPr>
        <p:spPr>
          <a:xfrm>
            <a:off x="15172535" y="865286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0.84 [0.67-1.05]</a:t>
            </a:r>
          </a:p>
        </p:txBody>
      </p:sp>
      <p:sp>
        <p:nvSpPr>
          <p:cNvPr id="298" name="tx298"/>
          <p:cNvSpPr/>
          <p:nvPr/>
        </p:nvSpPr>
        <p:spPr>
          <a:xfrm>
            <a:off x="15172535" y="836084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0.72 [0.62-0.85]</a:t>
            </a:r>
          </a:p>
        </p:txBody>
      </p:sp>
      <p:sp>
        <p:nvSpPr>
          <p:cNvPr id="299" name="rc299"/>
          <p:cNvSpPr/>
          <p:nvPr/>
        </p:nvSpPr>
        <p:spPr>
          <a:xfrm>
            <a:off x="14876015" y="926462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0" name="tx300"/>
          <p:cNvSpPr/>
          <p:nvPr/>
        </p:nvSpPr>
        <p:spPr>
          <a:xfrm>
            <a:off x="15172535" y="924326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0.70 [0.60-0.81]</a:t>
            </a:r>
          </a:p>
        </p:txBody>
      </p:sp>
      <p:sp>
        <p:nvSpPr>
          <p:cNvPr id="301" name="tx301"/>
          <p:cNvSpPr/>
          <p:nvPr/>
        </p:nvSpPr>
        <p:spPr>
          <a:xfrm>
            <a:off x="15172535" y="953527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0.98 [0.91-1.06]</a:t>
            </a:r>
          </a:p>
        </p:txBody>
      </p:sp>
      <p:sp>
        <p:nvSpPr>
          <p:cNvPr id="302" name="rc302"/>
          <p:cNvSpPr/>
          <p:nvPr/>
        </p:nvSpPr>
        <p:spPr>
          <a:xfrm>
            <a:off x="14876015" y="1014703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3" name="tx303"/>
          <p:cNvSpPr/>
          <p:nvPr/>
        </p:nvSpPr>
        <p:spPr>
          <a:xfrm>
            <a:off x="15172535" y="1041769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0.80 [0.64-1.00]</a:t>
            </a:r>
          </a:p>
        </p:txBody>
      </p:sp>
      <p:sp>
        <p:nvSpPr>
          <p:cNvPr id="304" name="tx304"/>
          <p:cNvSpPr/>
          <p:nvPr/>
        </p:nvSpPr>
        <p:spPr>
          <a:xfrm>
            <a:off x="15172535" y="1012567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0.92 [0.67-1.27]</a:t>
            </a:r>
          </a:p>
        </p:txBody>
      </p:sp>
      <p:sp>
        <p:nvSpPr>
          <p:cNvPr id="305" name="rc305"/>
          <p:cNvSpPr/>
          <p:nvPr/>
        </p:nvSpPr>
        <p:spPr>
          <a:xfrm>
            <a:off x="14876015" y="1102945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6" name="tx306"/>
          <p:cNvSpPr/>
          <p:nvPr/>
        </p:nvSpPr>
        <p:spPr>
          <a:xfrm>
            <a:off x="15172535" y="1130010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1.10 [0.98-1.24]</a:t>
            </a:r>
          </a:p>
        </p:txBody>
      </p:sp>
      <p:sp>
        <p:nvSpPr>
          <p:cNvPr id="307" name="tx307"/>
          <p:cNvSpPr/>
          <p:nvPr/>
        </p:nvSpPr>
        <p:spPr>
          <a:xfrm>
            <a:off x="15172535" y="1100809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0.86 [0.69-1.08]</a:t>
            </a:r>
          </a:p>
        </p:txBody>
      </p:sp>
      <p:sp>
        <p:nvSpPr>
          <p:cNvPr id="308" name="rc308"/>
          <p:cNvSpPr/>
          <p:nvPr/>
        </p:nvSpPr>
        <p:spPr>
          <a:xfrm>
            <a:off x="14876015" y="11911868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9" name="tx309"/>
          <p:cNvSpPr/>
          <p:nvPr/>
        </p:nvSpPr>
        <p:spPr>
          <a:xfrm>
            <a:off x="15172535" y="1218252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0.87 [0.78-0.96]</a:t>
            </a:r>
          </a:p>
        </p:txBody>
      </p:sp>
      <p:sp>
        <p:nvSpPr>
          <p:cNvPr id="310" name="tx310"/>
          <p:cNvSpPr/>
          <p:nvPr/>
        </p:nvSpPr>
        <p:spPr>
          <a:xfrm>
            <a:off x="15172535" y="11890505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0.74 [0.60-0.91]</a:t>
            </a:r>
          </a:p>
        </p:txBody>
      </p:sp>
      <p:sp>
        <p:nvSpPr>
          <p:cNvPr id="311" name="rc311"/>
          <p:cNvSpPr/>
          <p:nvPr/>
        </p:nvSpPr>
        <p:spPr>
          <a:xfrm>
            <a:off x="14876015" y="12794283"/>
            <a:ext cx="2111874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2" name="tx312"/>
          <p:cNvSpPr/>
          <p:nvPr/>
        </p:nvSpPr>
        <p:spPr>
          <a:xfrm>
            <a:off x="15172535" y="13064935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0.95 [0.90-1.01]</a:t>
            </a:r>
          </a:p>
        </p:txBody>
      </p:sp>
      <p:sp>
        <p:nvSpPr>
          <p:cNvPr id="313" name="tx313"/>
          <p:cNvSpPr/>
          <p:nvPr/>
        </p:nvSpPr>
        <p:spPr>
          <a:xfrm>
            <a:off x="15172535" y="12772920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0.79 [0.71-0.87]</a:t>
            </a:r>
          </a:p>
        </p:txBody>
      </p:sp>
      <p:sp>
        <p:nvSpPr>
          <p:cNvPr id="322" name="rc322"/>
          <p:cNvSpPr/>
          <p:nvPr/>
        </p:nvSpPr>
        <p:spPr>
          <a:xfrm>
            <a:off x="17161864" y="573496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3" name="tx323"/>
          <p:cNvSpPr/>
          <p:nvPr/>
        </p:nvSpPr>
        <p:spPr>
          <a:xfrm>
            <a:off x="17478844" y="6046057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0.68</a:t>
            </a:r>
          </a:p>
        </p:txBody>
      </p:sp>
      <p:sp>
        <p:nvSpPr>
          <p:cNvPr id="324" name="rc324"/>
          <p:cNvSpPr/>
          <p:nvPr/>
        </p:nvSpPr>
        <p:spPr>
          <a:xfrm>
            <a:off x="17161864" y="6617379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5" name="tx325"/>
          <p:cNvSpPr/>
          <p:nvPr/>
        </p:nvSpPr>
        <p:spPr>
          <a:xfrm>
            <a:off x="17478844" y="6928366"/>
            <a:ext cx="42197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0.32</a:t>
            </a:r>
          </a:p>
        </p:txBody>
      </p:sp>
      <p:sp>
        <p:nvSpPr>
          <p:cNvPr id="326" name="rc326"/>
          <p:cNvSpPr/>
          <p:nvPr/>
        </p:nvSpPr>
        <p:spPr>
          <a:xfrm>
            <a:off x="17161864" y="7499794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7" name="tx327"/>
          <p:cNvSpPr/>
          <p:nvPr/>
        </p:nvSpPr>
        <p:spPr>
          <a:xfrm>
            <a:off x="17478844" y="7810887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0.20</a:t>
            </a:r>
          </a:p>
        </p:txBody>
      </p:sp>
      <p:sp>
        <p:nvSpPr>
          <p:cNvPr id="328" name="rc328"/>
          <p:cNvSpPr/>
          <p:nvPr/>
        </p:nvSpPr>
        <p:spPr>
          <a:xfrm>
            <a:off x="17161864" y="838220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9" name="tx329"/>
          <p:cNvSpPr/>
          <p:nvPr/>
        </p:nvSpPr>
        <p:spPr>
          <a:xfrm>
            <a:off x="17478844" y="8693301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0.29</a:t>
            </a:r>
          </a:p>
        </p:txBody>
      </p:sp>
      <p:sp>
        <p:nvSpPr>
          <p:cNvPr id="330" name="rc330"/>
          <p:cNvSpPr/>
          <p:nvPr/>
        </p:nvSpPr>
        <p:spPr>
          <a:xfrm>
            <a:off x="17161864" y="926462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1" name="tx331"/>
          <p:cNvSpPr/>
          <p:nvPr/>
        </p:nvSpPr>
        <p:spPr>
          <a:xfrm>
            <a:off x="17385420" y="9575716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&lt; 0.01</a:t>
            </a:r>
          </a:p>
        </p:txBody>
      </p:sp>
      <p:sp>
        <p:nvSpPr>
          <p:cNvPr id="332" name="rc332"/>
          <p:cNvSpPr/>
          <p:nvPr/>
        </p:nvSpPr>
        <p:spPr>
          <a:xfrm>
            <a:off x="17161864" y="1014703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3" name="tx333"/>
          <p:cNvSpPr/>
          <p:nvPr/>
        </p:nvSpPr>
        <p:spPr>
          <a:xfrm>
            <a:off x="17478844" y="10458131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334" name="rc334"/>
          <p:cNvSpPr/>
          <p:nvPr/>
        </p:nvSpPr>
        <p:spPr>
          <a:xfrm>
            <a:off x="17161864" y="1102945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5" name="tx335"/>
          <p:cNvSpPr/>
          <p:nvPr/>
        </p:nvSpPr>
        <p:spPr>
          <a:xfrm>
            <a:off x="17478844" y="11340546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0.06</a:t>
            </a:r>
          </a:p>
        </p:txBody>
      </p:sp>
      <p:sp>
        <p:nvSpPr>
          <p:cNvPr id="336" name="rc336"/>
          <p:cNvSpPr/>
          <p:nvPr/>
        </p:nvSpPr>
        <p:spPr>
          <a:xfrm>
            <a:off x="17161864" y="11911868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7" name="tx337"/>
          <p:cNvSpPr/>
          <p:nvPr/>
        </p:nvSpPr>
        <p:spPr>
          <a:xfrm>
            <a:off x="17478844" y="12222961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0.18</a:t>
            </a:r>
          </a:p>
        </p:txBody>
      </p:sp>
      <p:sp>
        <p:nvSpPr>
          <p:cNvPr id="338" name="rc338"/>
          <p:cNvSpPr/>
          <p:nvPr/>
        </p:nvSpPr>
        <p:spPr>
          <a:xfrm>
            <a:off x="17161864" y="12794283"/>
            <a:ext cx="1055937" cy="491933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9" name="tx339"/>
          <p:cNvSpPr/>
          <p:nvPr/>
        </p:nvSpPr>
        <p:spPr>
          <a:xfrm>
            <a:off x="17385420" y="13105376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07"/>
              </a:lnSpc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&lt; 0.01</a:t>
            </a:r>
          </a:p>
        </p:txBody>
      </p:sp>
      <p:sp>
        <p:nvSpPr>
          <p:cNvPr id="348" name="pl348"/>
          <p:cNvSpPr/>
          <p:nvPr/>
        </p:nvSpPr>
        <p:spPr>
          <a:xfrm>
            <a:off x="9103522" y="132862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9" name="pl349"/>
          <p:cNvSpPr/>
          <p:nvPr/>
        </p:nvSpPr>
        <p:spPr>
          <a:xfrm>
            <a:off x="10965230" y="132862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0" name="pl350"/>
          <p:cNvSpPr/>
          <p:nvPr/>
        </p:nvSpPr>
        <p:spPr>
          <a:xfrm>
            <a:off x="12826938" y="132862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1" name="pl351"/>
          <p:cNvSpPr/>
          <p:nvPr/>
        </p:nvSpPr>
        <p:spPr>
          <a:xfrm>
            <a:off x="14688647" y="13286215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2" name="tx352"/>
          <p:cNvSpPr/>
          <p:nvPr/>
        </p:nvSpPr>
        <p:spPr>
          <a:xfrm>
            <a:off x="8962285" y="13489385"/>
            <a:ext cx="282475" cy="1504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600"/>
              </a:lnSpc>
            </a:pPr>
            <a:r>
              <a:rPr sz="24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1/4</a:t>
            </a:r>
          </a:p>
        </p:txBody>
      </p:sp>
      <p:sp>
        <p:nvSpPr>
          <p:cNvPr id="353" name="tx353"/>
          <p:cNvSpPr/>
          <p:nvPr/>
        </p:nvSpPr>
        <p:spPr>
          <a:xfrm>
            <a:off x="10823993" y="13489385"/>
            <a:ext cx="282475" cy="1504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600"/>
              </a:lnSpc>
            </a:pPr>
            <a:r>
              <a:rPr sz="24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1/2</a:t>
            </a:r>
          </a:p>
        </p:txBody>
      </p:sp>
      <p:sp>
        <p:nvSpPr>
          <p:cNvPr id="354" name="tx354"/>
          <p:cNvSpPr/>
          <p:nvPr/>
        </p:nvSpPr>
        <p:spPr>
          <a:xfrm>
            <a:off x="12770433" y="13493750"/>
            <a:ext cx="113010" cy="14605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600"/>
              </a:lnSpc>
            </a:pPr>
            <a:r>
              <a:rPr sz="24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55" name="tx355"/>
          <p:cNvSpPr/>
          <p:nvPr/>
        </p:nvSpPr>
        <p:spPr>
          <a:xfrm>
            <a:off x="14632142" y="13493750"/>
            <a:ext cx="113010" cy="14605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600"/>
              </a:lnSpc>
            </a:pPr>
            <a:r>
              <a:rPr sz="24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56" name="tx356"/>
          <p:cNvSpPr/>
          <p:nvPr/>
        </p:nvSpPr>
        <p:spPr>
          <a:xfrm>
            <a:off x="10282550" y="13808176"/>
            <a:ext cx="2531516" cy="20695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2200"/>
              </a:lnSpc>
            </a:pPr>
            <a:r>
              <a:rPr sz="2800" dirty="0">
                <a:solidFill>
                  <a:srgbClr val="000000">
                    <a:alpha val="100000"/>
                  </a:srgbClr>
                </a:solidFill>
                <a:latin typeface="22"/>
                <a:cs typeface="22"/>
              </a:rPr>
              <a:t>Odds Ratio of Death</a:t>
            </a:r>
          </a:p>
        </p:txBody>
      </p:sp>
      <p:sp>
        <p:nvSpPr>
          <p:cNvPr id="357" name="tx357"/>
          <p:cNvSpPr/>
          <p:nvPr/>
        </p:nvSpPr>
        <p:spPr>
          <a:xfrm>
            <a:off x="14652644" y="13891408"/>
            <a:ext cx="49398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00"/>
              </a:lnSpc>
            </a:pPr>
            <a:r>
              <a:rPr sz="140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358" name="tx14">
            <a:extLst>
              <a:ext uri="{FF2B5EF4-FFF2-40B4-BE49-F238E27FC236}">
                <a16:creationId xmlns:a16="http://schemas.microsoft.com/office/drawing/2014/main" id="{8CC1BE80-09CF-4324-81C1-DD45F4F54361}"/>
              </a:ext>
            </a:extLst>
          </p:cNvPr>
          <p:cNvSpPr/>
          <p:nvPr/>
        </p:nvSpPr>
        <p:spPr>
          <a:xfrm>
            <a:off x="2512386" y="4670377"/>
            <a:ext cx="1181286" cy="70646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800"/>
              </a:lnSpc>
            </a:pPr>
            <a:r>
              <a:rPr lang="el-GR" sz="1800" b="1" dirty="0">
                <a:solidFill>
                  <a:srgbClr val="3764B0">
                    <a:alpha val="100000"/>
                  </a:srgbClr>
                </a:solidFill>
                <a:cs typeface="Arial"/>
              </a:rPr>
              <a:t>τ</a:t>
            </a:r>
            <a:endParaRPr sz="1800" b="1" dirty="0">
              <a:solidFill>
                <a:srgbClr val="3764B0">
                  <a:alpha val="100000"/>
                </a:srgb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249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4"/>
          <p:cNvSpPr/>
          <p:nvPr/>
        </p:nvSpPr>
        <p:spPr>
          <a:xfrm>
            <a:off x="160054" y="959358"/>
            <a:ext cx="1409997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azithromycin</a:t>
            </a:r>
          </a:p>
        </p:txBody>
      </p:sp>
      <p:sp>
        <p:nvSpPr>
          <p:cNvPr id="5" name="tx5"/>
          <p:cNvSpPr/>
          <p:nvPr/>
        </p:nvSpPr>
        <p:spPr>
          <a:xfrm>
            <a:off x="2677130" y="797327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tx7"/>
          <p:cNvSpPr/>
          <p:nvPr/>
        </p:nvSpPr>
        <p:spPr>
          <a:xfrm>
            <a:off x="3181711" y="390645"/>
            <a:ext cx="825661" cy="16932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Studies</a:t>
            </a:r>
          </a:p>
        </p:txBody>
      </p:sp>
      <p:sp>
        <p:nvSpPr>
          <p:cNvPr id="8" name="tx8"/>
          <p:cNvSpPr/>
          <p:nvPr/>
        </p:nvSpPr>
        <p:spPr>
          <a:xfrm>
            <a:off x="3524722" y="685642"/>
            <a:ext cx="139637" cy="12122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9" name="tx9"/>
          <p:cNvSpPr/>
          <p:nvPr/>
        </p:nvSpPr>
        <p:spPr>
          <a:xfrm>
            <a:off x="4178903" y="269589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tx11"/>
          <p:cNvSpPr/>
          <p:nvPr/>
        </p:nvSpPr>
        <p:spPr>
          <a:xfrm>
            <a:off x="4612282" y="393659"/>
            <a:ext cx="965410" cy="166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Patients:</a:t>
            </a:r>
          </a:p>
        </p:txBody>
      </p:sp>
      <p:sp>
        <p:nvSpPr>
          <p:cNvPr id="12" name="tx12"/>
          <p:cNvSpPr/>
          <p:nvPr/>
        </p:nvSpPr>
        <p:spPr>
          <a:xfrm>
            <a:off x="5012444" y="643226"/>
            <a:ext cx="165087" cy="1636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3" name="tx13"/>
          <p:cNvSpPr/>
          <p:nvPr/>
        </p:nvSpPr>
        <p:spPr>
          <a:xfrm>
            <a:off x="5679350" y="269589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tx15"/>
          <p:cNvSpPr/>
          <p:nvPr/>
        </p:nvSpPr>
        <p:spPr>
          <a:xfrm>
            <a:off x="9879864" y="626649"/>
            <a:ext cx="63512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tx16"/>
          <p:cNvSpPr/>
          <p:nvPr/>
        </p:nvSpPr>
        <p:spPr>
          <a:xfrm>
            <a:off x="6095834" y="412671"/>
            <a:ext cx="1524632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 Analysis</a:t>
            </a:r>
          </a:p>
        </p:txBody>
      </p:sp>
      <p:sp>
        <p:nvSpPr>
          <p:cNvPr id="17" name="tx17"/>
          <p:cNvSpPr/>
          <p:nvPr/>
        </p:nvSpPr>
        <p:spPr>
          <a:xfrm>
            <a:off x="13805535" y="336264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9" name="tx19"/>
          <p:cNvSpPr/>
          <p:nvPr/>
        </p:nvSpPr>
        <p:spPr>
          <a:xfrm>
            <a:off x="14368761" y="548236"/>
            <a:ext cx="2045456" cy="21252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Estimates [95% CI]</a:t>
            </a:r>
          </a:p>
        </p:txBody>
      </p:sp>
      <p:sp>
        <p:nvSpPr>
          <p:cNvPr id="20" name="tx20"/>
          <p:cNvSpPr/>
          <p:nvPr/>
        </p:nvSpPr>
        <p:spPr>
          <a:xfrm>
            <a:off x="16637762" y="467587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2" name="tx22"/>
          <p:cNvSpPr/>
          <p:nvPr/>
        </p:nvSpPr>
        <p:spPr>
          <a:xfrm>
            <a:off x="17155012" y="553036"/>
            <a:ext cx="800323" cy="2087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</a:t>
            </a:r>
          </a:p>
        </p:txBody>
      </p:sp>
      <p:sp>
        <p:nvSpPr>
          <p:cNvPr id="23" name="tx23"/>
          <p:cNvSpPr/>
          <p:nvPr/>
        </p:nvSpPr>
        <p:spPr>
          <a:xfrm>
            <a:off x="18139535" y="471382"/>
            <a:ext cx="77626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c24"/>
          <p:cNvSpPr/>
          <p:nvPr/>
        </p:nvSpPr>
        <p:spPr>
          <a:xfrm>
            <a:off x="104383" y="1254494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x25"/>
          <p:cNvSpPr/>
          <p:nvPr/>
        </p:nvSpPr>
        <p:spPr>
          <a:xfrm>
            <a:off x="325462" y="1284959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26" name="tx26"/>
          <p:cNvSpPr/>
          <p:nvPr/>
        </p:nvSpPr>
        <p:spPr>
          <a:xfrm>
            <a:off x="325462" y="1564941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27" name="tx27"/>
          <p:cNvSpPr/>
          <p:nvPr/>
        </p:nvSpPr>
        <p:spPr>
          <a:xfrm>
            <a:off x="325462" y="1844923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28" name="rc28"/>
          <p:cNvSpPr/>
          <p:nvPr/>
        </p:nvSpPr>
        <p:spPr>
          <a:xfrm>
            <a:off x="104383" y="2441177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x29"/>
          <p:cNvSpPr/>
          <p:nvPr/>
        </p:nvSpPr>
        <p:spPr>
          <a:xfrm>
            <a:off x="325462" y="2471642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30" name="tx30"/>
          <p:cNvSpPr/>
          <p:nvPr/>
        </p:nvSpPr>
        <p:spPr>
          <a:xfrm>
            <a:off x="325462" y="2751624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31" name="tx31"/>
          <p:cNvSpPr/>
          <p:nvPr/>
        </p:nvSpPr>
        <p:spPr>
          <a:xfrm>
            <a:off x="325462" y="3031606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32" name="rc32"/>
          <p:cNvSpPr/>
          <p:nvPr/>
        </p:nvSpPr>
        <p:spPr>
          <a:xfrm>
            <a:off x="104383" y="3627861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x33"/>
          <p:cNvSpPr/>
          <p:nvPr/>
        </p:nvSpPr>
        <p:spPr>
          <a:xfrm>
            <a:off x="325462" y="3658326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34" name="tx34"/>
          <p:cNvSpPr/>
          <p:nvPr/>
        </p:nvSpPr>
        <p:spPr>
          <a:xfrm>
            <a:off x="325462" y="3938308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35" name="tx35"/>
          <p:cNvSpPr/>
          <p:nvPr/>
        </p:nvSpPr>
        <p:spPr>
          <a:xfrm>
            <a:off x="325462" y="4218290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36" name="rc36"/>
          <p:cNvSpPr/>
          <p:nvPr/>
        </p:nvSpPr>
        <p:spPr>
          <a:xfrm>
            <a:off x="104383" y="4814544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x37"/>
          <p:cNvSpPr/>
          <p:nvPr/>
        </p:nvSpPr>
        <p:spPr>
          <a:xfrm>
            <a:off x="325462" y="4845009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38" name="tx38"/>
          <p:cNvSpPr/>
          <p:nvPr/>
        </p:nvSpPr>
        <p:spPr>
          <a:xfrm>
            <a:off x="325462" y="5124991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39" name="tx39"/>
          <p:cNvSpPr/>
          <p:nvPr/>
        </p:nvSpPr>
        <p:spPr>
          <a:xfrm>
            <a:off x="325462" y="5404973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40" name="rc40"/>
          <p:cNvSpPr/>
          <p:nvPr/>
        </p:nvSpPr>
        <p:spPr>
          <a:xfrm>
            <a:off x="104383" y="6001228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x41"/>
          <p:cNvSpPr/>
          <p:nvPr/>
        </p:nvSpPr>
        <p:spPr>
          <a:xfrm>
            <a:off x="325462" y="6031693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42" name="tx42"/>
          <p:cNvSpPr/>
          <p:nvPr/>
        </p:nvSpPr>
        <p:spPr>
          <a:xfrm>
            <a:off x="325462" y="6311675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43" name="tx43"/>
          <p:cNvSpPr/>
          <p:nvPr/>
        </p:nvSpPr>
        <p:spPr>
          <a:xfrm>
            <a:off x="325462" y="6591657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44" name="rc44"/>
          <p:cNvSpPr/>
          <p:nvPr/>
        </p:nvSpPr>
        <p:spPr>
          <a:xfrm>
            <a:off x="104383" y="7187911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x45"/>
          <p:cNvSpPr/>
          <p:nvPr/>
        </p:nvSpPr>
        <p:spPr>
          <a:xfrm>
            <a:off x="325462" y="7218376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46" name="tx46"/>
          <p:cNvSpPr/>
          <p:nvPr/>
        </p:nvSpPr>
        <p:spPr>
          <a:xfrm>
            <a:off x="325462" y="7498358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47" name="tx47"/>
          <p:cNvSpPr/>
          <p:nvPr/>
        </p:nvSpPr>
        <p:spPr>
          <a:xfrm>
            <a:off x="325462" y="7778340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48" name="rc48"/>
          <p:cNvSpPr/>
          <p:nvPr/>
        </p:nvSpPr>
        <p:spPr>
          <a:xfrm>
            <a:off x="104383" y="8374595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x49"/>
          <p:cNvSpPr/>
          <p:nvPr/>
        </p:nvSpPr>
        <p:spPr>
          <a:xfrm>
            <a:off x="325462" y="8405060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50" name="tx50"/>
          <p:cNvSpPr/>
          <p:nvPr/>
        </p:nvSpPr>
        <p:spPr>
          <a:xfrm>
            <a:off x="325462" y="8685042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51" name="tx51"/>
          <p:cNvSpPr/>
          <p:nvPr/>
        </p:nvSpPr>
        <p:spPr>
          <a:xfrm>
            <a:off x="325462" y="8965024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52" name="rc52"/>
          <p:cNvSpPr/>
          <p:nvPr/>
        </p:nvSpPr>
        <p:spPr>
          <a:xfrm>
            <a:off x="104383" y="9561278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x53"/>
          <p:cNvSpPr/>
          <p:nvPr/>
        </p:nvSpPr>
        <p:spPr>
          <a:xfrm>
            <a:off x="325462" y="9591743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54" name="tx54"/>
          <p:cNvSpPr/>
          <p:nvPr/>
        </p:nvSpPr>
        <p:spPr>
          <a:xfrm>
            <a:off x="325462" y="9871725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55" name="tx55"/>
          <p:cNvSpPr/>
          <p:nvPr/>
        </p:nvSpPr>
        <p:spPr>
          <a:xfrm>
            <a:off x="325462" y="10151707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56" name="rc56"/>
          <p:cNvSpPr/>
          <p:nvPr/>
        </p:nvSpPr>
        <p:spPr>
          <a:xfrm>
            <a:off x="104383" y="10747962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x57"/>
          <p:cNvSpPr/>
          <p:nvPr/>
        </p:nvSpPr>
        <p:spPr>
          <a:xfrm>
            <a:off x="325462" y="10778427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58" name="tx58"/>
          <p:cNvSpPr/>
          <p:nvPr/>
        </p:nvSpPr>
        <p:spPr>
          <a:xfrm>
            <a:off x="325462" y="11058409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59" name="tx59"/>
          <p:cNvSpPr/>
          <p:nvPr/>
        </p:nvSpPr>
        <p:spPr>
          <a:xfrm>
            <a:off x="325462" y="11338391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60" name="rc60"/>
          <p:cNvSpPr/>
          <p:nvPr/>
        </p:nvSpPr>
        <p:spPr>
          <a:xfrm>
            <a:off x="104383" y="11934645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x61"/>
          <p:cNvSpPr/>
          <p:nvPr/>
        </p:nvSpPr>
        <p:spPr>
          <a:xfrm>
            <a:off x="325462" y="11965110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62" name="tx62"/>
          <p:cNvSpPr/>
          <p:nvPr/>
        </p:nvSpPr>
        <p:spPr>
          <a:xfrm>
            <a:off x="325462" y="12245092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63" name="tx63"/>
          <p:cNvSpPr/>
          <p:nvPr/>
        </p:nvSpPr>
        <p:spPr>
          <a:xfrm>
            <a:off x="325462" y="12525074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64" name="rc64"/>
          <p:cNvSpPr/>
          <p:nvPr/>
        </p:nvSpPr>
        <p:spPr>
          <a:xfrm>
            <a:off x="104383" y="13121329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x65"/>
          <p:cNvSpPr/>
          <p:nvPr/>
        </p:nvSpPr>
        <p:spPr>
          <a:xfrm>
            <a:off x="325462" y="13151794"/>
            <a:ext cx="1198489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+ RWS</a:t>
            </a:r>
          </a:p>
        </p:txBody>
      </p:sp>
      <p:sp>
        <p:nvSpPr>
          <p:cNvPr id="66" name="tx66"/>
          <p:cNvSpPr/>
          <p:nvPr/>
        </p:nvSpPr>
        <p:spPr>
          <a:xfrm>
            <a:off x="325462" y="13431776"/>
            <a:ext cx="1036305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RCT alone</a:t>
            </a:r>
          </a:p>
        </p:txBody>
      </p:sp>
      <p:sp>
        <p:nvSpPr>
          <p:cNvPr id="67" name="tx67"/>
          <p:cNvSpPr/>
          <p:nvPr/>
        </p:nvSpPr>
        <p:spPr>
          <a:xfrm>
            <a:off x="325462" y="13711758"/>
            <a:ext cx="1096541" cy="1604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RWS alone</a:t>
            </a:r>
          </a:p>
        </p:txBody>
      </p:sp>
      <p:sp>
        <p:nvSpPr>
          <p:cNvPr id="68" name="tx68"/>
          <p:cNvSpPr/>
          <p:nvPr/>
        </p:nvSpPr>
        <p:spPr>
          <a:xfrm>
            <a:off x="160054" y="12871623"/>
            <a:ext cx="1257411" cy="166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tocilizumab</a:t>
            </a:r>
          </a:p>
        </p:txBody>
      </p:sp>
      <p:sp>
        <p:nvSpPr>
          <p:cNvPr id="69" name="tx69"/>
          <p:cNvSpPr/>
          <p:nvPr/>
        </p:nvSpPr>
        <p:spPr>
          <a:xfrm>
            <a:off x="160054" y="11682037"/>
            <a:ext cx="2745097" cy="1692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remdesivir severe/critical</a:t>
            </a:r>
          </a:p>
        </p:txBody>
      </p:sp>
      <p:sp>
        <p:nvSpPr>
          <p:cNvPr id="70" name="tx70"/>
          <p:cNvSpPr/>
          <p:nvPr/>
        </p:nvSpPr>
        <p:spPr>
          <a:xfrm>
            <a:off x="160054" y="10495354"/>
            <a:ext cx="3164011" cy="1692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remdesivir not severe/critical</a:t>
            </a:r>
          </a:p>
        </p:txBody>
      </p:sp>
      <p:sp>
        <p:nvSpPr>
          <p:cNvPr id="71" name="tx71"/>
          <p:cNvSpPr/>
          <p:nvPr/>
        </p:nvSpPr>
        <p:spPr>
          <a:xfrm>
            <a:off x="160054" y="9266366"/>
            <a:ext cx="1930821" cy="2115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lopinavir/ritonavir</a:t>
            </a:r>
          </a:p>
        </p:txBody>
      </p:sp>
      <p:sp>
        <p:nvSpPr>
          <p:cNvPr id="72" name="tx72"/>
          <p:cNvSpPr/>
          <p:nvPr/>
        </p:nvSpPr>
        <p:spPr>
          <a:xfrm>
            <a:off x="160054" y="8079459"/>
            <a:ext cx="3740869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hydroxychloroquine+azithromycin</a:t>
            </a:r>
          </a:p>
        </p:txBody>
      </p:sp>
      <p:sp>
        <p:nvSpPr>
          <p:cNvPr id="73" name="tx73"/>
          <p:cNvSpPr/>
          <p:nvPr/>
        </p:nvSpPr>
        <p:spPr>
          <a:xfrm>
            <a:off x="160054" y="6892776"/>
            <a:ext cx="2197372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hydroxychloroquine</a:t>
            </a:r>
          </a:p>
        </p:txBody>
      </p:sp>
      <p:sp>
        <p:nvSpPr>
          <p:cNvPr id="74" name="tx74"/>
          <p:cNvSpPr/>
          <p:nvPr/>
        </p:nvSpPr>
        <p:spPr>
          <a:xfrm>
            <a:off x="160054" y="5703302"/>
            <a:ext cx="3163565" cy="2145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glucocorticoid severe/critical</a:t>
            </a:r>
          </a:p>
        </p:txBody>
      </p:sp>
      <p:sp>
        <p:nvSpPr>
          <p:cNvPr id="75" name="tx75"/>
          <p:cNvSpPr/>
          <p:nvPr/>
        </p:nvSpPr>
        <p:spPr>
          <a:xfrm>
            <a:off x="160054" y="4519409"/>
            <a:ext cx="2667409" cy="21174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glucocorticoid moderate</a:t>
            </a:r>
          </a:p>
        </p:txBody>
      </p:sp>
      <p:sp>
        <p:nvSpPr>
          <p:cNvPr id="76" name="tx76"/>
          <p:cNvSpPr/>
          <p:nvPr/>
        </p:nvSpPr>
        <p:spPr>
          <a:xfrm>
            <a:off x="160054" y="3329935"/>
            <a:ext cx="3200846" cy="2145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glucocorticoid mild/moderate</a:t>
            </a:r>
          </a:p>
        </p:txBody>
      </p:sp>
      <p:sp>
        <p:nvSpPr>
          <p:cNvPr id="77" name="tx77"/>
          <p:cNvSpPr/>
          <p:nvPr/>
        </p:nvSpPr>
        <p:spPr>
          <a:xfrm>
            <a:off x="160054" y="2149056"/>
            <a:ext cx="2299841" cy="2087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3764B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convalescent plasma</a:t>
            </a:r>
          </a:p>
        </p:txBody>
      </p:sp>
      <p:sp>
        <p:nvSpPr>
          <p:cNvPr id="78" name="rc78"/>
          <p:cNvSpPr/>
          <p:nvPr/>
        </p:nvSpPr>
        <p:spPr>
          <a:xfrm>
            <a:off x="2931304" y="1254494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x79"/>
          <p:cNvSpPr/>
          <p:nvPr/>
        </p:nvSpPr>
        <p:spPr>
          <a:xfrm>
            <a:off x="3473962" y="1289617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80" name="tx80"/>
          <p:cNvSpPr/>
          <p:nvPr/>
        </p:nvSpPr>
        <p:spPr>
          <a:xfrm>
            <a:off x="3534251" y="1566952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81" name="tx81"/>
          <p:cNvSpPr/>
          <p:nvPr/>
        </p:nvSpPr>
        <p:spPr>
          <a:xfrm>
            <a:off x="3534251" y="1849687"/>
            <a:ext cx="120579" cy="15572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2" name="rc82"/>
          <p:cNvSpPr/>
          <p:nvPr/>
        </p:nvSpPr>
        <p:spPr>
          <a:xfrm>
            <a:off x="2931304" y="2441177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x83"/>
          <p:cNvSpPr/>
          <p:nvPr/>
        </p:nvSpPr>
        <p:spPr>
          <a:xfrm>
            <a:off x="3473962" y="2474289"/>
            <a:ext cx="241158" cy="1578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</p:txBody>
      </p:sp>
      <p:sp>
        <p:nvSpPr>
          <p:cNvPr id="84" name="tx84"/>
          <p:cNvSpPr/>
          <p:nvPr/>
        </p:nvSpPr>
        <p:spPr>
          <a:xfrm>
            <a:off x="3473962" y="2756282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sp>
        <p:nvSpPr>
          <p:cNvPr id="85" name="tx85"/>
          <p:cNvSpPr/>
          <p:nvPr/>
        </p:nvSpPr>
        <p:spPr>
          <a:xfrm>
            <a:off x="3473962" y="3036264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86" name="rc86"/>
          <p:cNvSpPr/>
          <p:nvPr/>
        </p:nvSpPr>
        <p:spPr>
          <a:xfrm>
            <a:off x="2931304" y="3627861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x87"/>
          <p:cNvSpPr/>
          <p:nvPr/>
        </p:nvSpPr>
        <p:spPr>
          <a:xfrm>
            <a:off x="3473962" y="3660337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88" name="tx88"/>
          <p:cNvSpPr/>
          <p:nvPr/>
        </p:nvSpPr>
        <p:spPr>
          <a:xfrm>
            <a:off x="3534251" y="3940213"/>
            <a:ext cx="120579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9" name="tx89"/>
          <p:cNvSpPr/>
          <p:nvPr/>
        </p:nvSpPr>
        <p:spPr>
          <a:xfrm>
            <a:off x="3534251" y="4225594"/>
            <a:ext cx="120579" cy="1531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90" name="rc90"/>
          <p:cNvSpPr/>
          <p:nvPr/>
        </p:nvSpPr>
        <p:spPr>
          <a:xfrm>
            <a:off x="2931304" y="4814544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x91"/>
          <p:cNvSpPr/>
          <p:nvPr/>
        </p:nvSpPr>
        <p:spPr>
          <a:xfrm>
            <a:off x="3473962" y="4849667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92" name="tx92"/>
          <p:cNvSpPr/>
          <p:nvPr/>
        </p:nvSpPr>
        <p:spPr>
          <a:xfrm>
            <a:off x="3534251" y="5126897"/>
            <a:ext cx="120579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3" name="tx93"/>
          <p:cNvSpPr/>
          <p:nvPr/>
        </p:nvSpPr>
        <p:spPr>
          <a:xfrm>
            <a:off x="3473962" y="5409631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94" name="rc94"/>
          <p:cNvSpPr/>
          <p:nvPr/>
        </p:nvSpPr>
        <p:spPr>
          <a:xfrm>
            <a:off x="2931304" y="6001228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x95"/>
          <p:cNvSpPr/>
          <p:nvPr/>
        </p:nvSpPr>
        <p:spPr>
          <a:xfrm>
            <a:off x="3473962" y="6036351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</p:txBody>
      </p:sp>
      <p:sp>
        <p:nvSpPr>
          <p:cNvPr id="96" name="tx96"/>
          <p:cNvSpPr/>
          <p:nvPr/>
        </p:nvSpPr>
        <p:spPr>
          <a:xfrm>
            <a:off x="3534251" y="6313686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97" name="tx97"/>
          <p:cNvSpPr/>
          <p:nvPr/>
        </p:nvSpPr>
        <p:spPr>
          <a:xfrm>
            <a:off x="3473962" y="6593668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98" name="rc98"/>
          <p:cNvSpPr/>
          <p:nvPr/>
        </p:nvSpPr>
        <p:spPr>
          <a:xfrm>
            <a:off x="2931304" y="7187911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x99"/>
          <p:cNvSpPr/>
          <p:nvPr/>
        </p:nvSpPr>
        <p:spPr>
          <a:xfrm>
            <a:off x="3473962" y="7223140"/>
            <a:ext cx="241158" cy="15572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</a:t>
            </a:r>
          </a:p>
        </p:txBody>
      </p:sp>
      <p:sp>
        <p:nvSpPr>
          <p:cNvPr id="100" name="tx100"/>
          <p:cNvSpPr/>
          <p:nvPr/>
        </p:nvSpPr>
        <p:spPr>
          <a:xfrm>
            <a:off x="3473962" y="7500370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</a:p>
        </p:txBody>
      </p:sp>
      <p:sp>
        <p:nvSpPr>
          <p:cNvPr id="101" name="tx101"/>
          <p:cNvSpPr/>
          <p:nvPr/>
        </p:nvSpPr>
        <p:spPr>
          <a:xfrm>
            <a:off x="3473962" y="7780352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</a:p>
        </p:txBody>
      </p:sp>
      <p:sp>
        <p:nvSpPr>
          <p:cNvPr id="102" name="rc102"/>
          <p:cNvSpPr/>
          <p:nvPr/>
        </p:nvSpPr>
        <p:spPr>
          <a:xfrm>
            <a:off x="2931304" y="8374595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x103"/>
          <p:cNvSpPr/>
          <p:nvPr/>
        </p:nvSpPr>
        <p:spPr>
          <a:xfrm>
            <a:off x="3473962" y="8407071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104" name="tx104"/>
          <p:cNvSpPr/>
          <p:nvPr/>
        </p:nvSpPr>
        <p:spPr>
          <a:xfrm>
            <a:off x="3534251" y="8687053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05" name="tx105"/>
          <p:cNvSpPr/>
          <p:nvPr/>
        </p:nvSpPr>
        <p:spPr>
          <a:xfrm>
            <a:off x="3473962" y="8969682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106" name="rc106"/>
          <p:cNvSpPr/>
          <p:nvPr/>
        </p:nvSpPr>
        <p:spPr>
          <a:xfrm>
            <a:off x="2931304" y="9561278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x107"/>
          <p:cNvSpPr/>
          <p:nvPr/>
        </p:nvSpPr>
        <p:spPr>
          <a:xfrm>
            <a:off x="3473962" y="9596401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108" name="tx108"/>
          <p:cNvSpPr/>
          <p:nvPr/>
        </p:nvSpPr>
        <p:spPr>
          <a:xfrm>
            <a:off x="3534251" y="9879030"/>
            <a:ext cx="120579" cy="1531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09" name="tx109"/>
          <p:cNvSpPr/>
          <p:nvPr/>
        </p:nvSpPr>
        <p:spPr>
          <a:xfrm>
            <a:off x="3534251" y="10159012"/>
            <a:ext cx="120579" cy="1531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10" name="rc110"/>
          <p:cNvSpPr/>
          <p:nvPr/>
        </p:nvSpPr>
        <p:spPr>
          <a:xfrm>
            <a:off x="2931304" y="10747962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x111"/>
          <p:cNvSpPr/>
          <p:nvPr/>
        </p:nvSpPr>
        <p:spPr>
          <a:xfrm>
            <a:off x="3473962" y="10783085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12" name="tx112"/>
          <p:cNvSpPr/>
          <p:nvPr/>
        </p:nvSpPr>
        <p:spPr>
          <a:xfrm>
            <a:off x="3534251" y="11060420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13" name="tx113"/>
          <p:cNvSpPr/>
          <p:nvPr/>
        </p:nvSpPr>
        <p:spPr>
          <a:xfrm>
            <a:off x="3473962" y="11343049"/>
            <a:ext cx="241158" cy="15583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114" name="rc114"/>
          <p:cNvSpPr/>
          <p:nvPr/>
        </p:nvSpPr>
        <p:spPr>
          <a:xfrm>
            <a:off x="2931304" y="11934645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x115"/>
          <p:cNvSpPr/>
          <p:nvPr/>
        </p:nvSpPr>
        <p:spPr>
          <a:xfrm>
            <a:off x="3534251" y="11967122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16" name="tx116"/>
          <p:cNvSpPr/>
          <p:nvPr/>
        </p:nvSpPr>
        <p:spPr>
          <a:xfrm>
            <a:off x="3534251" y="12246998"/>
            <a:ext cx="120579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7" name="tx117"/>
          <p:cNvSpPr/>
          <p:nvPr/>
        </p:nvSpPr>
        <p:spPr>
          <a:xfrm>
            <a:off x="3534251" y="12527086"/>
            <a:ext cx="120579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18" name="rc118"/>
          <p:cNvSpPr/>
          <p:nvPr/>
        </p:nvSpPr>
        <p:spPr>
          <a:xfrm>
            <a:off x="2931304" y="13121329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x119"/>
          <p:cNvSpPr/>
          <p:nvPr/>
        </p:nvSpPr>
        <p:spPr>
          <a:xfrm>
            <a:off x="3473962" y="13153699"/>
            <a:ext cx="241158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</a:t>
            </a:r>
          </a:p>
        </p:txBody>
      </p:sp>
      <p:sp>
        <p:nvSpPr>
          <p:cNvPr id="120" name="tx120"/>
          <p:cNvSpPr/>
          <p:nvPr/>
        </p:nvSpPr>
        <p:spPr>
          <a:xfrm>
            <a:off x="3473962" y="13433681"/>
            <a:ext cx="241158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121" name="tx121"/>
          <p:cNvSpPr/>
          <p:nvPr/>
        </p:nvSpPr>
        <p:spPr>
          <a:xfrm>
            <a:off x="3473962" y="13713769"/>
            <a:ext cx="241158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</p:txBody>
      </p:sp>
      <p:sp>
        <p:nvSpPr>
          <p:cNvPr id="132" name="rc132"/>
          <p:cNvSpPr/>
          <p:nvPr/>
        </p:nvSpPr>
        <p:spPr>
          <a:xfrm>
            <a:off x="4431751" y="1254494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x133"/>
          <p:cNvSpPr/>
          <p:nvPr/>
        </p:nvSpPr>
        <p:spPr>
          <a:xfrm>
            <a:off x="4793539" y="1286864"/>
            <a:ext cx="602896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364</a:t>
            </a:r>
          </a:p>
        </p:txBody>
      </p:sp>
      <p:sp>
        <p:nvSpPr>
          <p:cNvPr id="134" name="tx134"/>
          <p:cNvSpPr/>
          <p:nvPr/>
        </p:nvSpPr>
        <p:spPr>
          <a:xfrm>
            <a:off x="4853829" y="1566952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821</a:t>
            </a:r>
          </a:p>
        </p:txBody>
      </p:sp>
      <p:sp>
        <p:nvSpPr>
          <p:cNvPr id="135" name="tx135"/>
          <p:cNvSpPr/>
          <p:nvPr/>
        </p:nvSpPr>
        <p:spPr>
          <a:xfrm>
            <a:off x="4853829" y="1846828"/>
            <a:ext cx="482317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543</a:t>
            </a:r>
          </a:p>
        </p:txBody>
      </p:sp>
      <p:sp>
        <p:nvSpPr>
          <p:cNvPr id="136" name="rc136"/>
          <p:cNvSpPr/>
          <p:nvPr/>
        </p:nvSpPr>
        <p:spPr>
          <a:xfrm>
            <a:off x="4431751" y="2441177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x137"/>
          <p:cNvSpPr/>
          <p:nvPr/>
        </p:nvSpPr>
        <p:spPr>
          <a:xfrm>
            <a:off x="4793539" y="2473654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982</a:t>
            </a:r>
          </a:p>
        </p:txBody>
      </p:sp>
      <p:sp>
        <p:nvSpPr>
          <p:cNvPr id="138" name="tx138"/>
          <p:cNvSpPr/>
          <p:nvPr/>
        </p:nvSpPr>
        <p:spPr>
          <a:xfrm>
            <a:off x="4793539" y="2753636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966</a:t>
            </a:r>
          </a:p>
        </p:txBody>
      </p:sp>
      <p:sp>
        <p:nvSpPr>
          <p:cNvPr id="139" name="tx139"/>
          <p:cNvSpPr/>
          <p:nvPr/>
        </p:nvSpPr>
        <p:spPr>
          <a:xfrm>
            <a:off x="4793539" y="3033618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016</a:t>
            </a:r>
          </a:p>
        </p:txBody>
      </p:sp>
      <p:sp>
        <p:nvSpPr>
          <p:cNvPr id="140" name="rc140"/>
          <p:cNvSpPr/>
          <p:nvPr/>
        </p:nvSpPr>
        <p:spPr>
          <a:xfrm>
            <a:off x="4352876" y="3637839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x141"/>
          <p:cNvSpPr/>
          <p:nvPr/>
        </p:nvSpPr>
        <p:spPr>
          <a:xfrm>
            <a:off x="4853829" y="3660231"/>
            <a:ext cx="482317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915</a:t>
            </a:r>
          </a:p>
        </p:txBody>
      </p:sp>
      <p:sp>
        <p:nvSpPr>
          <p:cNvPr id="142" name="tx142"/>
          <p:cNvSpPr/>
          <p:nvPr/>
        </p:nvSpPr>
        <p:spPr>
          <a:xfrm>
            <a:off x="4853829" y="3940319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652</a:t>
            </a:r>
          </a:p>
        </p:txBody>
      </p:sp>
      <p:sp>
        <p:nvSpPr>
          <p:cNvPr id="143" name="tx143"/>
          <p:cNvSpPr/>
          <p:nvPr/>
        </p:nvSpPr>
        <p:spPr>
          <a:xfrm>
            <a:off x="4853829" y="4220195"/>
            <a:ext cx="482317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263</a:t>
            </a:r>
          </a:p>
        </p:txBody>
      </p:sp>
      <p:sp>
        <p:nvSpPr>
          <p:cNvPr id="144" name="rc144"/>
          <p:cNvSpPr/>
          <p:nvPr/>
        </p:nvSpPr>
        <p:spPr>
          <a:xfrm>
            <a:off x="4431751" y="4814544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tx145"/>
          <p:cNvSpPr/>
          <p:nvPr/>
        </p:nvSpPr>
        <p:spPr>
          <a:xfrm>
            <a:off x="4793539" y="4847021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705</a:t>
            </a:r>
          </a:p>
        </p:txBody>
      </p:sp>
      <p:sp>
        <p:nvSpPr>
          <p:cNvPr id="146" name="tx146"/>
          <p:cNvSpPr/>
          <p:nvPr/>
        </p:nvSpPr>
        <p:spPr>
          <a:xfrm>
            <a:off x="4853829" y="5126897"/>
            <a:ext cx="482317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986</a:t>
            </a:r>
          </a:p>
        </p:txBody>
      </p:sp>
      <p:sp>
        <p:nvSpPr>
          <p:cNvPr id="147" name="tx147"/>
          <p:cNvSpPr/>
          <p:nvPr/>
        </p:nvSpPr>
        <p:spPr>
          <a:xfrm>
            <a:off x="4853829" y="5406985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719</a:t>
            </a:r>
          </a:p>
        </p:txBody>
      </p:sp>
      <p:sp>
        <p:nvSpPr>
          <p:cNvPr id="148" name="rc148"/>
          <p:cNvSpPr/>
          <p:nvPr/>
        </p:nvSpPr>
        <p:spPr>
          <a:xfrm>
            <a:off x="4431751" y="6001228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x149"/>
          <p:cNvSpPr/>
          <p:nvPr/>
        </p:nvSpPr>
        <p:spPr>
          <a:xfrm>
            <a:off x="4853829" y="6033704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912</a:t>
            </a:r>
          </a:p>
        </p:txBody>
      </p:sp>
      <p:sp>
        <p:nvSpPr>
          <p:cNvPr id="150" name="tx150"/>
          <p:cNvSpPr/>
          <p:nvPr/>
        </p:nvSpPr>
        <p:spPr>
          <a:xfrm>
            <a:off x="4853829" y="6313580"/>
            <a:ext cx="482317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399</a:t>
            </a:r>
          </a:p>
        </p:txBody>
      </p:sp>
      <p:sp>
        <p:nvSpPr>
          <p:cNvPr id="151" name="tx151"/>
          <p:cNvSpPr/>
          <p:nvPr/>
        </p:nvSpPr>
        <p:spPr>
          <a:xfrm>
            <a:off x="4853829" y="6593668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522</a:t>
            </a:r>
          </a:p>
        </p:txBody>
      </p:sp>
      <p:sp>
        <p:nvSpPr>
          <p:cNvPr id="152" name="rc152"/>
          <p:cNvSpPr/>
          <p:nvPr/>
        </p:nvSpPr>
        <p:spPr>
          <a:xfrm>
            <a:off x="4431751" y="7187911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x153"/>
          <p:cNvSpPr/>
          <p:nvPr/>
        </p:nvSpPr>
        <p:spPr>
          <a:xfrm>
            <a:off x="4793539" y="7220388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246</a:t>
            </a:r>
          </a:p>
        </p:txBody>
      </p:sp>
      <p:sp>
        <p:nvSpPr>
          <p:cNvPr id="154" name="tx154"/>
          <p:cNvSpPr/>
          <p:nvPr/>
        </p:nvSpPr>
        <p:spPr>
          <a:xfrm>
            <a:off x="4793539" y="7500370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854</a:t>
            </a:r>
          </a:p>
        </p:txBody>
      </p:sp>
      <p:sp>
        <p:nvSpPr>
          <p:cNvPr id="155" name="tx155"/>
          <p:cNvSpPr/>
          <p:nvPr/>
        </p:nvSpPr>
        <p:spPr>
          <a:xfrm>
            <a:off x="4793539" y="7780246"/>
            <a:ext cx="602896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403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92</a:t>
            </a:r>
          </a:p>
        </p:txBody>
      </p:sp>
      <p:sp>
        <p:nvSpPr>
          <p:cNvPr id="156" name="rc156"/>
          <p:cNvSpPr/>
          <p:nvPr/>
        </p:nvSpPr>
        <p:spPr>
          <a:xfrm>
            <a:off x="4431751" y="8374595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x157"/>
          <p:cNvSpPr/>
          <p:nvPr/>
        </p:nvSpPr>
        <p:spPr>
          <a:xfrm>
            <a:off x="4793539" y="8407071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614</a:t>
            </a:r>
          </a:p>
        </p:txBody>
      </p:sp>
      <p:sp>
        <p:nvSpPr>
          <p:cNvPr id="158" name="tx158"/>
          <p:cNvSpPr/>
          <p:nvPr/>
        </p:nvSpPr>
        <p:spPr>
          <a:xfrm>
            <a:off x="4853829" y="8687053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152</a:t>
            </a:r>
          </a:p>
        </p:txBody>
      </p:sp>
      <p:sp>
        <p:nvSpPr>
          <p:cNvPr id="159" name="tx159"/>
          <p:cNvSpPr/>
          <p:nvPr/>
        </p:nvSpPr>
        <p:spPr>
          <a:xfrm>
            <a:off x="4793539" y="8967035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462</a:t>
            </a:r>
          </a:p>
        </p:txBody>
      </p:sp>
      <p:sp>
        <p:nvSpPr>
          <p:cNvPr id="160" name="rc160"/>
          <p:cNvSpPr/>
          <p:nvPr/>
        </p:nvSpPr>
        <p:spPr>
          <a:xfrm>
            <a:off x="4431751" y="9561278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tx161"/>
          <p:cNvSpPr/>
          <p:nvPr/>
        </p:nvSpPr>
        <p:spPr>
          <a:xfrm>
            <a:off x="4793539" y="9593755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626</a:t>
            </a:r>
          </a:p>
        </p:txBody>
      </p:sp>
      <p:sp>
        <p:nvSpPr>
          <p:cNvPr id="162" name="tx162"/>
          <p:cNvSpPr/>
          <p:nvPr/>
        </p:nvSpPr>
        <p:spPr>
          <a:xfrm>
            <a:off x="4853829" y="9873737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427</a:t>
            </a:r>
          </a:p>
        </p:txBody>
      </p:sp>
      <p:sp>
        <p:nvSpPr>
          <p:cNvPr id="163" name="tx163"/>
          <p:cNvSpPr/>
          <p:nvPr/>
        </p:nvSpPr>
        <p:spPr>
          <a:xfrm>
            <a:off x="4853829" y="10153719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199</a:t>
            </a:r>
          </a:p>
        </p:txBody>
      </p:sp>
      <p:sp>
        <p:nvSpPr>
          <p:cNvPr id="164" name="rc164"/>
          <p:cNvSpPr/>
          <p:nvPr/>
        </p:nvSpPr>
        <p:spPr>
          <a:xfrm>
            <a:off x="4431751" y="10747962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tx165"/>
          <p:cNvSpPr/>
          <p:nvPr/>
        </p:nvSpPr>
        <p:spPr>
          <a:xfrm>
            <a:off x="4793539" y="10780438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92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882</a:t>
            </a:r>
          </a:p>
        </p:txBody>
      </p:sp>
      <p:sp>
        <p:nvSpPr>
          <p:cNvPr id="166" name="tx166"/>
          <p:cNvSpPr/>
          <p:nvPr/>
        </p:nvSpPr>
        <p:spPr>
          <a:xfrm>
            <a:off x="4853829" y="11060420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266</a:t>
            </a:r>
          </a:p>
        </p:txBody>
      </p:sp>
      <p:sp>
        <p:nvSpPr>
          <p:cNvPr id="167" name="tx167"/>
          <p:cNvSpPr/>
          <p:nvPr/>
        </p:nvSpPr>
        <p:spPr>
          <a:xfrm>
            <a:off x="4793539" y="11340402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616</a:t>
            </a:r>
          </a:p>
        </p:txBody>
      </p:sp>
      <p:sp>
        <p:nvSpPr>
          <p:cNvPr id="168" name="rc168"/>
          <p:cNvSpPr/>
          <p:nvPr/>
        </p:nvSpPr>
        <p:spPr>
          <a:xfrm>
            <a:off x="4431751" y="11934645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tx169"/>
          <p:cNvSpPr/>
          <p:nvPr/>
        </p:nvSpPr>
        <p:spPr>
          <a:xfrm>
            <a:off x="4793539" y="11967122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278</a:t>
            </a:r>
          </a:p>
        </p:txBody>
      </p:sp>
      <p:sp>
        <p:nvSpPr>
          <p:cNvPr id="170" name="tx170"/>
          <p:cNvSpPr/>
          <p:nvPr/>
        </p:nvSpPr>
        <p:spPr>
          <a:xfrm>
            <a:off x="4853829" y="12246998"/>
            <a:ext cx="482317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399</a:t>
            </a:r>
          </a:p>
        </p:txBody>
      </p:sp>
      <p:sp>
        <p:nvSpPr>
          <p:cNvPr id="171" name="tx171"/>
          <p:cNvSpPr/>
          <p:nvPr/>
        </p:nvSpPr>
        <p:spPr>
          <a:xfrm>
            <a:off x="4793539" y="12527086"/>
            <a:ext cx="602896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879</a:t>
            </a:r>
          </a:p>
        </p:txBody>
      </p:sp>
      <p:sp>
        <p:nvSpPr>
          <p:cNvPr id="172" name="rc172"/>
          <p:cNvSpPr/>
          <p:nvPr/>
        </p:nvSpPr>
        <p:spPr>
          <a:xfrm>
            <a:off x="4431751" y="13121329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x173"/>
          <p:cNvSpPr/>
          <p:nvPr/>
        </p:nvSpPr>
        <p:spPr>
          <a:xfrm>
            <a:off x="4793539" y="13153699"/>
            <a:ext cx="602896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332</a:t>
            </a:r>
          </a:p>
        </p:txBody>
      </p:sp>
      <p:sp>
        <p:nvSpPr>
          <p:cNvPr id="174" name="tx174"/>
          <p:cNvSpPr/>
          <p:nvPr/>
        </p:nvSpPr>
        <p:spPr>
          <a:xfrm>
            <a:off x="4853829" y="13433787"/>
            <a:ext cx="482317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162</a:t>
            </a:r>
          </a:p>
        </p:txBody>
      </p:sp>
      <p:sp>
        <p:nvSpPr>
          <p:cNvPr id="175" name="tx175"/>
          <p:cNvSpPr/>
          <p:nvPr/>
        </p:nvSpPr>
        <p:spPr>
          <a:xfrm>
            <a:off x="4793539" y="13713663"/>
            <a:ext cx="602896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</a:t>
            </a:r>
          </a:p>
        </p:txBody>
      </p:sp>
      <p:sp>
        <p:nvSpPr>
          <p:cNvPr id="186" name="rc186"/>
          <p:cNvSpPr/>
          <p:nvPr/>
        </p:nvSpPr>
        <p:spPr>
          <a:xfrm>
            <a:off x="5932198" y="1254494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pl187"/>
          <p:cNvSpPr/>
          <p:nvPr/>
        </p:nvSpPr>
        <p:spPr>
          <a:xfrm>
            <a:off x="11535527" y="1254494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pg188"/>
          <p:cNvSpPr/>
          <p:nvPr/>
        </p:nvSpPr>
        <p:spPr>
          <a:xfrm>
            <a:off x="9196839" y="1934894"/>
            <a:ext cx="2751051" cy="128377"/>
          </a:xfrm>
          <a:custGeom>
            <a:avLst/>
            <a:gdLst/>
            <a:ahLst/>
            <a:cxnLst/>
            <a:rect l="0" t="0" r="0" b="0"/>
            <a:pathLst>
              <a:path w="2751051" h="128377">
                <a:moveTo>
                  <a:pt x="0" y="64188"/>
                </a:moveTo>
                <a:lnTo>
                  <a:pt x="1368044" y="0"/>
                </a:lnTo>
                <a:lnTo>
                  <a:pt x="2751051" y="64188"/>
                </a:lnTo>
                <a:lnTo>
                  <a:pt x="1368044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pg189"/>
          <p:cNvSpPr/>
          <p:nvPr/>
        </p:nvSpPr>
        <p:spPr>
          <a:xfrm>
            <a:off x="11180039" y="1613951"/>
            <a:ext cx="797578" cy="128377"/>
          </a:xfrm>
          <a:custGeom>
            <a:avLst/>
            <a:gdLst/>
            <a:ahLst/>
            <a:cxnLst/>
            <a:rect l="0" t="0" r="0" b="0"/>
            <a:pathLst>
              <a:path w="797578" h="128377">
                <a:moveTo>
                  <a:pt x="0" y="64188"/>
                </a:moveTo>
                <a:lnTo>
                  <a:pt x="389060" y="0"/>
                </a:lnTo>
                <a:lnTo>
                  <a:pt x="797578" y="64188"/>
                </a:lnTo>
                <a:lnTo>
                  <a:pt x="389060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pg190"/>
          <p:cNvSpPr/>
          <p:nvPr/>
        </p:nvSpPr>
        <p:spPr>
          <a:xfrm>
            <a:off x="11142340" y="1293007"/>
            <a:ext cx="775559" cy="128377"/>
          </a:xfrm>
          <a:custGeom>
            <a:avLst/>
            <a:gdLst/>
            <a:ahLst/>
            <a:cxnLst/>
            <a:rect l="0" t="0" r="0" b="0"/>
            <a:pathLst>
              <a:path w="775559" h="128377">
                <a:moveTo>
                  <a:pt x="0" y="64188"/>
                </a:moveTo>
                <a:lnTo>
                  <a:pt x="393186" y="0"/>
                </a:lnTo>
                <a:lnTo>
                  <a:pt x="775559" y="64188"/>
                </a:lnTo>
                <a:lnTo>
                  <a:pt x="393186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rc191"/>
          <p:cNvSpPr/>
          <p:nvPr/>
        </p:nvSpPr>
        <p:spPr>
          <a:xfrm>
            <a:off x="5932198" y="2435116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pl192"/>
          <p:cNvSpPr/>
          <p:nvPr/>
        </p:nvSpPr>
        <p:spPr>
          <a:xfrm>
            <a:off x="11535527" y="2435116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pg193"/>
          <p:cNvSpPr/>
          <p:nvPr/>
        </p:nvSpPr>
        <p:spPr>
          <a:xfrm>
            <a:off x="9456507" y="3115516"/>
            <a:ext cx="1723532" cy="128377"/>
          </a:xfrm>
          <a:custGeom>
            <a:avLst/>
            <a:gdLst/>
            <a:ahLst/>
            <a:cxnLst/>
            <a:rect l="0" t="0" r="0" b="0"/>
            <a:pathLst>
              <a:path w="1723532" h="128377">
                <a:moveTo>
                  <a:pt x="0" y="64188"/>
                </a:moveTo>
                <a:lnTo>
                  <a:pt x="875594" y="0"/>
                </a:lnTo>
                <a:lnTo>
                  <a:pt x="1723532" y="64188"/>
                </a:lnTo>
                <a:lnTo>
                  <a:pt x="875594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pg194"/>
          <p:cNvSpPr/>
          <p:nvPr/>
        </p:nvSpPr>
        <p:spPr>
          <a:xfrm>
            <a:off x="11217321" y="2794573"/>
            <a:ext cx="514805" cy="128377"/>
          </a:xfrm>
          <a:custGeom>
            <a:avLst/>
            <a:gdLst/>
            <a:ahLst/>
            <a:cxnLst/>
            <a:rect l="0" t="0" r="0" b="0"/>
            <a:pathLst>
              <a:path w="514805" h="128377">
                <a:moveTo>
                  <a:pt x="0" y="64188"/>
                </a:moveTo>
                <a:lnTo>
                  <a:pt x="250041" y="0"/>
                </a:lnTo>
                <a:lnTo>
                  <a:pt x="514805" y="64188"/>
                </a:lnTo>
                <a:lnTo>
                  <a:pt x="250041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pg195"/>
          <p:cNvSpPr/>
          <p:nvPr/>
        </p:nvSpPr>
        <p:spPr>
          <a:xfrm>
            <a:off x="11180039" y="2473629"/>
            <a:ext cx="487818" cy="128377"/>
          </a:xfrm>
          <a:custGeom>
            <a:avLst/>
            <a:gdLst/>
            <a:ahLst/>
            <a:cxnLst/>
            <a:rect l="0" t="0" r="0" b="0"/>
            <a:pathLst>
              <a:path w="487818" h="128377">
                <a:moveTo>
                  <a:pt x="0" y="64188"/>
                </a:moveTo>
                <a:lnTo>
                  <a:pt x="252718" y="0"/>
                </a:lnTo>
                <a:lnTo>
                  <a:pt x="487818" y="64188"/>
                </a:lnTo>
                <a:lnTo>
                  <a:pt x="252718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rc196"/>
          <p:cNvSpPr/>
          <p:nvPr/>
        </p:nvSpPr>
        <p:spPr>
          <a:xfrm>
            <a:off x="5932198" y="3615738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pl197"/>
          <p:cNvSpPr/>
          <p:nvPr/>
        </p:nvSpPr>
        <p:spPr>
          <a:xfrm>
            <a:off x="11535527" y="3615738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pg198"/>
          <p:cNvSpPr/>
          <p:nvPr/>
        </p:nvSpPr>
        <p:spPr>
          <a:xfrm>
            <a:off x="8443950" y="4296138"/>
            <a:ext cx="5292531" cy="128377"/>
          </a:xfrm>
          <a:custGeom>
            <a:avLst/>
            <a:gdLst/>
            <a:ahLst/>
            <a:cxnLst/>
            <a:rect l="0" t="0" r="0" b="0"/>
            <a:pathLst>
              <a:path w="5292531" h="128377">
                <a:moveTo>
                  <a:pt x="0" y="64188"/>
                </a:moveTo>
                <a:lnTo>
                  <a:pt x="2660265" y="0"/>
                </a:lnTo>
                <a:lnTo>
                  <a:pt x="5292531" y="64188"/>
                </a:lnTo>
                <a:lnTo>
                  <a:pt x="2660265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pg199"/>
          <p:cNvSpPr/>
          <p:nvPr/>
        </p:nvSpPr>
        <p:spPr>
          <a:xfrm>
            <a:off x="11501617" y="3975195"/>
            <a:ext cx="2035802" cy="128377"/>
          </a:xfrm>
          <a:custGeom>
            <a:avLst/>
            <a:gdLst/>
            <a:ahLst/>
            <a:cxnLst/>
            <a:rect l="0" t="0" r="0" b="0"/>
            <a:pathLst>
              <a:path w="2035802" h="128377">
                <a:moveTo>
                  <a:pt x="0" y="64188"/>
                </a:moveTo>
                <a:lnTo>
                  <a:pt x="1021381" y="0"/>
                </a:lnTo>
                <a:lnTo>
                  <a:pt x="2035802" y="64188"/>
                </a:lnTo>
                <a:lnTo>
                  <a:pt x="1021381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pg200"/>
          <p:cNvSpPr/>
          <p:nvPr/>
        </p:nvSpPr>
        <p:spPr>
          <a:xfrm>
            <a:off x="11467363" y="3654251"/>
            <a:ext cx="1878299" cy="128377"/>
          </a:xfrm>
          <a:custGeom>
            <a:avLst/>
            <a:gdLst/>
            <a:ahLst/>
            <a:cxnLst/>
            <a:rect l="0" t="0" r="0" b="0"/>
            <a:pathLst>
              <a:path w="1878299" h="128377">
                <a:moveTo>
                  <a:pt x="0" y="64188"/>
                </a:moveTo>
                <a:lnTo>
                  <a:pt x="927330" y="0"/>
                </a:lnTo>
                <a:lnTo>
                  <a:pt x="1878299" y="64188"/>
                </a:lnTo>
                <a:lnTo>
                  <a:pt x="927330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rc201"/>
          <p:cNvSpPr/>
          <p:nvPr/>
        </p:nvSpPr>
        <p:spPr>
          <a:xfrm>
            <a:off x="5932198" y="4796360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pl202"/>
          <p:cNvSpPr/>
          <p:nvPr/>
        </p:nvSpPr>
        <p:spPr>
          <a:xfrm>
            <a:off x="11535527" y="4796360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pg203"/>
          <p:cNvSpPr/>
          <p:nvPr/>
        </p:nvSpPr>
        <p:spPr>
          <a:xfrm>
            <a:off x="10379960" y="5476760"/>
            <a:ext cx="2014733" cy="128377"/>
          </a:xfrm>
          <a:custGeom>
            <a:avLst/>
            <a:gdLst/>
            <a:ahLst/>
            <a:cxnLst/>
            <a:rect l="0" t="0" r="0" b="0"/>
            <a:pathLst>
              <a:path w="2014733" h="128377">
                <a:moveTo>
                  <a:pt x="0" y="64188"/>
                </a:moveTo>
                <a:lnTo>
                  <a:pt x="982502" y="0"/>
                </a:lnTo>
                <a:lnTo>
                  <a:pt x="2014733" y="64188"/>
                </a:lnTo>
                <a:lnTo>
                  <a:pt x="982502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pg204"/>
          <p:cNvSpPr/>
          <p:nvPr/>
        </p:nvSpPr>
        <p:spPr>
          <a:xfrm>
            <a:off x="10283553" y="5155817"/>
            <a:ext cx="1149204" cy="128377"/>
          </a:xfrm>
          <a:custGeom>
            <a:avLst/>
            <a:gdLst/>
            <a:ahLst/>
            <a:cxnLst/>
            <a:rect l="0" t="0" r="0" b="0"/>
            <a:pathLst>
              <a:path w="1149204" h="128377">
                <a:moveTo>
                  <a:pt x="0" y="64188"/>
                </a:moveTo>
                <a:lnTo>
                  <a:pt x="582397" y="0"/>
                </a:lnTo>
                <a:lnTo>
                  <a:pt x="1149204" y="64188"/>
                </a:lnTo>
                <a:lnTo>
                  <a:pt x="582397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pg205"/>
          <p:cNvSpPr/>
          <p:nvPr/>
        </p:nvSpPr>
        <p:spPr>
          <a:xfrm>
            <a:off x="10609573" y="4834874"/>
            <a:ext cx="992767" cy="128377"/>
          </a:xfrm>
          <a:custGeom>
            <a:avLst/>
            <a:gdLst/>
            <a:ahLst/>
            <a:cxnLst/>
            <a:rect l="0" t="0" r="0" b="0"/>
            <a:pathLst>
              <a:path w="992767" h="128377">
                <a:moveTo>
                  <a:pt x="0" y="64188"/>
                </a:moveTo>
                <a:lnTo>
                  <a:pt x="494642" y="0"/>
                </a:lnTo>
                <a:lnTo>
                  <a:pt x="992767" y="64188"/>
                </a:lnTo>
                <a:lnTo>
                  <a:pt x="494642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rc206"/>
          <p:cNvSpPr/>
          <p:nvPr/>
        </p:nvSpPr>
        <p:spPr>
          <a:xfrm>
            <a:off x="5932198" y="5976982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pl207"/>
          <p:cNvSpPr/>
          <p:nvPr/>
        </p:nvSpPr>
        <p:spPr>
          <a:xfrm>
            <a:off x="11535527" y="5976982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pg208"/>
          <p:cNvSpPr/>
          <p:nvPr/>
        </p:nvSpPr>
        <p:spPr>
          <a:xfrm>
            <a:off x="9456507" y="6657383"/>
            <a:ext cx="1905955" cy="128377"/>
          </a:xfrm>
          <a:custGeom>
            <a:avLst/>
            <a:gdLst/>
            <a:ahLst/>
            <a:cxnLst/>
            <a:rect l="0" t="0" r="0" b="0"/>
            <a:pathLst>
              <a:path w="1905955" h="128377">
                <a:moveTo>
                  <a:pt x="0" y="64188"/>
                </a:moveTo>
                <a:lnTo>
                  <a:pt x="970643" y="0"/>
                </a:lnTo>
                <a:lnTo>
                  <a:pt x="1905955" y="64188"/>
                </a:lnTo>
                <a:lnTo>
                  <a:pt x="970643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pg209"/>
          <p:cNvSpPr/>
          <p:nvPr/>
        </p:nvSpPr>
        <p:spPr>
          <a:xfrm>
            <a:off x="9518417" y="6336439"/>
            <a:ext cx="1347533" cy="128377"/>
          </a:xfrm>
          <a:custGeom>
            <a:avLst/>
            <a:gdLst/>
            <a:ahLst/>
            <a:cxnLst/>
            <a:rect l="0" t="0" r="0" b="0"/>
            <a:pathLst>
              <a:path w="1347533" h="128377">
                <a:moveTo>
                  <a:pt x="0" y="64188"/>
                </a:moveTo>
                <a:lnTo>
                  <a:pt x="665893" y="0"/>
                </a:lnTo>
                <a:lnTo>
                  <a:pt x="1347533" y="64188"/>
                </a:lnTo>
                <a:lnTo>
                  <a:pt x="665893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pg210"/>
          <p:cNvSpPr/>
          <p:nvPr/>
        </p:nvSpPr>
        <p:spPr>
          <a:xfrm>
            <a:off x="9922628" y="6015496"/>
            <a:ext cx="1104020" cy="128377"/>
          </a:xfrm>
          <a:custGeom>
            <a:avLst/>
            <a:gdLst/>
            <a:ahLst/>
            <a:cxnLst/>
            <a:rect l="0" t="0" r="0" b="0"/>
            <a:pathLst>
              <a:path w="1104020" h="128377">
                <a:moveTo>
                  <a:pt x="0" y="64188"/>
                </a:moveTo>
                <a:lnTo>
                  <a:pt x="551060" y="0"/>
                </a:lnTo>
                <a:lnTo>
                  <a:pt x="1104020" y="64188"/>
                </a:lnTo>
                <a:lnTo>
                  <a:pt x="551060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rc211"/>
          <p:cNvSpPr/>
          <p:nvPr/>
        </p:nvSpPr>
        <p:spPr>
          <a:xfrm>
            <a:off x="5932198" y="7157605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" name="pl212"/>
          <p:cNvSpPr/>
          <p:nvPr/>
        </p:nvSpPr>
        <p:spPr>
          <a:xfrm>
            <a:off x="11535527" y="7157605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pg213"/>
          <p:cNvSpPr/>
          <p:nvPr/>
        </p:nvSpPr>
        <p:spPr>
          <a:xfrm>
            <a:off x="10283553" y="7838005"/>
            <a:ext cx="1416592" cy="128377"/>
          </a:xfrm>
          <a:custGeom>
            <a:avLst/>
            <a:gdLst/>
            <a:ahLst/>
            <a:cxnLst/>
            <a:rect l="0" t="0" r="0" b="0"/>
            <a:pathLst>
              <a:path w="1416592" h="128377">
                <a:moveTo>
                  <a:pt x="0" y="64188"/>
                </a:moveTo>
                <a:lnTo>
                  <a:pt x="703632" y="0"/>
                </a:lnTo>
                <a:lnTo>
                  <a:pt x="1416592" y="64188"/>
                </a:lnTo>
                <a:lnTo>
                  <a:pt x="703632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pg214"/>
          <p:cNvSpPr/>
          <p:nvPr/>
        </p:nvSpPr>
        <p:spPr>
          <a:xfrm>
            <a:off x="11432757" y="7517061"/>
            <a:ext cx="828558" cy="128377"/>
          </a:xfrm>
          <a:custGeom>
            <a:avLst/>
            <a:gdLst/>
            <a:ahLst/>
            <a:cxnLst/>
            <a:rect l="0" t="0" r="0" b="0"/>
            <a:pathLst>
              <a:path w="828558" h="128377">
                <a:moveTo>
                  <a:pt x="0" y="64188"/>
                </a:moveTo>
                <a:lnTo>
                  <a:pt x="424347" y="0"/>
                </a:lnTo>
                <a:lnTo>
                  <a:pt x="828558" y="64188"/>
                </a:lnTo>
                <a:lnTo>
                  <a:pt x="424347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pg215"/>
          <p:cNvSpPr/>
          <p:nvPr/>
        </p:nvSpPr>
        <p:spPr>
          <a:xfrm>
            <a:off x="11397793" y="7196118"/>
            <a:ext cx="724654" cy="128377"/>
          </a:xfrm>
          <a:custGeom>
            <a:avLst/>
            <a:gdLst/>
            <a:ahLst/>
            <a:cxnLst/>
            <a:rect l="0" t="0" r="0" b="0"/>
            <a:pathLst>
              <a:path w="724654" h="128377">
                <a:moveTo>
                  <a:pt x="0" y="64188"/>
                </a:moveTo>
                <a:lnTo>
                  <a:pt x="366015" y="0"/>
                </a:lnTo>
                <a:lnTo>
                  <a:pt x="724654" y="64188"/>
                </a:lnTo>
                <a:lnTo>
                  <a:pt x="366015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rc216"/>
          <p:cNvSpPr/>
          <p:nvPr/>
        </p:nvSpPr>
        <p:spPr>
          <a:xfrm>
            <a:off x="5932198" y="8338227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pl217"/>
          <p:cNvSpPr/>
          <p:nvPr/>
        </p:nvSpPr>
        <p:spPr>
          <a:xfrm>
            <a:off x="11535527" y="8338227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pg218"/>
          <p:cNvSpPr/>
          <p:nvPr/>
        </p:nvSpPr>
        <p:spPr>
          <a:xfrm>
            <a:off x="10740197" y="9018627"/>
            <a:ext cx="1954606" cy="128377"/>
          </a:xfrm>
          <a:custGeom>
            <a:avLst/>
            <a:gdLst/>
            <a:ahLst/>
            <a:cxnLst/>
            <a:rect l="0" t="0" r="0" b="0"/>
            <a:pathLst>
              <a:path w="1954606" h="128377">
                <a:moveTo>
                  <a:pt x="0" y="64188"/>
                </a:moveTo>
                <a:lnTo>
                  <a:pt x="991930" y="0"/>
                </a:lnTo>
                <a:lnTo>
                  <a:pt x="1954606" y="64188"/>
                </a:lnTo>
                <a:lnTo>
                  <a:pt x="991930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pg219"/>
          <p:cNvSpPr/>
          <p:nvPr/>
        </p:nvSpPr>
        <p:spPr>
          <a:xfrm>
            <a:off x="5932198" y="8697683"/>
            <a:ext cx="7452698" cy="128377"/>
          </a:xfrm>
          <a:custGeom>
            <a:avLst/>
            <a:gdLst/>
            <a:ahLst/>
            <a:cxnLst/>
            <a:rect l="0" t="0" r="0" b="0"/>
            <a:pathLst>
              <a:path w="7452698" h="128377">
                <a:moveTo>
                  <a:pt x="0" y="64188"/>
                </a:moveTo>
                <a:lnTo>
                  <a:pt x="3706732" y="0"/>
                </a:lnTo>
                <a:lnTo>
                  <a:pt x="7452698" y="64188"/>
                </a:lnTo>
                <a:lnTo>
                  <a:pt x="3706732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0" name="pg220"/>
          <p:cNvSpPr/>
          <p:nvPr/>
        </p:nvSpPr>
        <p:spPr>
          <a:xfrm>
            <a:off x="11326758" y="8376740"/>
            <a:ext cx="1815588" cy="128377"/>
          </a:xfrm>
          <a:custGeom>
            <a:avLst/>
            <a:gdLst/>
            <a:ahLst/>
            <a:cxnLst/>
            <a:rect l="0" t="0" r="0" b="0"/>
            <a:pathLst>
              <a:path w="1815588" h="128377">
                <a:moveTo>
                  <a:pt x="0" y="64188"/>
                </a:moveTo>
                <a:lnTo>
                  <a:pt x="907237" y="0"/>
                </a:lnTo>
                <a:lnTo>
                  <a:pt x="1815588" y="64188"/>
                </a:lnTo>
                <a:lnTo>
                  <a:pt x="907237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rc221"/>
          <p:cNvSpPr/>
          <p:nvPr/>
        </p:nvSpPr>
        <p:spPr>
          <a:xfrm>
            <a:off x="5932198" y="9518849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pl222"/>
          <p:cNvSpPr/>
          <p:nvPr/>
        </p:nvSpPr>
        <p:spPr>
          <a:xfrm>
            <a:off x="11535527" y="9518849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pg223"/>
          <p:cNvSpPr/>
          <p:nvPr/>
        </p:nvSpPr>
        <p:spPr>
          <a:xfrm>
            <a:off x="9518417" y="10199249"/>
            <a:ext cx="3905261" cy="128377"/>
          </a:xfrm>
          <a:custGeom>
            <a:avLst/>
            <a:gdLst/>
            <a:ahLst/>
            <a:cxnLst/>
            <a:rect l="0" t="0" r="0" b="0"/>
            <a:pathLst>
              <a:path w="3905261" h="128377">
                <a:moveTo>
                  <a:pt x="0" y="64188"/>
                </a:moveTo>
                <a:lnTo>
                  <a:pt x="1948945" y="0"/>
                </a:lnTo>
                <a:lnTo>
                  <a:pt x="3905261" y="64188"/>
                </a:lnTo>
                <a:lnTo>
                  <a:pt x="1948945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pg224"/>
          <p:cNvSpPr/>
          <p:nvPr/>
        </p:nvSpPr>
        <p:spPr>
          <a:xfrm>
            <a:off x="11254196" y="9878305"/>
            <a:ext cx="839778" cy="128377"/>
          </a:xfrm>
          <a:custGeom>
            <a:avLst/>
            <a:gdLst/>
            <a:ahLst/>
            <a:cxnLst/>
            <a:rect l="0" t="0" r="0" b="0"/>
            <a:pathLst>
              <a:path w="839778" h="128377">
                <a:moveTo>
                  <a:pt x="0" y="64188"/>
                </a:moveTo>
                <a:lnTo>
                  <a:pt x="413661" y="0"/>
                </a:lnTo>
                <a:lnTo>
                  <a:pt x="839778" y="64188"/>
                </a:lnTo>
                <a:lnTo>
                  <a:pt x="413661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pg225"/>
          <p:cNvSpPr/>
          <p:nvPr/>
        </p:nvSpPr>
        <p:spPr>
          <a:xfrm>
            <a:off x="11290672" y="9557362"/>
            <a:ext cx="803302" cy="128377"/>
          </a:xfrm>
          <a:custGeom>
            <a:avLst/>
            <a:gdLst/>
            <a:ahLst/>
            <a:cxnLst/>
            <a:rect l="0" t="0" r="0" b="0"/>
            <a:pathLst>
              <a:path w="803302" h="128377">
                <a:moveTo>
                  <a:pt x="0" y="64188"/>
                </a:moveTo>
                <a:lnTo>
                  <a:pt x="409473" y="0"/>
                </a:lnTo>
                <a:lnTo>
                  <a:pt x="803302" y="64188"/>
                </a:lnTo>
                <a:lnTo>
                  <a:pt x="409473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rc226"/>
          <p:cNvSpPr/>
          <p:nvPr/>
        </p:nvSpPr>
        <p:spPr>
          <a:xfrm>
            <a:off x="5932198" y="10699471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pl227"/>
          <p:cNvSpPr/>
          <p:nvPr/>
        </p:nvSpPr>
        <p:spPr>
          <a:xfrm>
            <a:off x="11535527" y="10699471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pg228"/>
          <p:cNvSpPr/>
          <p:nvPr/>
        </p:nvSpPr>
        <p:spPr>
          <a:xfrm>
            <a:off x="9329170" y="11379871"/>
            <a:ext cx="1736484" cy="128377"/>
          </a:xfrm>
          <a:custGeom>
            <a:avLst/>
            <a:gdLst/>
            <a:ahLst/>
            <a:cxnLst/>
            <a:rect l="0" t="0" r="0" b="0"/>
            <a:pathLst>
              <a:path w="1736484" h="128377">
                <a:moveTo>
                  <a:pt x="0" y="64188"/>
                </a:moveTo>
                <a:lnTo>
                  <a:pt x="855139" y="0"/>
                </a:lnTo>
                <a:lnTo>
                  <a:pt x="1736484" y="64188"/>
                </a:lnTo>
                <a:lnTo>
                  <a:pt x="855139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pg229"/>
          <p:cNvSpPr/>
          <p:nvPr/>
        </p:nvSpPr>
        <p:spPr>
          <a:xfrm>
            <a:off x="10184310" y="11058928"/>
            <a:ext cx="1213482" cy="128377"/>
          </a:xfrm>
          <a:custGeom>
            <a:avLst/>
            <a:gdLst/>
            <a:ahLst/>
            <a:cxnLst/>
            <a:rect l="0" t="0" r="0" b="0"/>
            <a:pathLst>
              <a:path w="1213482" h="128377">
                <a:moveTo>
                  <a:pt x="0" y="64188"/>
                </a:moveTo>
                <a:lnTo>
                  <a:pt x="598327" y="0"/>
                </a:lnTo>
                <a:lnTo>
                  <a:pt x="1213482" y="64188"/>
                </a:lnTo>
                <a:lnTo>
                  <a:pt x="598327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pg230"/>
          <p:cNvSpPr/>
          <p:nvPr/>
        </p:nvSpPr>
        <p:spPr>
          <a:xfrm>
            <a:off x="10332101" y="10737984"/>
            <a:ext cx="958571" cy="128377"/>
          </a:xfrm>
          <a:custGeom>
            <a:avLst/>
            <a:gdLst/>
            <a:ahLst/>
            <a:cxnLst/>
            <a:rect l="0" t="0" r="0" b="0"/>
            <a:pathLst>
              <a:path w="958571" h="128377">
                <a:moveTo>
                  <a:pt x="0" y="64188"/>
                </a:moveTo>
                <a:lnTo>
                  <a:pt x="492450" y="0"/>
                </a:lnTo>
                <a:lnTo>
                  <a:pt x="958571" y="64188"/>
                </a:lnTo>
                <a:lnTo>
                  <a:pt x="492450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1" name="rc231"/>
          <p:cNvSpPr/>
          <p:nvPr/>
        </p:nvSpPr>
        <p:spPr>
          <a:xfrm>
            <a:off x="5932198" y="11880093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2" name="pl232"/>
          <p:cNvSpPr/>
          <p:nvPr/>
        </p:nvSpPr>
        <p:spPr>
          <a:xfrm>
            <a:off x="11535527" y="11880093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" name="pg233"/>
          <p:cNvSpPr/>
          <p:nvPr/>
        </p:nvSpPr>
        <p:spPr>
          <a:xfrm>
            <a:off x="9697610" y="12560493"/>
            <a:ext cx="2250280" cy="128377"/>
          </a:xfrm>
          <a:custGeom>
            <a:avLst/>
            <a:gdLst/>
            <a:ahLst/>
            <a:cxnLst/>
            <a:rect l="0" t="0" r="0" b="0"/>
            <a:pathLst>
              <a:path w="2250280" h="128377">
                <a:moveTo>
                  <a:pt x="0" y="64188"/>
                </a:moveTo>
                <a:lnTo>
                  <a:pt x="1126941" y="0"/>
                </a:lnTo>
                <a:lnTo>
                  <a:pt x="2250280" y="64188"/>
                </a:lnTo>
                <a:lnTo>
                  <a:pt x="1126941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pg234"/>
          <p:cNvSpPr/>
          <p:nvPr/>
        </p:nvSpPr>
        <p:spPr>
          <a:xfrm>
            <a:off x="10865951" y="12239550"/>
            <a:ext cx="1707033" cy="128377"/>
          </a:xfrm>
          <a:custGeom>
            <a:avLst/>
            <a:gdLst/>
            <a:ahLst/>
            <a:cxnLst/>
            <a:rect l="0" t="0" r="0" b="0"/>
            <a:pathLst>
              <a:path w="1707033" h="128377">
                <a:moveTo>
                  <a:pt x="0" y="64188"/>
                </a:moveTo>
                <a:lnTo>
                  <a:pt x="834194" y="0"/>
                </a:lnTo>
                <a:lnTo>
                  <a:pt x="1707033" y="64188"/>
                </a:lnTo>
                <a:lnTo>
                  <a:pt x="834194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" name="pg235"/>
          <p:cNvSpPr/>
          <p:nvPr/>
        </p:nvSpPr>
        <p:spPr>
          <a:xfrm>
            <a:off x="10947256" y="11918606"/>
            <a:ext cx="1286739" cy="128377"/>
          </a:xfrm>
          <a:custGeom>
            <a:avLst/>
            <a:gdLst/>
            <a:ahLst/>
            <a:cxnLst/>
            <a:rect l="0" t="0" r="0" b="0"/>
            <a:pathLst>
              <a:path w="1286739" h="128377">
                <a:moveTo>
                  <a:pt x="0" y="64188"/>
                </a:moveTo>
                <a:lnTo>
                  <a:pt x="621843" y="0"/>
                </a:lnTo>
                <a:lnTo>
                  <a:pt x="1286739" y="64188"/>
                </a:lnTo>
                <a:lnTo>
                  <a:pt x="621843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c236"/>
          <p:cNvSpPr/>
          <p:nvPr/>
        </p:nvSpPr>
        <p:spPr>
          <a:xfrm>
            <a:off x="5932198" y="13060715"/>
            <a:ext cx="7958845" cy="847290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7" name="pl237"/>
          <p:cNvSpPr/>
          <p:nvPr/>
        </p:nvSpPr>
        <p:spPr>
          <a:xfrm>
            <a:off x="11535527" y="13060715"/>
            <a:ext cx="0" cy="847290"/>
          </a:xfrm>
          <a:custGeom>
            <a:avLst/>
            <a:gdLst/>
            <a:ahLst/>
            <a:cxnLst/>
            <a:rect l="0" t="0" r="0" b="0"/>
            <a:pathLst>
              <a:path h="847290">
                <a:moveTo>
                  <a:pt x="0" y="847290"/>
                </a:moveTo>
                <a:lnTo>
                  <a:pt x="0" y="0"/>
                </a:lnTo>
              </a:path>
            </a:pathLst>
          </a:custGeom>
          <a:ln w="54202" cap="flat">
            <a:solidFill>
              <a:srgbClr val="BEBEBE">
                <a:alpha val="90196"/>
              </a:srgbClr>
            </a:solidFill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pg238"/>
          <p:cNvSpPr/>
          <p:nvPr/>
        </p:nvSpPr>
        <p:spPr>
          <a:xfrm>
            <a:off x="9922628" y="13741115"/>
            <a:ext cx="1294693" cy="128377"/>
          </a:xfrm>
          <a:custGeom>
            <a:avLst/>
            <a:gdLst/>
            <a:ahLst/>
            <a:cxnLst/>
            <a:rect l="0" t="0" r="0" b="0"/>
            <a:pathLst>
              <a:path w="1294693" h="128377">
                <a:moveTo>
                  <a:pt x="0" y="64188"/>
                </a:moveTo>
                <a:lnTo>
                  <a:pt x="686945" y="0"/>
                </a:lnTo>
                <a:lnTo>
                  <a:pt x="1294693" y="64188"/>
                </a:lnTo>
                <a:lnTo>
                  <a:pt x="686945" y="128377"/>
                </a:lnTo>
                <a:close/>
              </a:path>
            </a:pathLst>
          </a:custGeom>
          <a:solidFill>
            <a:srgbClr val="B04782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pg239"/>
          <p:cNvSpPr/>
          <p:nvPr/>
        </p:nvSpPr>
        <p:spPr>
          <a:xfrm>
            <a:off x="10697215" y="13420172"/>
            <a:ext cx="735542" cy="128377"/>
          </a:xfrm>
          <a:custGeom>
            <a:avLst/>
            <a:gdLst/>
            <a:ahLst/>
            <a:cxnLst/>
            <a:rect l="0" t="0" r="0" b="0"/>
            <a:pathLst>
              <a:path w="735542" h="128377">
                <a:moveTo>
                  <a:pt x="0" y="64188"/>
                </a:moveTo>
                <a:lnTo>
                  <a:pt x="368439" y="0"/>
                </a:lnTo>
                <a:lnTo>
                  <a:pt x="735542" y="64188"/>
                </a:lnTo>
                <a:lnTo>
                  <a:pt x="368439" y="128377"/>
                </a:lnTo>
                <a:close/>
              </a:path>
            </a:pathLst>
          </a:custGeom>
          <a:solidFill>
            <a:srgbClr val="73AE95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pg240"/>
          <p:cNvSpPr/>
          <p:nvPr/>
        </p:nvSpPr>
        <p:spPr>
          <a:xfrm>
            <a:off x="10740197" y="13099228"/>
            <a:ext cx="657596" cy="128377"/>
          </a:xfrm>
          <a:custGeom>
            <a:avLst/>
            <a:gdLst/>
            <a:ahLst/>
            <a:cxnLst/>
            <a:rect l="0" t="0" r="0" b="0"/>
            <a:pathLst>
              <a:path w="657596" h="128377">
                <a:moveTo>
                  <a:pt x="0" y="64188"/>
                </a:moveTo>
                <a:lnTo>
                  <a:pt x="325458" y="0"/>
                </a:lnTo>
                <a:lnTo>
                  <a:pt x="657596" y="64188"/>
                </a:lnTo>
                <a:lnTo>
                  <a:pt x="325458" y="128377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pl241"/>
          <p:cNvSpPr/>
          <p:nvPr/>
        </p:nvSpPr>
        <p:spPr>
          <a:xfrm>
            <a:off x="6858151" y="13908006"/>
            <a:ext cx="7016063" cy="0"/>
          </a:xfrm>
          <a:custGeom>
            <a:avLst/>
            <a:gdLst/>
            <a:ahLst/>
            <a:cxnLst/>
            <a:rect l="0" t="0" r="0" b="0"/>
            <a:pathLst>
              <a:path w="7016063">
                <a:moveTo>
                  <a:pt x="0" y="0"/>
                </a:moveTo>
                <a:lnTo>
                  <a:pt x="701606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c252"/>
          <p:cNvSpPr/>
          <p:nvPr/>
        </p:nvSpPr>
        <p:spPr>
          <a:xfrm>
            <a:off x="14065015" y="1254494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tx253"/>
          <p:cNvSpPr/>
          <p:nvPr/>
        </p:nvSpPr>
        <p:spPr>
          <a:xfrm>
            <a:off x="14632072" y="1246530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1.00 [0.89-1.12]</a:t>
            </a:r>
          </a:p>
        </p:txBody>
      </p:sp>
      <p:sp>
        <p:nvSpPr>
          <p:cNvPr id="254" name="tx254"/>
          <p:cNvSpPr/>
          <p:nvPr/>
        </p:nvSpPr>
        <p:spPr>
          <a:xfrm>
            <a:off x="14632072" y="1526512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1.01 [0.90-1.14]</a:t>
            </a:r>
          </a:p>
        </p:txBody>
      </p:sp>
      <p:sp>
        <p:nvSpPr>
          <p:cNvPr id="255" name="tx255"/>
          <p:cNvSpPr/>
          <p:nvPr/>
        </p:nvSpPr>
        <p:spPr>
          <a:xfrm>
            <a:off x="14632072" y="1806494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 [0.50-1.13]</a:t>
            </a:r>
          </a:p>
        </p:txBody>
      </p:sp>
      <p:sp>
        <p:nvSpPr>
          <p:cNvPr id="256" name="rc256"/>
          <p:cNvSpPr/>
          <p:nvPr/>
        </p:nvSpPr>
        <p:spPr>
          <a:xfrm>
            <a:off x="14065015" y="2441177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" name="tx257"/>
          <p:cNvSpPr/>
          <p:nvPr/>
        </p:nvSpPr>
        <p:spPr>
          <a:xfrm>
            <a:off x="14632072" y="2433214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0.97 [0.90-1.04]</a:t>
            </a:r>
          </a:p>
        </p:txBody>
      </p:sp>
      <p:sp>
        <p:nvSpPr>
          <p:cNvPr id="258" name="tx258"/>
          <p:cNvSpPr/>
          <p:nvPr/>
        </p:nvSpPr>
        <p:spPr>
          <a:xfrm>
            <a:off x="14632072" y="2713195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0.98 [0.91-1.06]</a:t>
            </a:r>
          </a:p>
        </p:txBody>
      </p:sp>
      <p:sp>
        <p:nvSpPr>
          <p:cNvPr id="259" name="tx259"/>
          <p:cNvSpPr/>
          <p:nvPr/>
        </p:nvSpPr>
        <p:spPr>
          <a:xfrm>
            <a:off x="14632072" y="2993177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0.70 [0.54-0.90]</a:t>
            </a:r>
          </a:p>
        </p:txBody>
      </p:sp>
      <p:sp>
        <p:nvSpPr>
          <p:cNvPr id="260" name="rc260"/>
          <p:cNvSpPr/>
          <p:nvPr/>
        </p:nvSpPr>
        <p:spPr>
          <a:xfrm>
            <a:off x="14065015" y="3627861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tx261"/>
          <p:cNvSpPr/>
          <p:nvPr/>
        </p:nvSpPr>
        <p:spPr>
          <a:xfrm>
            <a:off x="14632072" y="3619897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1.29 [0.98-1.71]</a:t>
            </a:r>
          </a:p>
        </p:txBody>
      </p:sp>
      <p:sp>
        <p:nvSpPr>
          <p:cNvPr id="262" name="tx262"/>
          <p:cNvSpPr/>
          <p:nvPr/>
        </p:nvSpPr>
        <p:spPr>
          <a:xfrm>
            <a:off x="14632072" y="3899879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1.34 [0.99-1.81]</a:t>
            </a:r>
          </a:p>
        </p:txBody>
      </p:sp>
      <p:sp>
        <p:nvSpPr>
          <p:cNvPr id="263" name="tx263"/>
          <p:cNvSpPr/>
          <p:nvPr/>
        </p:nvSpPr>
        <p:spPr>
          <a:xfrm>
            <a:off x="14632072" y="417986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0.88 [0.40-1.92]</a:t>
            </a:r>
          </a:p>
        </p:txBody>
      </p:sp>
      <p:sp>
        <p:nvSpPr>
          <p:cNvPr id="264" name="rc264"/>
          <p:cNvSpPr/>
          <p:nvPr/>
        </p:nvSpPr>
        <p:spPr>
          <a:xfrm>
            <a:off x="14065015" y="4814544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5" name="tx265"/>
          <p:cNvSpPr/>
          <p:nvPr/>
        </p:nvSpPr>
        <p:spPr>
          <a:xfrm>
            <a:off x="14632072" y="480658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0.88 [0.76-1.02]</a:t>
            </a:r>
          </a:p>
        </p:txBody>
      </p:sp>
      <p:sp>
        <p:nvSpPr>
          <p:cNvPr id="266" name="tx266"/>
          <p:cNvSpPr/>
          <p:nvPr/>
        </p:nvSpPr>
        <p:spPr>
          <a:xfrm>
            <a:off x="14632072" y="5086562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0.82 [0.69-0.97]</a:t>
            </a:r>
          </a:p>
        </p:txBody>
      </p:sp>
      <p:sp>
        <p:nvSpPr>
          <p:cNvPr id="267" name="tx267"/>
          <p:cNvSpPr/>
          <p:nvPr/>
        </p:nvSpPr>
        <p:spPr>
          <a:xfrm>
            <a:off x="14632072" y="5366544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0.95 [0.71-1.29]</a:t>
            </a:r>
          </a:p>
        </p:txBody>
      </p:sp>
      <p:sp>
        <p:nvSpPr>
          <p:cNvPr id="268" name="rc268"/>
          <p:cNvSpPr/>
          <p:nvPr/>
        </p:nvSpPr>
        <p:spPr>
          <a:xfrm>
            <a:off x="14065015" y="6001228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tx269"/>
          <p:cNvSpPr/>
          <p:nvPr/>
        </p:nvSpPr>
        <p:spPr>
          <a:xfrm>
            <a:off x="14632072" y="5993264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0.73 [0.62-0.86]</a:t>
            </a:r>
          </a:p>
        </p:txBody>
      </p:sp>
      <p:sp>
        <p:nvSpPr>
          <p:cNvPr id="270" name="tx270"/>
          <p:cNvSpPr/>
          <p:nvPr/>
        </p:nvSpPr>
        <p:spPr>
          <a:xfrm>
            <a:off x="14632072" y="627324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0.67 [0.55-0.82]</a:t>
            </a:r>
          </a:p>
        </p:txBody>
      </p:sp>
      <p:sp>
        <p:nvSpPr>
          <p:cNvPr id="271" name="tx271"/>
          <p:cNvSpPr/>
          <p:nvPr/>
        </p:nvSpPr>
        <p:spPr>
          <a:xfrm>
            <a:off x="14632072" y="6553228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0.72 [0.54-0.95]</a:t>
            </a:r>
          </a:p>
        </p:txBody>
      </p:sp>
      <p:sp>
        <p:nvSpPr>
          <p:cNvPr id="272" name="rc272"/>
          <p:cNvSpPr/>
          <p:nvPr/>
        </p:nvSpPr>
        <p:spPr>
          <a:xfrm>
            <a:off x="14065015" y="7187911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3" name="tx273"/>
          <p:cNvSpPr/>
          <p:nvPr/>
        </p:nvSpPr>
        <p:spPr>
          <a:xfrm>
            <a:off x="14632072" y="7179948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1.07 [0.96-1.19]</a:t>
            </a:r>
          </a:p>
        </p:txBody>
      </p:sp>
      <p:sp>
        <p:nvSpPr>
          <p:cNvPr id="274" name="tx274"/>
          <p:cNvSpPr/>
          <p:nvPr/>
        </p:nvSpPr>
        <p:spPr>
          <a:xfrm>
            <a:off x="14632072" y="7459929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1.10 [0.97-1.24]</a:t>
            </a:r>
          </a:p>
        </p:txBody>
      </p:sp>
      <p:sp>
        <p:nvSpPr>
          <p:cNvPr id="275" name="tx275"/>
          <p:cNvSpPr/>
          <p:nvPr/>
        </p:nvSpPr>
        <p:spPr>
          <a:xfrm>
            <a:off x="14632072" y="773991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0.85 [0.69-1.05]</a:t>
            </a:r>
          </a:p>
        </p:txBody>
      </p:sp>
      <p:sp>
        <p:nvSpPr>
          <p:cNvPr id="276" name="rc276"/>
          <p:cNvSpPr/>
          <p:nvPr/>
        </p:nvSpPr>
        <p:spPr>
          <a:xfrm>
            <a:off x="14065015" y="8374595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tx277"/>
          <p:cNvSpPr/>
          <p:nvPr/>
        </p:nvSpPr>
        <p:spPr>
          <a:xfrm>
            <a:off x="14632072" y="836663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1.23 [0.94-1.61]</a:t>
            </a:r>
          </a:p>
        </p:txBody>
      </p:sp>
      <p:sp>
        <p:nvSpPr>
          <p:cNvPr id="278" name="tx278"/>
          <p:cNvSpPr/>
          <p:nvPr/>
        </p:nvSpPr>
        <p:spPr>
          <a:xfrm>
            <a:off x="14632072" y="8646613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0.57 [0.19-1.73]</a:t>
            </a:r>
          </a:p>
        </p:txBody>
      </p:sp>
      <p:sp>
        <p:nvSpPr>
          <p:cNvPr id="279" name="tx279"/>
          <p:cNvSpPr/>
          <p:nvPr/>
        </p:nvSpPr>
        <p:spPr>
          <a:xfrm>
            <a:off x="14632072" y="8926595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1.06 [0.79-1.41]</a:t>
            </a:r>
          </a:p>
        </p:txBody>
      </p:sp>
      <p:sp>
        <p:nvSpPr>
          <p:cNvPr id="280" name="rc280"/>
          <p:cNvSpPr/>
          <p:nvPr/>
        </p:nvSpPr>
        <p:spPr>
          <a:xfrm>
            <a:off x="14065015" y="9561278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1" name="tx281"/>
          <p:cNvSpPr/>
          <p:nvPr/>
        </p:nvSpPr>
        <p:spPr>
          <a:xfrm>
            <a:off x="14632072" y="9553314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1.05 [0.93-1.18]</a:t>
            </a:r>
          </a:p>
        </p:txBody>
      </p:sp>
      <p:sp>
        <p:nvSpPr>
          <p:cNvPr id="282" name="tx282"/>
          <p:cNvSpPr/>
          <p:nvPr/>
        </p:nvSpPr>
        <p:spPr>
          <a:xfrm>
            <a:off x="14632072" y="9833296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1.04 [0.92-1.18]</a:t>
            </a:r>
          </a:p>
        </p:txBody>
      </p:sp>
      <p:sp>
        <p:nvSpPr>
          <p:cNvPr id="283" name="tx283"/>
          <p:cNvSpPr/>
          <p:nvPr/>
        </p:nvSpPr>
        <p:spPr>
          <a:xfrm>
            <a:off x="14632072" y="10113278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0.98 [0.55-1.75]</a:t>
            </a:r>
          </a:p>
        </p:txBody>
      </p:sp>
      <p:sp>
        <p:nvSpPr>
          <p:cNvPr id="284" name="rc284"/>
          <p:cNvSpPr/>
          <p:nvPr/>
        </p:nvSpPr>
        <p:spPr>
          <a:xfrm>
            <a:off x="14065015" y="10747962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tx285"/>
          <p:cNvSpPr/>
          <p:nvPr/>
        </p:nvSpPr>
        <p:spPr>
          <a:xfrm>
            <a:off x="14632072" y="10739998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0.81 [0.70-0.93]</a:t>
            </a:r>
          </a:p>
        </p:txBody>
      </p:sp>
      <p:sp>
        <p:nvSpPr>
          <p:cNvPr id="286" name="tx286"/>
          <p:cNvSpPr/>
          <p:nvPr/>
        </p:nvSpPr>
        <p:spPr>
          <a:xfrm>
            <a:off x="14632072" y="11019980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0.80 [0.67-0.96]</a:t>
            </a:r>
          </a:p>
        </p:txBody>
      </p:sp>
      <p:sp>
        <p:nvSpPr>
          <p:cNvPr id="287" name="tx287"/>
          <p:cNvSpPr/>
          <p:nvPr/>
        </p:nvSpPr>
        <p:spPr>
          <a:xfrm>
            <a:off x="14632072" y="11299962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0.67 [0.52-0.87]</a:t>
            </a:r>
          </a:p>
        </p:txBody>
      </p:sp>
      <p:sp>
        <p:nvSpPr>
          <p:cNvPr id="288" name="rc288"/>
          <p:cNvSpPr/>
          <p:nvPr/>
        </p:nvSpPr>
        <p:spPr>
          <a:xfrm>
            <a:off x="14065015" y="11934645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9" name="tx289"/>
          <p:cNvSpPr/>
          <p:nvPr/>
        </p:nvSpPr>
        <p:spPr>
          <a:xfrm>
            <a:off x="14632072" y="11926681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1.01 [0.84-1.23]</a:t>
            </a:r>
          </a:p>
        </p:txBody>
      </p:sp>
      <p:sp>
        <p:nvSpPr>
          <p:cNvPr id="290" name="tx290"/>
          <p:cNvSpPr/>
          <p:nvPr/>
        </p:nvSpPr>
        <p:spPr>
          <a:xfrm>
            <a:off x="14632072" y="12206663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1.05 [0.82-1.36]</a:t>
            </a:r>
          </a:p>
        </p:txBody>
      </p:sp>
      <p:sp>
        <p:nvSpPr>
          <p:cNvPr id="291" name="tx291"/>
          <p:cNvSpPr/>
          <p:nvPr/>
        </p:nvSpPr>
        <p:spPr>
          <a:xfrm>
            <a:off x="14632072" y="12486645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0.81 [0.58-1.13]</a:t>
            </a:r>
          </a:p>
        </p:txBody>
      </p:sp>
      <p:sp>
        <p:nvSpPr>
          <p:cNvPr id="292" name="rc292"/>
          <p:cNvSpPr/>
          <p:nvPr/>
        </p:nvSpPr>
        <p:spPr>
          <a:xfrm>
            <a:off x="14065015" y="13121329"/>
            <a:ext cx="2652948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3" name="tx293"/>
          <p:cNvSpPr/>
          <p:nvPr/>
        </p:nvSpPr>
        <p:spPr>
          <a:xfrm>
            <a:off x="14632072" y="13113365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0.87 [0.79-0.96]</a:t>
            </a:r>
          </a:p>
        </p:txBody>
      </p:sp>
      <p:sp>
        <p:nvSpPr>
          <p:cNvPr id="294" name="tx294"/>
          <p:cNvSpPr/>
          <p:nvPr/>
        </p:nvSpPr>
        <p:spPr>
          <a:xfrm>
            <a:off x="14632072" y="13393347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0.87 [0.78-0.97]</a:t>
            </a:r>
          </a:p>
        </p:txBody>
      </p:sp>
      <p:sp>
        <p:nvSpPr>
          <p:cNvPr id="295" name="tx295"/>
          <p:cNvSpPr/>
          <p:nvPr/>
        </p:nvSpPr>
        <p:spPr>
          <a:xfrm>
            <a:off x="14632072" y="13673329"/>
            <a:ext cx="1518834" cy="1989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0.76 [0.62-0.91]</a:t>
            </a:r>
          </a:p>
        </p:txBody>
      </p:sp>
      <p:sp>
        <p:nvSpPr>
          <p:cNvPr id="306" name="rc306"/>
          <p:cNvSpPr/>
          <p:nvPr/>
        </p:nvSpPr>
        <p:spPr>
          <a:xfrm>
            <a:off x="16891936" y="1254494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tx307"/>
          <p:cNvSpPr/>
          <p:nvPr/>
        </p:nvSpPr>
        <p:spPr>
          <a:xfrm>
            <a:off x="17283896" y="1286970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0.98</a:t>
            </a:r>
            <a:endParaRPr sz="1707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tx308"/>
          <p:cNvSpPr/>
          <p:nvPr/>
        </p:nvSpPr>
        <p:spPr>
          <a:xfrm>
            <a:off x="17283896" y="1566952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sz="1707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tx309"/>
          <p:cNvSpPr/>
          <p:nvPr/>
        </p:nvSpPr>
        <p:spPr>
          <a:xfrm>
            <a:off x="17283896" y="1846828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0.17</a:t>
            </a:r>
          </a:p>
        </p:txBody>
      </p:sp>
      <p:sp>
        <p:nvSpPr>
          <p:cNvPr id="310" name="rc310"/>
          <p:cNvSpPr/>
          <p:nvPr/>
        </p:nvSpPr>
        <p:spPr>
          <a:xfrm>
            <a:off x="16891936" y="2441177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tx311"/>
          <p:cNvSpPr/>
          <p:nvPr/>
        </p:nvSpPr>
        <p:spPr>
          <a:xfrm>
            <a:off x="17283896" y="2473548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0.35</a:t>
            </a:r>
          </a:p>
        </p:txBody>
      </p:sp>
      <p:sp>
        <p:nvSpPr>
          <p:cNvPr id="312" name="tx312"/>
          <p:cNvSpPr/>
          <p:nvPr/>
        </p:nvSpPr>
        <p:spPr>
          <a:xfrm>
            <a:off x="17283896" y="2753530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0.63</a:t>
            </a:r>
          </a:p>
        </p:txBody>
      </p:sp>
      <p:sp>
        <p:nvSpPr>
          <p:cNvPr id="313" name="tx313"/>
          <p:cNvSpPr/>
          <p:nvPr/>
        </p:nvSpPr>
        <p:spPr>
          <a:xfrm>
            <a:off x="17250761" y="3033618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0.01</a:t>
            </a:r>
          </a:p>
        </p:txBody>
      </p:sp>
      <p:sp>
        <p:nvSpPr>
          <p:cNvPr id="314" name="rc314"/>
          <p:cNvSpPr/>
          <p:nvPr/>
        </p:nvSpPr>
        <p:spPr>
          <a:xfrm>
            <a:off x="16891936" y="3627861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tx315"/>
          <p:cNvSpPr/>
          <p:nvPr/>
        </p:nvSpPr>
        <p:spPr>
          <a:xfrm>
            <a:off x="17283896" y="3660337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0.07</a:t>
            </a:r>
          </a:p>
        </p:txBody>
      </p:sp>
      <p:sp>
        <p:nvSpPr>
          <p:cNvPr id="316" name="tx316"/>
          <p:cNvSpPr/>
          <p:nvPr/>
        </p:nvSpPr>
        <p:spPr>
          <a:xfrm>
            <a:off x="17283896" y="3940319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0.06</a:t>
            </a:r>
          </a:p>
        </p:txBody>
      </p:sp>
      <p:sp>
        <p:nvSpPr>
          <p:cNvPr id="317" name="tx317"/>
          <p:cNvSpPr/>
          <p:nvPr/>
        </p:nvSpPr>
        <p:spPr>
          <a:xfrm>
            <a:off x="17283896" y="4220301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sz="1707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8" name="rc318"/>
          <p:cNvSpPr/>
          <p:nvPr/>
        </p:nvSpPr>
        <p:spPr>
          <a:xfrm>
            <a:off x="16891936" y="4814544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tx319"/>
          <p:cNvSpPr/>
          <p:nvPr/>
        </p:nvSpPr>
        <p:spPr>
          <a:xfrm>
            <a:off x="17283896" y="4846915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0.08</a:t>
            </a:r>
          </a:p>
        </p:txBody>
      </p:sp>
      <p:sp>
        <p:nvSpPr>
          <p:cNvPr id="320" name="tx320"/>
          <p:cNvSpPr/>
          <p:nvPr/>
        </p:nvSpPr>
        <p:spPr>
          <a:xfrm>
            <a:off x="17283896" y="5127003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707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1" name="tx321"/>
          <p:cNvSpPr/>
          <p:nvPr/>
        </p:nvSpPr>
        <p:spPr>
          <a:xfrm>
            <a:off x="17283896" y="5406985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0.76</a:t>
            </a:r>
          </a:p>
        </p:txBody>
      </p:sp>
      <p:sp>
        <p:nvSpPr>
          <p:cNvPr id="322" name="rc322"/>
          <p:cNvSpPr/>
          <p:nvPr/>
        </p:nvSpPr>
        <p:spPr>
          <a:xfrm>
            <a:off x="16891936" y="6001228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" name="tx323"/>
          <p:cNvSpPr/>
          <p:nvPr/>
        </p:nvSpPr>
        <p:spPr>
          <a:xfrm>
            <a:off x="17250761" y="6033704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0.01</a:t>
            </a:r>
          </a:p>
        </p:txBody>
      </p:sp>
      <p:sp>
        <p:nvSpPr>
          <p:cNvPr id="324" name="tx324"/>
          <p:cNvSpPr/>
          <p:nvPr/>
        </p:nvSpPr>
        <p:spPr>
          <a:xfrm>
            <a:off x="17250761" y="6313686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0.01</a:t>
            </a:r>
          </a:p>
        </p:txBody>
      </p:sp>
      <p:sp>
        <p:nvSpPr>
          <p:cNvPr id="325" name="tx325"/>
          <p:cNvSpPr/>
          <p:nvPr/>
        </p:nvSpPr>
        <p:spPr>
          <a:xfrm>
            <a:off x="17283896" y="6593562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0.02</a:t>
            </a:r>
          </a:p>
        </p:txBody>
      </p:sp>
      <p:sp>
        <p:nvSpPr>
          <p:cNvPr id="326" name="rc326"/>
          <p:cNvSpPr/>
          <p:nvPr/>
        </p:nvSpPr>
        <p:spPr>
          <a:xfrm>
            <a:off x="16891936" y="7187911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tx327"/>
          <p:cNvSpPr/>
          <p:nvPr/>
        </p:nvSpPr>
        <p:spPr>
          <a:xfrm>
            <a:off x="17283896" y="7220388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0.20</a:t>
            </a:r>
            <a:endParaRPr sz="1707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tx328"/>
          <p:cNvSpPr/>
          <p:nvPr/>
        </p:nvSpPr>
        <p:spPr>
          <a:xfrm>
            <a:off x="17283896" y="7500370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707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tx329"/>
          <p:cNvSpPr/>
          <p:nvPr/>
        </p:nvSpPr>
        <p:spPr>
          <a:xfrm>
            <a:off x="17283896" y="7780246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0.13</a:t>
            </a:r>
          </a:p>
        </p:txBody>
      </p:sp>
      <p:sp>
        <p:nvSpPr>
          <p:cNvPr id="330" name="rc330"/>
          <p:cNvSpPr/>
          <p:nvPr/>
        </p:nvSpPr>
        <p:spPr>
          <a:xfrm>
            <a:off x="16891936" y="8374595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tx331"/>
          <p:cNvSpPr/>
          <p:nvPr/>
        </p:nvSpPr>
        <p:spPr>
          <a:xfrm>
            <a:off x="17283896" y="8407071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0.12</a:t>
            </a:r>
          </a:p>
        </p:txBody>
      </p:sp>
      <p:sp>
        <p:nvSpPr>
          <p:cNvPr id="332" name="tx332"/>
          <p:cNvSpPr/>
          <p:nvPr/>
        </p:nvSpPr>
        <p:spPr>
          <a:xfrm>
            <a:off x="17344186" y="8686947"/>
            <a:ext cx="42197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0.32</a:t>
            </a:r>
          </a:p>
        </p:txBody>
      </p:sp>
      <p:sp>
        <p:nvSpPr>
          <p:cNvPr id="333" name="tx333"/>
          <p:cNvSpPr/>
          <p:nvPr/>
        </p:nvSpPr>
        <p:spPr>
          <a:xfrm>
            <a:off x="17283896" y="8967035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0.71</a:t>
            </a:r>
          </a:p>
        </p:txBody>
      </p:sp>
      <p:sp>
        <p:nvSpPr>
          <p:cNvPr id="334" name="rc334"/>
          <p:cNvSpPr/>
          <p:nvPr/>
        </p:nvSpPr>
        <p:spPr>
          <a:xfrm>
            <a:off x="16891936" y="9561278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tx335"/>
          <p:cNvSpPr/>
          <p:nvPr/>
        </p:nvSpPr>
        <p:spPr>
          <a:xfrm>
            <a:off x="17283896" y="9593649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r>
              <a:rPr lang="en-US"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1707" dirty="0">
              <a:solidFill>
                <a:srgbClr val="000000">
                  <a:alpha val="10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6" name="tx336"/>
          <p:cNvSpPr/>
          <p:nvPr/>
        </p:nvSpPr>
        <p:spPr>
          <a:xfrm>
            <a:off x="17283896" y="9873737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0.50</a:t>
            </a:r>
          </a:p>
        </p:txBody>
      </p:sp>
      <p:sp>
        <p:nvSpPr>
          <p:cNvPr id="337" name="tx337"/>
          <p:cNvSpPr/>
          <p:nvPr/>
        </p:nvSpPr>
        <p:spPr>
          <a:xfrm>
            <a:off x="17283896" y="10153719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0.94</a:t>
            </a:r>
          </a:p>
        </p:txBody>
      </p:sp>
      <p:sp>
        <p:nvSpPr>
          <p:cNvPr id="338" name="rc338"/>
          <p:cNvSpPr/>
          <p:nvPr/>
        </p:nvSpPr>
        <p:spPr>
          <a:xfrm>
            <a:off x="16891936" y="10747962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tx339"/>
          <p:cNvSpPr/>
          <p:nvPr/>
        </p:nvSpPr>
        <p:spPr>
          <a:xfrm>
            <a:off x="17250761" y="10780438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0.01</a:t>
            </a:r>
          </a:p>
        </p:txBody>
      </p:sp>
      <p:sp>
        <p:nvSpPr>
          <p:cNvPr id="340" name="tx340"/>
          <p:cNvSpPr/>
          <p:nvPr/>
        </p:nvSpPr>
        <p:spPr>
          <a:xfrm>
            <a:off x="17283896" y="11060314"/>
            <a:ext cx="542554" cy="158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</a:t>
            </a:r>
          </a:p>
        </p:txBody>
      </p:sp>
      <p:sp>
        <p:nvSpPr>
          <p:cNvPr id="341" name="tx341"/>
          <p:cNvSpPr/>
          <p:nvPr/>
        </p:nvSpPr>
        <p:spPr>
          <a:xfrm>
            <a:off x="17250761" y="11340402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0.01</a:t>
            </a:r>
          </a:p>
        </p:txBody>
      </p:sp>
      <p:sp>
        <p:nvSpPr>
          <p:cNvPr id="342" name="rc342"/>
          <p:cNvSpPr/>
          <p:nvPr/>
        </p:nvSpPr>
        <p:spPr>
          <a:xfrm>
            <a:off x="16891936" y="11934645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tx343"/>
          <p:cNvSpPr/>
          <p:nvPr/>
        </p:nvSpPr>
        <p:spPr>
          <a:xfrm>
            <a:off x="17344186" y="11967122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0.89</a:t>
            </a:r>
          </a:p>
        </p:txBody>
      </p:sp>
      <p:sp>
        <p:nvSpPr>
          <p:cNvPr id="344" name="tx344"/>
          <p:cNvSpPr/>
          <p:nvPr/>
        </p:nvSpPr>
        <p:spPr>
          <a:xfrm>
            <a:off x="17283896" y="12247104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0.70</a:t>
            </a:r>
          </a:p>
        </p:txBody>
      </p:sp>
      <p:sp>
        <p:nvSpPr>
          <p:cNvPr id="345" name="tx345"/>
          <p:cNvSpPr/>
          <p:nvPr/>
        </p:nvSpPr>
        <p:spPr>
          <a:xfrm>
            <a:off x="17283896" y="12527086"/>
            <a:ext cx="54255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0.22</a:t>
            </a:r>
          </a:p>
        </p:txBody>
      </p:sp>
      <p:sp>
        <p:nvSpPr>
          <p:cNvPr id="346" name="rc346"/>
          <p:cNvSpPr/>
          <p:nvPr/>
        </p:nvSpPr>
        <p:spPr>
          <a:xfrm>
            <a:off x="16891936" y="13121329"/>
            <a:ext cx="1326474" cy="786676"/>
          </a:xfrm>
          <a:prstGeom prst="rect">
            <a:avLst/>
          </a:prstGeom>
          <a:solidFill>
            <a:srgbClr val="EBEBEB">
              <a:alpha val="100000"/>
            </a:srgbClr>
          </a:solid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" name="tx347"/>
          <p:cNvSpPr/>
          <p:nvPr/>
        </p:nvSpPr>
        <p:spPr>
          <a:xfrm>
            <a:off x="17250761" y="13153805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0.01</a:t>
            </a:r>
          </a:p>
        </p:txBody>
      </p:sp>
      <p:sp>
        <p:nvSpPr>
          <p:cNvPr id="348" name="tx348"/>
          <p:cNvSpPr/>
          <p:nvPr/>
        </p:nvSpPr>
        <p:spPr>
          <a:xfrm>
            <a:off x="17344186" y="13433787"/>
            <a:ext cx="421974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0.01</a:t>
            </a:r>
          </a:p>
        </p:txBody>
      </p:sp>
      <p:sp>
        <p:nvSpPr>
          <p:cNvPr id="349" name="tx349"/>
          <p:cNvSpPr/>
          <p:nvPr/>
        </p:nvSpPr>
        <p:spPr>
          <a:xfrm>
            <a:off x="17250761" y="13713769"/>
            <a:ext cx="608825" cy="158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707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0.01</a:t>
            </a:r>
          </a:p>
        </p:txBody>
      </p:sp>
      <p:sp>
        <p:nvSpPr>
          <p:cNvPr id="360" name="pl360"/>
          <p:cNvSpPr/>
          <p:nvPr/>
        </p:nvSpPr>
        <p:spPr>
          <a:xfrm>
            <a:off x="6858151" y="1390800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1" name="pl361"/>
          <p:cNvSpPr/>
          <p:nvPr/>
        </p:nvSpPr>
        <p:spPr>
          <a:xfrm>
            <a:off x="9196839" y="1390800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pl362"/>
          <p:cNvSpPr/>
          <p:nvPr/>
        </p:nvSpPr>
        <p:spPr>
          <a:xfrm>
            <a:off x="11535527" y="1390800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3" name="pl363"/>
          <p:cNvSpPr/>
          <p:nvPr/>
        </p:nvSpPr>
        <p:spPr>
          <a:xfrm>
            <a:off x="13874215" y="1390800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4" name="tx364"/>
          <p:cNvSpPr/>
          <p:nvPr/>
        </p:nvSpPr>
        <p:spPr>
          <a:xfrm>
            <a:off x="6716913" y="14098984"/>
            <a:ext cx="282475" cy="1504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D4D4D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1/4</a:t>
            </a:r>
          </a:p>
        </p:txBody>
      </p:sp>
      <p:sp>
        <p:nvSpPr>
          <p:cNvPr id="365" name="tx365"/>
          <p:cNvSpPr/>
          <p:nvPr/>
        </p:nvSpPr>
        <p:spPr>
          <a:xfrm>
            <a:off x="9055601" y="14098984"/>
            <a:ext cx="282475" cy="1504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4D4D4D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sp>
        <p:nvSpPr>
          <p:cNvPr id="366" name="tx366"/>
          <p:cNvSpPr/>
          <p:nvPr/>
        </p:nvSpPr>
        <p:spPr>
          <a:xfrm>
            <a:off x="11479022" y="14103350"/>
            <a:ext cx="113010" cy="14605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4D4D4D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67" name="tx367"/>
          <p:cNvSpPr/>
          <p:nvPr/>
        </p:nvSpPr>
        <p:spPr>
          <a:xfrm>
            <a:off x="13817710" y="14103350"/>
            <a:ext cx="113010" cy="14605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2400">
                <a:solidFill>
                  <a:srgbClr val="4D4D4D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68" name="tx368"/>
          <p:cNvSpPr/>
          <p:nvPr/>
        </p:nvSpPr>
        <p:spPr>
          <a:xfrm>
            <a:off x="8656870" y="14381448"/>
            <a:ext cx="2531516" cy="20695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Odds Ratio of Death</a:t>
            </a:r>
          </a:p>
        </p:txBody>
      </p:sp>
      <p:sp>
        <p:nvSpPr>
          <p:cNvPr id="369" name="tx369"/>
          <p:cNvSpPr/>
          <p:nvPr/>
        </p:nvSpPr>
        <p:spPr>
          <a:xfrm>
            <a:off x="13841644" y="14522689"/>
            <a:ext cx="49398" cy="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3">
            <a:extLst>
              <a:ext uri="{FF2B5EF4-FFF2-40B4-BE49-F238E27FC236}">
                <a16:creationId xmlns:a16="http://schemas.microsoft.com/office/drawing/2014/main" id="{11E33253-F350-5EE9-07B6-A234FC7B2FDB}"/>
              </a:ext>
            </a:extLst>
          </p:cNvPr>
          <p:cNvSpPr/>
          <p:nvPr/>
        </p:nvSpPr>
        <p:spPr>
          <a:xfrm>
            <a:off x="1945309" y="564092"/>
            <a:ext cx="8301380" cy="572981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" name="tx4">
            <a:extLst>
              <a:ext uri="{FF2B5EF4-FFF2-40B4-BE49-F238E27FC236}">
                <a16:creationId xmlns:a16="http://schemas.microsoft.com/office/drawing/2014/main" id="{93CCFFB3-D3C6-5EF7-8607-29A711A52C59}"/>
              </a:ext>
            </a:extLst>
          </p:cNvPr>
          <p:cNvSpPr/>
          <p:nvPr/>
        </p:nvSpPr>
        <p:spPr>
          <a:xfrm>
            <a:off x="2272517" y="3604669"/>
            <a:ext cx="248549" cy="1103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1/4</a:t>
            </a:r>
          </a:p>
        </p:txBody>
      </p:sp>
      <p:sp>
        <p:nvSpPr>
          <p:cNvPr id="4" name="tx5">
            <a:extLst>
              <a:ext uri="{FF2B5EF4-FFF2-40B4-BE49-F238E27FC236}">
                <a16:creationId xmlns:a16="http://schemas.microsoft.com/office/drawing/2014/main" id="{550FAD62-DE3E-FCEE-8ECB-DAA6493B67A1}"/>
              </a:ext>
            </a:extLst>
          </p:cNvPr>
          <p:cNvSpPr/>
          <p:nvPr/>
        </p:nvSpPr>
        <p:spPr>
          <a:xfrm>
            <a:off x="2272517" y="2933766"/>
            <a:ext cx="248549" cy="1103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1/2</a:t>
            </a:r>
          </a:p>
        </p:txBody>
      </p:sp>
      <p:sp>
        <p:nvSpPr>
          <p:cNvPr id="5" name="tx6">
            <a:extLst>
              <a:ext uri="{FF2B5EF4-FFF2-40B4-BE49-F238E27FC236}">
                <a16:creationId xmlns:a16="http://schemas.microsoft.com/office/drawing/2014/main" id="{9D1B38CF-BC4D-D369-479A-114128F1A9B5}"/>
              </a:ext>
            </a:extLst>
          </p:cNvPr>
          <p:cNvSpPr/>
          <p:nvPr/>
        </p:nvSpPr>
        <p:spPr>
          <a:xfrm>
            <a:off x="2438193" y="2266065"/>
            <a:ext cx="82874" cy="10710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x7">
            <a:extLst>
              <a:ext uri="{FF2B5EF4-FFF2-40B4-BE49-F238E27FC236}">
                <a16:creationId xmlns:a16="http://schemas.microsoft.com/office/drawing/2014/main" id="{F0A8CAB0-2374-A400-BC0F-00C08613247F}"/>
              </a:ext>
            </a:extLst>
          </p:cNvPr>
          <p:cNvSpPr/>
          <p:nvPr/>
        </p:nvSpPr>
        <p:spPr>
          <a:xfrm>
            <a:off x="2438193" y="1595161"/>
            <a:ext cx="82874" cy="10710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" name="tx8">
            <a:extLst>
              <a:ext uri="{FF2B5EF4-FFF2-40B4-BE49-F238E27FC236}">
                <a16:creationId xmlns:a16="http://schemas.microsoft.com/office/drawing/2014/main" id="{A4F915D4-ECCC-DC89-E033-0D5DD9273072}"/>
              </a:ext>
            </a:extLst>
          </p:cNvPr>
          <p:cNvSpPr/>
          <p:nvPr/>
        </p:nvSpPr>
        <p:spPr>
          <a:xfrm>
            <a:off x="2355391" y="1200817"/>
            <a:ext cx="165675" cy="1089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 3</a:t>
            </a:r>
          </a:p>
        </p:txBody>
      </p:sp>
      <p:sp>
        <p:nvSpPr>
          <p:cNvPr id="8" name="tx9">
            <a:extLst>
              <a:ext uri="{FF2B5EF4-FFF2-40B4-BE49-F238E27FC236}">
                <a16:creationId xmlns:a16="http://schemas.microsoft.com/office/drawing/2014/main" id="{36149A45-BAB4-922C-7ACF-B963523F11E9}"/>
              </a:ext>
            </a:extLst>
          </p:cNvPr>
          <p:cNvSpPr/>
          <p:nvPr/>
        </p:nvSpPr>
        <p:spPr>
          <a:xfrm>
            <a:off x="2355391" y="924695"/>
            <a:ext cx="165675" cy="10666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 4</a:t>
            </a:r>
          </a:p>
        </p:txBody>
      </p:sp>
      <p:sp>
        <p:nvSpPr>
          <p:cNvPr id="9" name="pl10">
            <a:extLst>
              <a:ext uri="{FF2B5EF4-FFF2-40B4-BE49-F238E27FC236}">
                <a16:creationId xmlns:a16="http://schemas.microsoft.com/office/drawing/2014/main" id="{32C7856A-E2D4-A04B-491C-7CA4B754E6D8}"/>
              </a:ext>
            </a:extLst>
          </p:cNvPr>
          <p:cNvSpPr/>
          <p:nvPr/>
        </p:nvSpPr>
        <p:spPr>
          <a:xfrm>
            <a:off x="2558181" y="3661641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0" name="pl11">
            <a:extLst>
              <a:ext uri="{FF2B5EF4-FFF2-40B4-BE49-F238E27FC236}">
                <a16:creationId xmlns:a16="http://schemas.microsoft.com/office/drawing/2014/main" id="{35583BDA-1D14-4F30-A0B3-F3ABA14C4B30}"/>
              </a:ext>
            </a:extLst>
          </p:cNvPr>
          <p:cNvSpPr/>
          <p:nvPr/>
        </p:nvSpPr>
        <p:spPr>
          <a:xfrm>
            <a:off x="2558181" y="2990737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1" name="pl12">
            <a:extLst>
              <a:ext uri="{FF2B5EF4-FFF2-40B4-BE49-F238E27FC236}">
                <a16:creationId xmlns:a16="http://schemas.microsoft.com/office/drawing/2014/main" id="{50BB54C6-510D-B495-A340-C774320433D9}"/>
              </a:ext>
            </a:extLst>
          </p:cNvPr>
          <p:cNvSpPr/>
          <p:nvPr/>
        </p:nvSpPr>
        <p:spPr>
          <a:xfrm>
            <a:off x="2558181" y="2319835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2" name="pl13">
            <a:extLst>
              <a:ext uri="{FF2B5EF4-FFF2-40B4-BE49-F238E27FC236}">
                <a16:creationId xmlns:a16="http://schemas.microsoft.com/office/drawing/2014/main" id="{F1817176-D84B-3A4D-B00E-A940F0F98747}"/>
              </a:ext>
            </a:extLst>
          </p:cNvPr>
          <p:cNvSpPr/>
          <p:nvPr/>
        </p:nvSpPr>
        <p:spPr>
          <a:xfrm>
            <a:off x="2558181" y="1648931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3" name="pl14">
            <a:extLst>
              <a:ext uri="{FF2B5EF4-FFF2-40B4-BE49-F238E27FC236}">
                <a16:creationId xmlns:a16="http://schemas.microsoft.com/office/drawing/2014/main" id="{3CB5BD72-5D87-07D8-A03F-5DD86803AC5B}"/>
              </a:ext>
            </a:extLst>
          </p:cNvPr>
          <p:cNvSpPr/>
          <p:nvPr/>
        </p:nvSpPr>
        <p:spPr>
          <a:xfrm>
            <a:off x="2558181" y="1256479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" name="pl15">
            <a:extLst>
              <a:ext uri="{FF2B5EF4-FFF2-40B4-BE49-F238E27FC236}">
                <a16:creationId xmlns:a16="http://schemas.microsoft.com/office/drawing/2014/main" id="{6439CD77-790D-03AF-B5A7-38EEBCAF8A22}"/>
              </a:ext>
            </a:extLst>
          </p:cNvPr>
          <p:cNvSpPr/>
          <p:nvPr/>
        </p:nvSpPr>
        <p:spPr>
          <a:xfrm>
            <a:off x="2558181" y="978029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" name="tx16">
            <a:extLst>
              <a:ext uri="{FF2B5EF4-FFF2-40B4-BE49-F238E27FC236}">
                <a16:creationId xmlns:a16="http://schemas.microsoft.com/office/drawing/2014/main" id="{CA0E6015-C744-AF8A-F18C-4FC844884A98}"/>
              </a:ext>
            </a:extLst>
          </p:cNvPr>
          <p:cNvSpPr/>
          <p:nvPr/>
        </p:nvSpPr>
        <p:spPr>
          <a:xfrm rot="16200000">
            <a:off x="1290745" y="2238899"/>
            <a:ext cx="1656573" cy="137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67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Odds-ratio for death</a:t>
            </a:r>
          </a:p>
        </p:txBody>
      </p:sp>
      <p:sp>
        <p:nvSpPr>
          <p:cNvPr id="16" name="tx17">
            <a:extLst>
              <a:ext uri="{FF2B5EF4-FFF2-40B4-BE49-F238E27FC236}">
                <a16:creationId xmlns:a16="http://schemas.microsoft.com/office/drawing/2014/main" id="{181E2C20-13EB-E70C-D117-69D9589DB3B9}"/>
              </a:ext>
            </a:extLst>
          </p:cNvPr>
          <p:cNvSpPr/>
          <p:nvPr/>
        </p:nvSpPr>
        <p:spPr>
          <a:xfrm>
            <a:off x="2438193" y="5628841"/>
            <a:ext cx="82874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7" name="tx18">
            <a:extLst>
              <a:ext uri="{FF2B5EF4-FFF2-40B4-BE49-F238E27FC236}">
                <a16:creationId xmlns:a16="http://schemas.microsoft.com/office/drawing/2014/main" id="{1CEC8E35-9E37-97CE-90B3-7B1A25175982}"/>
              </a:ext>
            </a:extLst>
          </p:cNvPr>
          <p:cNvSpPr/>
          <p:nvPr/>
        </p:nvSpPr>
        <p:spPr>
          <a:xfrm>
            <a:off x="2255928" y="5214970"/>
            <a:ext cx="265139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10K</a:t>
            </a:r>
          </a:p>
        </p:txBody>
      </p:sp>
      <p:sp>
        <p:nvSpPr>
          <p:cNvPr id="18" name="tx19">
            <a:extLst>
              <a:ext uri="{FF2B5EF4-FFF2-40B4-BE49-F238E27FC236}">
                <a16:creationId xmlns:a16="http://schemas.microsoft.com/office/drawing/2014/main" id="{C95854A1-CBBD-8949-3A0D-8F918DB214BC}"/>
              </a:ext>
            </a:extLst>
          </p:cNvPr>
          <p:cNvSpPr/>
          <p:nvPr/>
        </p:nvSpPr>
        <p:spPr>
          <a:xfrm>
            <a:off x="2255928" y="4801099"/>
            <a:ext cx="265139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20K</a:t>
            </a:r>
          </a:p>
        </p:txBody>
      </p:sp>
      <p:sp>
        <p:nvSpPr>
          <p:cNvPr id="19" name="tx20">
            <a:extLst>
              <a:ext uri="{FF2B5EF4-FFF2-40B4-BE49-F238E27FC236}">
                <a16:creationId xmlns:a16="http://schemas.microsoft.com/office/drawing/2014/main" id="{13E52BDD-B7E4-1D67-D633-8D3D60A3E2F5}"/>
              </a:ext>
            </a:extLst>
          </p:cNvPr>
          <p:cNvSpPr/>
          <p:nvPr/>
        </p:nvSpPr>
        <p:spPr>
          <a:xfrm>
            <a:off x="2255928" y="4387155"/>
            <a:ext cx="265139" cy="1089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30K</a:t>
            </a:r>
          </a:p>
        </p:txBody>
      </p:sp>
      <p:sp>
        <p:nvSpPr>
          <p:cNvPr id="20" name="pl21">
            <a:extLst>
              <a:ext uri="{FF2B5EF4-FFF2-40B4-BE49-F238E27FC236}">
                <a16:creationId xmlns:a16="http://schemas.microsoft.com/office/drawing/2014/main" id="{ED589C1C-FD85-0970-A0E7-16269905EB36}"/>
              </a:ext>
            </a:extLst>
          </p:cNvPr>
          <p:cNvSpPr/>
          <p:nvPr/>
        </p:nvSpPr>
        <p:spPr>
          <a:xfrm>
            <a:off x="2558181" y="5684430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21" name="pl22">
            <a:extLst>
              <a:ext uri="{FF2B5EF4-FFF2-40B4-BE49-F238E27FC236}">
                <a16:creationId xmlns:a16="http://schemas.microsoft.com/office/drawing/2014/main" id="{33B8AD17-1C1E-00BF-C489-3BB9C80B04B4}"/>
              </a:ext>
            </a:extLst>
          </p:cNvPr>
          <p:cNvSpPr/>
          <p:nvPr/>
        </p:nvSpPr>
        <p:spPr>
          <a:xfrm>
            <a:off x="2558181" y="5270559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22" name="pl23">
            <a:extLst>
              <a:ext uri="{FF2B5EF4-FFF2-40B4-BE49-F238E27FC236}">
                <a16:creationId xmlns:a16="http://schemas.microsoft.com/office/drawing/2014/main" id="{F207C61A-9C61-ACCE-BAAA-161B23CED7C0}"/>
              </a:ext>
            </a:extLst>
          </p:cNvPr>
          <p:cNvSpPr/>
          <p:nvPr/>
        </p:nvSpPr>
        <p:spPr>
          <a:xfrm>
            <a:off x="2558181" y="4856688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23" name="pl24">
            <a:extLst>
              <a:ext uri="{FF2B5EF4-FFF2-40B4-BE49-F238E27FC236}">
                <a16:creationId xmlns:a16="http://schemas.microsoft.com/office/drawing/2014/main" id="{1ED4F439-7229-08A1-416B-7B57E9A3E396}"/>
              </a:ext>
            </a:extLst>
          </p:cNvPr>
          <p:cNvSpPr/>
          <p:nvPr/>
        </p:nvSpPr>
        <p:spPr>
          <a:xfrm>
            <a:off x="2558181" y="4442817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24" name="tx25">
            <a:extLst>
              <a:ext uri="{FF2B5EF4-FFF2-40B4-BE49-F238E27FC236}">
                <a16:creationId xmlns:a16="http://schemas.microsoft.com/office/drawing/2014/main" id="{B957479E-2834-C7C1-A221-0AA805B85EC2}"/>
              </a:ext>
            </a:extLst>
          </p:cNvPr>
          <p:cNvSpPr/>
          <p:nvPr/>
        </p:nvSpPr>
        <p:spPr>
          <a:xfrm rot="16200000">
            <a:off x="1543506" y="4846310"/>
            <a:ext cx="1117963" cy="13788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67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 N</a:t>
            </a:r>
          </a:p>
        </p:txBody>
      </p:sp>
      <p:sp>
        <p:nvSpPr>
          <p:cNvPr id="25" name="rc27">
            <a:extLst>
              <a:ext uri="{FF2B5EF4-FFF2-40B4-BE49-F238E27FC236}">
                <a16:creationId xmlns:a16="http://schemas.microsoft.com/office/drawing/2014/main" id="{2397D70E-141C-D8A0-88CD-EE61B7CA5722}"/>
              </a:ext>
            </a:extLst>
          </p:cNvPr>
          <p:cNvSpPr/>
          <p:nvPr/>
        </p:nvSpPr>
        <p:spPr>
          <a:xfrm>
            <a:off x="2604573" y="954129"/>
            <a:ext cx="7549331" cy="270751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26" name="pl28">
            <a:extLst>
              <a:ext uri="{FF2B5EF4-FFF2-40B4-BE49-F238E27FC236}">
                <a16:creationId xmlns:a16="http://schemas.microsoft.com/office/drawing/2014/main" id="{53BB38AF-D18B-7525-CE5B-36202C5DE598}"/>
              </a:ext>
            </a:extLst>
          </p:cNvPr>
          <p:cNvSpPr/>
          <p:nvPr/>
        </p:nvSpPr>
        <p:spPr>
          <a:xfrm>
            <a:off x="2604573" y="332618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27" name="pl29">
            <a:extLst>
              <a:ext uri="{FF2B5EF4-FFF2-40B4-BE49-F238E27FC236}">
                <a16:creationId xmlns:a16="http://schemas.microsoft.com/office/drawing/2014/main" id="{9124B444-DB4F-1F1A-57DD-8840F6C176A3}"/>
              </a:ext>
            </a:extLst>
          </p:cNvPr>
          <p:cNvSpPr/>
          <p:nvPr/>
        </p:nvSpPr>
        <p:spPr>
          <a:xfrm>
            <a:off x="2604573" y="2655286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28" name="pl30">
            <a:extLst>
              <a:ext uri="{FF2B5EF4-FFF2-40B4-BE49-F238E27FC236}">
                <a16:creationId xmlns:a16="http://schemas.microsoft.com/office/drawing/2014/main" id="{2AB45171-0C22-2358-0DF4-BF498967B5ED}"/>
              </a:ext>
            </a:extLst>
          </p:cNvPr>
          <p:cNvSpPr/>
          <p:nvPr/>
        </p:nvSpPr>
        <p:spPr>
          <a:xfrm>
            <a:off x="2604573" y="1984383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29" name="pl31">
            <a:extLst>
              <a:ext uri="{FF2B5EF4-FFF2-40B4-BE49-F238E27FC236}">
                <a16:creationId xmlns:a16="http://schemas.microsoft.com/office/drawing/2014/main" id="{AE9CB332-B5E4-807F-E08F-B74F1621B2A0}"/>
              </a:ext>
            </a:extLst>
          </p:cNvPr>
          <p:cNvSpPr/>
          <p:nvPr/>
        </p:nvSpPr>
        <p:spPr>
          <a:xfrm>
            <a:off x="2604573" y="145270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0" name="pl32">
            <a:extLst>
              <a:ext uri="{FF2B5EF4-FFF2-40B4-BE49-F238E27FC236}">
                <a16:creationId xmlns:a16="http://schemas.microsoft.com/office/drawing/2014/main" id="{785841F4-789B-390F-119C-3E09AADD7B0A}"/>
              </a:ext>
            </a:extLst>
          </p:cNvPr>
          <p:cNvSpPr/>
          <p:nvPr/>
        </p:nvSpPr>
        <p:spPr>
          <a:xfrm>
            <a:off x="2604573" y="1117253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1" name="pl33">
            <a:extLst>
              <a:ext uri="{FF2B5EF4-FFF2-40B4-BE49-F238E27FC236}">
                <a16:creationId xmlns:a16="http://schemas.microsoft.com/office/drawing/2014/main" id="{2F26C9B5-0C76-386C-383A-5420674C995A}"/>
              </a:ext>
            </a:extLst>
          </p:cNvPr>
          <p:cNvSpPr/>
          <p:nvPr/>
        </p:nvSpPr>
        <p:spPr>
          <a:xfrm>
            <a:off x="2658885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2" name="pl34">
            <a:extLst>
              <a:ext uri="{FF2B5EF4-FFF2-40B4-BE49-F238E27FC236}">
                <a16:creationId xmlns:a16="http://schemas.microsoft.com/office/drawing/2014/main" id="{EA99E0DB-2C53-4273-3DA0-DF68DEC16B69}"/>
              </a:ext>
            </a:extLst>
          </p:cNvPr>
          <p:cNvSpPr/>
          <p:nvPr/>
        </p:nvSpPr>
        <p:spPr>
          <a:xfrm>
            <a:off x="3745120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3" name="pl35">
            <a:extLst>
              <a:ext uri="{FF2B5EF4-FFF2-40B4-BE49-F238E27FC236}">
                <a16:creationId xmlns:a16="http://schemas.microsoft.com/office/drawing/2014/main" id="{F8C4345E-7650-4971-FEB4-AD93757BAF7F}"/>
              </a:ext>
            </a:extLst>
          </p:cNvPr>
          <p:cNvSpPr/>
          <p:nvPr/>
        </p:nvSpPr>
        <p:spPr>
          <a:xfrm>
            <a:off x="4831355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4" name="pl36">
            <a:extLst>
              <a:ext uri="{FF2B5EF4-FFF2-40B4-BE49-F238E27FC236}">
                <a16:creationId xmlns:a16="http://schemas.microsoft.com/office/drawing/2014/main" id="{944758D5-7F1A-582E-B994-A36D9E4B765C}"/>
              </a:ext>
            </a:extLst>
          </p:cNvPr>
          <p:cNvSpPr/>
          <p:nvPr/>
        </p:nvSpPr>
        <p:spPr>
          <a:xfrm>
            <a:off x="5917589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5" name="pl37">
            <a:extLst>
              <a:ext uri="{FF2B5EF4-FFF2-40B4-BE49-F238E27FC236}">
                <a16:creationId xmlns:a16="http://schemas.microsoft.com/office/drawing/2014/main" id="{1AF96BD1-D4BE-A123-3AFC-8AB1D1D08E6C}"/>
              </a:ext>
            </a:extLst>
          </p:cNvPr>
          <p:cNvSpPr/>
          <p:nvPr/>
        </p:nvSpPr>
        <p:spPr>
          <a:xfrm>
            <a:off x="7003824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6" name="pl38">
            <a:extLst>
              <a:ext uri="{FF2B5EF4-FFF2-40B4-BE49-F238E27FC236}">
                <a16:creationId xmlns:a16="http://schemas.microsoft.com/office/drawing/2014/main" id="{6C5C3C71-5A19-B883-EDAB-1C3CD4C61329}"/>
              </a:ext>
            </a:extLst>
          </p:cNvPr>
          <p:cNvSpPr/>
          <p:nvPr/>
        </p:nvSpPr>
        <p:spPr>
          <a:xfrm>
            <a:off x="8090059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7" name="pl39">
            <a:extLst>
              <a:ext uri="{FF2B5EF4-FFF2-40B4-BE49-F238E27FC236}">
                <a16:creationId xmlns:a16="http://schemas.microsoft.com/office/drawing/2014/main" id="{22FCA9AB-EBB1-0282-93E9-ADE6B6F21C65}"/>
              </a:ext>
            </a:extLst>
          </p:cNvPr>
          <p:cNvSpPr/>
          <p:nvPr/>
        </p:nvSpPr>
        <p:spPr>
          <a:xfrm>
            <a:off x="9176293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8" name="pl40">
            <a:extLst>
              <a:ext uri="{FF2B5EF4-FFF2-40B4-BE49-F238E27FC236}">
                <a16:creationId xmlns:a16="http://schemas.microsoft.com/office/drawing/2014/main" id="{C28B64F6-86A4-DB57-9A19-2BA165783EF1}"/>
              </a:ext>
            </a:extLst>
          </p:cNvPr>
          <p:cNvSpPr/>
          <p:nvPr/>
        </p:nvSpPr>
        <p:spPr>
          <a:xfrm>
            <a:off x="2604573" y="3661641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39" name="pl41">
            <a:extLst>
              <a:ext uri="{FF2B5EF4-FFF2-40B4-BE49-F238E27FC236}">
                <a16:creationId xmlns:a16="http://schemas.microsoft.com/office/drawing/2014/main" id="{E48BEE62-3444-DA91-198F-A808A835B4FA}"/>
              </a:ext>
            </a:extLst>
          </p:cNvPr>
          <p:cNvSpPr/>
          <p:nvPr/>
        </p:nvSpPr>
        <p:spPr>
          <a:xfrm>
            <a:off x="2604573" y="2990737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0" name="pl42">
            <a:extLst>
              <a:ext uri="{FF2B5EF4-FFF2-40B4-BE49-F238E27FC236}">
                <a16:creationId xmlns:a16="http://schemas.microsoft.com/office/drawing/2014/main" id="{F2ECDC16-E58F-E78A-E76A-13ED1A032766}"/>
              </a:ext>
            </a:extLst>
          </p:cNvPr>
          <p:cNvSpPr/>
          <p:nvPr/>
        </p:nvSpPr>
        <p:spPr>
          <a:xfrm>
            <a:off x="2604573" y="231983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1" name="pl43">
            <a:extLst>
              <a:ext uri="{FF2B5EF4-FFF2-40B4-BE49-F238E27FC236}">
                <a16:creationId xmlns:a16="http://schemas.microsoft.com/office/drawing/2014/main" id="{CD2B6296-5E1C-1E81-4641-B733FA960C5B}"/>
              </a:ext>
            </a:extLst>
          </p:cNvPr>
          <p:cNvSpPr/>
          <p:nvPr/>
        </p:nvSpPr>
        <p:spPr>
          <a:xfrm>
            <a:off x="2604573" y="1648931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2" name="pl44">
            <a:extLst>
              <a:ext uri="{FF2B5EF4-FFF2-40B4-BE49-F238E27FC236}">
                <a16:creationId xmlns:a16="http://schemas.microsoft.com/office/drawing/2014/main" id="{B36D9C54-FD6E-A320-A2D7-CE9640074123}"/>
              </a:ext>
            </a:extLst>
          </p:cNvPr>
          <p:cNvSpPr/>
          <p:nvPr/>
        </p:nvSpPr>
        <p:spPr>
          <a:xfrm>
            <a:off x="2604573" y="125647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3" name="pl45">
            <a:extLst>
              <a:ext uri="{FF2B5EF4-FFF2-40B4-BE49-F238E27FC236}">
                <a16:creationId xmlns:a16="http://schemas.microsoft.com/office/drawing/2014/main" id="{BA30B3B4-3E6F-8169-9B3C-5621B2EAEED1}"/>
              </a:ext>
            </a:extLst>
          </p:cNvPr>
          <p:cNvSpPr/>
          <p:nvPr/>
        </p:nvSpPr>
        <p:spPr>
          <a:xfrm>
            <a:off x="2604573" y="97802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4" name="pl46">
            <a:extLst>
              <a:ext uri="{FF2B5EF4-FFF2-40B4-BE49-F238E27FC236}">
                <a16:creationId xmlns:a16="http://schemas.microsoft.com/office/drawing/2014/main" id="{BB37D340-FA48-46E7-1A73-5A52F5010399}"/>
              </a:ext>
            </a:extLst>
          </p:cNvPr>
          <p:cNvSpPr/>
          <p:nvPr/>
        </p:nvSpPr>
        <p:spPr>
          <a:xfrm>
            <a:off x="3202003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5" name="pl47">
            <a:extLst>
              <a:ext uri="{FF2B5EF4-FFF2-40B4-BE49-F238E27FC236}">
                <a16:creationId xmlns:a16="http://schemas.microsoft.com/office/drawing/2014/main" id="{7FEE5D13-A492-8EA8-5444-28811AD8C6DB}"/>
              </a:ext>
            </a:extLst>
          </p:cNvPr>
          <p:cNvSpPr/>
          <p:nvPr/>
        </p:nvSpPr>
        <p:spPr>
          <a:xfrm>
            <a:off x="4288237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6" name="pl48">
            <a:extLst>
              <a:ext uri="{FF2B5EF4-FFF2-40B4-BE49-F238E27FC236}">
                <a16:creationId xmlns:a16="http://schemas.microsoft.com/office/drawing/2014/main" id="{5A6F410C-32D0-88DE-D94F-DC1945348880}"/>
              </a:ext>
            </a:extLst>
          </p:cNvPr>
          <p:cNvSpPr/>
          <p:nvPr/>
        </p:nvSpPr>
        <p:spPr>
          <a:xfrm>
            <a:off x="5374472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7" name="pl49">
            <a:extLst>
              <a:ext uri="{FF2B5EF4-FFF2-40B4-BE49-F238E27FC236}">
                <a16:creationId xmlns:a16="http://schemas.microsoft.com/office/drawing/2014/main" id="{D328B813-B65B-0AF0-B8B0-E3259AD7A91E}"/>
              </a:ext>
            </a:extLst>
          </p:cNvPr>
          <p:cNvSpPr/>
          <p:nvPr/>
        </p:nvSpPr>
        <p:spPr>
          <a:xfrm>
            <a:off x="6460707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8" name="pl50">
            <a:extLst>
              <a:ext uri="{FF2B5EF4-FFF2-40B4-BE49-F238E27FC236}">
                <a16:creationId xmlns:a16="http://schemas.microsoft.com/office/drawing/2014/main" id="{4302BB23-10E1-6E2F-6B13-CB60F9657732}"/>
              </a:ext>
            </a:extLst>
          </p:cNvPr>
          <p:cNvSpPr/>
          <p:nvPr/>
        </p:nvSpPr>
        <p:spPr>
          <a:xfrm>
            <a:off x="7546941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49" name="pl51">
            <a:extLst>
              <a:ext uri="{FF2B5EF4-FFF2-40B4-BE49-F238E27FC236}">
                <a16:creationId xmlns:a16="http://schemas.microsoft.com/office/drawing/2014/main" id="{17280611-0FEE-AB73-C774-4A047A3B9996}"/>
              </a:ext>
            </a:extLst>
          </p:cNvPr>
          <p:cNvSpPr/>
          <p:nvPr/>
        </p:nvSpPr>
        <p:spPr>
          <a:xfrm>
            <a:off x="8633176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0" name="pl52">
            <a:extLst>
              <a:ext uri="{FF2B5EF4-FFF2-40B4-BE49-F238E27FC236}">
                <a16:creationId xmlns:a16="http://schemas.microsoft.com/office/drawing/2014/main" id="{28ABB41E-A592-9077-B5B7-257984C7D1A0}"/>
              </a:ext>
            </a:extLst>
          </p:cNvPr>
          <p:cNvSpPr/>
          <p:nvPr/>
        </p:nvSpPr>
        <p:spPr>
          <a:xfrm>
            <a:off x="9719411" y="95412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1" name="pg53">
            <a:extLst>
              <a:ext uri="{FF2B5EF4-FFF2-40B4-BE49-F238E27FC236}">
                <a16:creationId xmlns:a16="http://schemas.microsoft.com/office/drawing/2014/main" id="{2756C94D-82CB-057A-58B7-5179AF54F54E}"/>
              </a:ext>
            </a:extLst>
          </p:cNvPr>
          <p:cNvSpPr/>
          <p:nvPr/>
        </p:nvSpPr>
        <p:spPr>
          <a:xfrm>
            <a:off x="4601435" y="1862521"/>
            <a:ext cx="68793" cy="59577"/>
          </a:xfrm>
          <a:custGeom>
            <a:avLst/>
            <a:gdLst/>
            <a:ahLst/>
            <a:cxnLst/>
            <a:rect l="0" t="0" r="0" b="0"/>
            <a:pathLst>
              <a:path w="103190" h="89365">
                <a:moveTo>
                  <a:pt x="51595" y="0"/>
                </a:moveTo>
                <a:lnTo>
                  <a:pt x="103190" y="89365"/>
                </a:lnTo>
                <a:lnTo>
                  <a:pt x="0" y="89365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2" name="pt54">
            <a:extLst>
              <a:ext uri="{FF2B5EF4-FFF2-40B4-BE49-F238E27FC236}">
                <a16:creationId xmlns:a16="http://schemas.microsoft.com/office/drawing/2014/main" id="{CB7992A3-032A-AFB3-A29A-1B7DD6EAF410}"/>
              </a:ext>
            </a:extLst>
          </p:cNvPr>
          <p:cNvSpPr/>
          <p:nvPr/>
        </p:nvSpPr>
        <p:spPr>
          <a:xfrm>
            <a:off x="4005819" y="2740752"/>
            <a:ext cx="86892" cy="86892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3" name="pt55">
            <a:extLst>
              <a:ext uri="{FF2B5EF4-FFF2-40B4-BE49-F238E27FC236}">
                <a16:creationId xmlns:a16="http://schemas.microsoft.com/office/drawing/2014/main" id="{34329D91-2DB3-A925-E528-2909B1CCA53A}"/>
              </a:ext>
            </a:extLst>
          </p:cNvPr>
          <p:cNvSpPr/>
          <p:nvPr/>
        </p:nvSpPr>
        <p:spPr>
          <a:xfrm>
            <a:off x="3626333" y="2777813"/>
            <a:ext cx="63776" cy="63776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4" name="pt56">
            <a:extLst>
              <a:ext uri="{FF2B5EF4-FFF2-40B4-BE49-F238E27FC236}">
                <a16:creationId xmlns:a16="http://schemas.microsoft.com/office/drawing/2014/main" id="{773A7BC9-C943-D02C-29B2-B5D33202C0EF}"/>
              </a:ext>
            </a:extLst>
          </p:cNvPr>
          <p:cNvSpPr/>
          <p:nvPr/>
        </p:nvSpPr>
        <p:spPr>
          <a:xfrm>
            <a:off x="2841693" y="4524949"/>
            <a:ext cx="47153" cy="4715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5" name="pt57">
            <a:extLst>
              <a:ext uri="{FF2B5EF4-FFF2-40B4-BE49-F238E27FC236}">
                <a16:creationId xmlns:a16="http://schemas.microsoft.com/office/drawing/2014/main" id="{B0E43B3F-D051-B490-000A-557EAF30C8A5}"/>
              </a:ext>
            </a:extLst>
          </p:cNvPr>
          <p:cNvSpPr/>
          <p:nvPr/>
        </p:nvSpPr>
        <p:spPr>
          <a:xfrm>
            <a:off x="7259554" y="2253671"/>
            <a:ext cx="75107" cy="7510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6" name="pt58">
            <a:extLst>
              <a:ext uri="{FF2B5EF4-FFF2-40B4-BE49-F238E27FC236}">
                <a16:creationId xmlns:a16="http://schemas.microsoft.com/office/drawing/2014/main" id="{61A4524E-F253-06F2-DC77-2FD754FB2B09}"/>
              </a:ext>
            </a:extLst>
          </p:cNvPr>
          <p:cNvSpPr/>
          <p:nvPr/>
        </p:nvSpPr>
        <p:spPr>
          <a:xfrm>
            <a:off x="3574173" y="966441"/>
            <a:ext cx="37749" cy="3774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7" name="pg59">
            <a:extLst>
              <a:ext uri="{FF2B5EF4-FFF2-40B4-BE49-F238E27FC236}">
                <a16:creationId xmlns:a16="http://schemas.microsoft.com/office/drawing/2014/main" id="{84C5FAF1-7E4E-0893-8F74-2A18A95A562F}"/>
              </a:ext>
            </a:extLst>
          </p:cNvPr>
          <p:cNvSpPr/>
          <p:nvPr/>
        </p:nvSpPr>
        <p:spPr>
          <a:xfrm>
            <a:off x="4599361" y="2045739"/>
            <a:ext cx="72944" cy="63171"/>
          </a:xfrm>
          <a:custGeom>
            <a:avLst/>
            <a:gdLst/>
            <a:ahLst/>
            <a:cxnLst/>
            <a:rect l="0" t="0" r="0" b="0"/>
            <a:pathLst>
              <a:path w="109416" h="94757">
                <a:moveTo>
                  <a:pt x="54708" y="0"/>
                </a:moveTo>
                <a:lnTo>
                  <a:pt x="109416" y="94757"/>
                </a:lnTo>
                <a:lnTo>
                  <a:pt x="0" y="94757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8" name="pg60">
            <a:extLst>
              <a:ext uri="{FF2B5EF4-FFF2-40B4-BE49-F238E27FC236}">
                <a16:creationId xmlns:a16="http://schemas.microsoft.com/office/drawing/2014/main" id="{1F1D60AC-69C2-EF79-1065-233210BBAC92}"/>
              </a:ext>
            </a:extLst>
          </p:cNvPr>
          <p:cNvSpPr/>
          <p:nvPr/>
        </p:nvSpPr>
        <p:spPr>
          <a:xfrm>
            <a:off x="4060258" y="2171297"/>
            <a:ext cx="86638" cy="75031"/>
          </a:xfrm>
          <a:custGeom>
            <a:avLst/>
            <a:gdLst/>
            <a:ahLst/>
            <a:cxnLst/>
            <a:rect l="0" t="0" r="0" b="0"/>
            <a:pathLst>
              <a:path w="129957" h="112546">
                <a:moveTo>
                  <a:pt x="64978" y="0"/>
                </a:moveTo>
                <a:lnTo>
                  <a:pt x="129957" y="112546"/>
                </a:lnTo>
                <a:lnTo>
                  <a:pt x="0" y="112546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9" name="pg61">
            <a:extLst>
              <a:ext uri="{FF2B5EF4-FFF2-40B4-BE49-F238E27FC236}">
                <a16:creationId xmlns:a16="http://schemas.microsoft.com/office/drawing/2014/main" id="{DE01F11F-F8BE-E1A2-5BFB-20946B9969D7}"/>
              </a:ext>
            </a:extLst>
          </p:cNvPr>
          <p:cNvSpPr/>
          <p:nvPr/>
        </p:nvSpPr>
        <p:spPr>
          <a:xfrm>
            <a:off x="4087371" y="2668432"/>
            <a:ext cx="32413" cy="28071"/>
          </a:xfrm>
          <a:custGeom>
            <a:avLst/>
            <a:gdLst/>
            <a:ahLst/>
            <a:cxnLst/>
            <a:rect l="0" t="0" r="0" b="0"/>
            <a:pathLst>
              <a:path w="48620" h="42106">
                <a:moveTo>
                  <a:pt x="24310" y="0"/>
                </a:moveTo>
                <a:lnTo>
                  <a:pt x="48620" y="42106"/>
                </a:lnTo>
                <a:lnTo>
                  <a:pt x="0" y="42106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" name="pg62">
            <a:extLst>
              <a:ext uri="{FF2B5EF4-FFF2-40B4-BE49-F238E27FC236}">
                <a16:creationId xmlns:a16="http://schemas.microsoft.com/office/drawing/2014/main" id="{815BF3E9-F2BF-34F4-2455-0303796F8A67}"/>
              </a:ext>
            </a:extLst>
          </p:cNvPr>
          <p:cNvSpPr/>
          <p:nvPr/>
        </p:nvSpPr>
        <p:spPr>
          <a:xfrm>
            <a:off x="4071421" y="1307399"/>
            <a:ext cx="64313" cy="55697"/>
          </a:xfrm>
          <a:custGeom>
            <a:avLst/>
            <a:gdLst/>
            <a:ahLst/>
            <a:cxnLst/>
            <a:rect l="0" t="0" r="0" b="0"/>
            <a:pathLst>
              <a:path w="96470" h="83545">
                <a:moveTo>
                  <a:pt x="48235" y="0"/>
                </a:moveTo>
                <a:lnTo>
                  <a:pt x="96470" y="83545"/>
                </a:lnTo>
                <a:lnTo>
                  <a:pt x="0" y="83545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" name="pg63">
            <a:extLst>
              <a:ext uri="{FF2B5EF4-FFF2-40B4-BE49-F238E27FC236}">
                <a16:creationId xmlns:a16="http://schemas.microsoft.com/office/drawing/2014/main" id="{47786B24-A8E3-F68E-BE5B-E078436B5369}"/>
              </a:ext>
            </a:extLst>
          </p:cNvPr>
          <p:cNvSpPr/>
          <p:nvPr/>
        </p:nvSpPr>
        <p:spPr>
          <a:xfrm>
            <a:off x="4062662" y="2881821"/>
            <a:ext cx="81831" cy="70867"/>
          </a:xfrm>
          <a:custGeom>
            <a:avLst/>
            <a:gdLst/>
            <a:ahLst/>
            <a:cxnLst/>
            <a:rect l="0" t="0" r="0" b="0"/>
            <a:pathLst>
              <a:path w="122746" h="106301">
                <a:moveTo>
                  <a:pt x="61373" y="0"/>
                </a:moveTo>
                <a:lnTo>
                  <a:pt x="122746" y="106301"/>
                </a:lnTo>
                <a:lnTo>
                  <a:pt x="0" y="106301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" name="pt64">
            <a:extLst>
              <a:ext uri="{FF2B5EF4-FFF2-40B4-BE49-F238E27FC236}">
                <a16:creationId xmlns:a16="http://schemas.microsoft.com/office/drawing/2014/main" id="{F7FCD2E6-5F86-3B2A-D964-77D970914389}"/>
              </a:ext>
            </a:extLst>
          </p:cNvPr>
          <p:cNvSpPr/>
          <p:nvPr/>
        </p:nvSpPr>
        <p:spPr>
          <a:xfrm>
            <a:off x="3045005" y="3254562"/>
            <a:ext cx="53298" cy="53298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" name="pg65">
            <a:extLst>
              <a:ext uri="{FF2B5EF4-FFF2-40B4-BE49-F238E27FC236}">
                <a16:creationId xmlns:a16="http://schemas.microsoft.com/office/drawing/2014/main" id="{4234BBAE-DF4A-13A7-D371-485075BBD770}"/>
              </a:ext>
            </a:extLst>
          </p:cNvPr>
          <p:cNvSpPr/>
          <p:nvPr/>
        </p:nvSpPr>
        <p:spPr>
          <a:xfrm>
            <a:off x="6104559" y="2661161"/>
            <a:ext cx="82278" cy="71255"/>
          </a:xfrm>
          <a:custGeom>
            <a:avLst/>
            <a:gdLst/>
            <a:ahLst/>
            <a:cxnLst/>
            <a:rect l="0" t="0" r="0" b="0"/>
            <a:pathLst>
              <a:path w="123417" h="106882">
                <a:moveTo>
                  <a:pt x="61708" y="0"/>
                </a:moveTo>
                <a:lnTo>
                  <a:pt x="123417" y="106882"/>
                </a:lnTo>
                <a:lnTo>
                  <a:pt x="0" y="106882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" name="pt66">
            <a:extLst>
              <a:ext uri="{FF2B5EF4-FFF2-40B4-BE49-F238E27FC236}">
                <a16:creationId xmlns:a16="http://schemas.microsoft.com/office/drawing/2014/main" id="{A6CD6BED-D091-EA44-64A9-8B6F6A265DAE}"/>
              </a:ext>
            </a:extLst>
          </p:cNvPr>
          <p:cNvSpPr/>
          <p:nvPr/>
        </p:nvSpPr>
        <p:spPr>
          <a:xfrm>
            <a:off x="4019589" y="4518849"/>
            <a:ext cx="59353" cy="5935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5" name="pt67">
            <a:extLst>
              <a:ext uri="{FF2B5EF4-FFF2-40B4-BE49-F238E27FC236}">
                <a16:creationId xmlns:a16="http://schemas.microsoft.com/office/drawing/2014/main" id="{DE804AD0-8F55-ECAC-6A19-273FC33FD1FB}"/>
              </a:ext>
            </a:extLst>
          </p:cNvPr>
          <p:cNvSpPr/>
          <p:nvPr/>
        </p:nvSpPr>
        <p:spPr>
          <a:xfrm>
            <a:off x="3708766" y="2741163"/>
            <a:ext cx="50983" cy="5098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6" name="pg68">
            <a:extLst>
              <a:ext uri="{FF2B5EF4-FFF2-40B4-BE49-F238E27FC236}">
                <a16:creationId xmlns:a16="http://schemas.microsoft.com/office/drawing/2014/main" id="{B3521444-EDB9-E256-CE6D-6BABE831DD09}"/>
              </a:ext>
            </a:extLst>
          </p:cNvPr>
          <p:cNvSpPr/>
          <p:nvPr/>
        </p:nvSpPr>
        <p:spPr>
          <a:xfrm>
            <a:off x="4592638" y="2061661"/>
            <a:ext cx="86389" cy="74815"/>
          </a:xfrm>
          <a:custGeom>
            <a:avLst/>
            <a:gdLst/>
            <a:ahLst/>
            <a:cxnLst/>
            <a:rect l="0" t="0" r="0" b="0"/>
            <a:pathLst>
              <a:path w="129583" h="112222">
                <a:moveTo>
                  <a:pt x="64791" y="0"/>
                </a:moveTo>
                <a:lnTo>
                  <a:pt x="129583" y="112222"/>
                </a:lnTo>
                <a:lnTo>
                  <a:pt x="0" y="112222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7" name="pt69">
            <a:extLst>
              <a:ext uri="{FF2B5EF4-FFF2-40B4-BE49-F238E27FC236}">
                <a16:creationId xmlns:a16="http://schemas.microsoft.com/office/drawing/2014/main" id="{FF173047-A125-8375-5B0F-EBBAE467FC20}"/>
              </a:ext>
            </a:extLst>
          </p:cNvPr>
          <p:cNvSpPr/>
          <p:nvPr/>
        </p:nvSpPr>
        <p:spPr>
          <a:xfrm>
            <a:off x="6719169" y="2269271"/>
            <a:ext cx="69642" cy="69642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8" name="pt70">
            <a:extLst>
              <a:ext uri="{FF2B5EF4-FFF2-40B4-BE49-F238E27FC236}">
                <a16:creationId xmlns:a16="http://schemas.microsoft.com/office/drawing/2014/main" id="{E3671B3A-FB4E-6CBD-B470-CF64976D789B}"/>
              </a:ext>
            </a:extLst>
          </p:cNvPr>
          <p:cNvSpPr/>
          <p:nvPr/>
        </p:nvSpPr>
        <p:spPr>
          <a:xfrm>
            <a:off x="6728844" y="2335883"/>
            <a:ext cx="50291" cy="5029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9" name="pg71">
            <a:extLst>
              <a:ext uri="{FF2B5EF4-FFF2-40B4-BE49-F238E27FC236}">
                <a16:creationId xmlns:a16="http://schemas.microsoft.com/office/drawing/2014/main" id="{CA19BFDD-62ED-71A4-2AAD-258F78D4ECC0}"/>
              </a:ext>
            </a:extLst>
          </p:cNvPr>
          <p:cNvSpPr/>
          <p:nvPr/>
        </p:nvSpPr>
        <p:spPr>
          <a:xfrm>
            <a:off x="7270702" y="1702661"/>
            <a:ext cx="52810" cy="45735"/>
          </a:xfrm>
          <a:custGeom>
            <a:avLst/>
            <a:gdLst/>
            <a:ahLst/>
            <a:cxnLst/>
            <a:rect l="0" t="0" r="0" b="0"/>
            <a:pathLst>
              <a:path w="79215" h="68602">
                <a:moveTo>
                  <a:pt x="39607" y="0"/>
                </a:moveTo>
                <a:lnTo>
                  <a:pt x="79215" y="68602"/>
                </a:lnTo>
                <a:lnTo>
                  <a:pt x="0" y="68602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0" name="pt72">
            <a:extLst>
              <a:ext uri="{FF2B5EF4-FFF2-40B4-BE49-F238E27FC236}">
                <a16:creationId xmlns:a16="http://schemas.microsoft.com/office/drawing/2014/main" id="{64252138-ACCF-C588-C50E-C8345750015A}"/>
              </a:ext>
            </a:extLst>
          </p:cNvPr>
          <p:cNvSpPr/>
          <p:nvPr/>
        </p:nvSpPr>
        <p:spPr>
          <a:xfrm>
            <a:off x="3008955" y="2731132"/>
            <a:ext cx="81949" cy="8194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1" name="pt73">
            <a:extLst>
              <a:ext uri="{FF2B5EF4-FFF2-40B4-BE49-F238E27FC236}">
                <a16:creationId xmlns:a16="http://schemas.microsoft.com/office/drawing/2014/main" id="{26E273D1-9EE4-AC9F-2EBA-08B339880C74}"/>
              </a:ext>
            </a:extLst>
          </p:cNvPr>
          <p:cNvSpPr/>
          <p:nvPr/>
        </p:nvSpPr>
        <p:spPr>
          <a:xfrm>
            <a:off x="3788483" y="2576474"/>
            <a:ext cx="43621" cy="4362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2" name="pt74">
            <a:extLst>
              <a:ext uri="{FF2B5EF4-FFF2-40B4-BE49-F238E27FC236}">
                <a16:creationId xmlns:a16="http://schemas.microsoft.com/office/drawing/2014/main" id="{73618F2C-3B2A-ED7F-F89D-E7814E4E3AF0}"/>
              </a:ext>
            </a:extLst>
          </p:cNvPr>
          <p:cNvSpPr/>
          <p:nvPr/>
        </p:nvSpPr>
        <p:spPr>
          <a:xfrm>
            <a:off x="3797563" y="1812671"/>
            <a:ext cx="25463" cy="2546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3" name="pt75">
            <a:extLst>
              <a:ext uri="{FF2B5EF4-FFF2-40B4-BE49-F238E27FC236}">
                <a16:creationId xmlns:a16="http://schemas.microsoft.com/office/drawing/2014/main" id="{464FA40E-50D1-CB32-C10F-08D204D84BD1}"/>
              </a:ext>
            </a:extLst>
          </p:cNvPr>
          <p:cNvSpPr/>
          <p:nvPr/>
        </p:nvSpPr>
        <p:spPr>
          <a:xfrm>
            <a:off x="2922033" y="1195487"/>
            <a:ext cx="60271" cy="6027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4" name="pt76">
            <a:extLst>
              <a:ext uri="{FF2B5EF4-FFF2-40B4-BE49-F238E27FC236}">
                <a16:creationId xmlns:a16="http://schemas.microsoft.com/office/drawing/2014/main" id="{482465EB-E9D6-4D67-4C2E-7E89D20430FA}"/>
              </a:ext>
            </a:extLst>
          </p:cNvPr>
          <p:cNvSpPr/>
          <p:nvPr/>
        </p:nvSpPr>
        <p:spPr>
          <a:xfrm>
            <a:off x="2839309" y="3279756"/>
            <a:ext cx="51921" cy="5192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5" name="pt77">
            <a:extLst>
              <a:ext uri="{FF2B5EF4-FFF2-40B4-BE49-F238E27FC236}">
                <a16:creationId xmlns:a16="http://schemas.microsoft.com/office/drawing/2014/main" id="{E4198C7C-723B-FE6A-322D-F90C42AFC34C}"/>
              </a:ext>
            </a:extLst>
          </p:cNvPr>
          <p:cNvSpPr/>
          <p:nvPr/>
        </p:nvSpPr>
        <p:spPr>
          <a:xfrm>
            <a:off x="3921293" y="2774328"/>
            <a:ext cx="60421" cy="6042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6" name="pt78">
            <a:extLst>
              <a:ext uri="{FF2B5EF4-FFF2-40B4-BE49-F238E27FC236}">
                <a16:creationId xmlns:a16="http://schemas.microsoft.com/office/drawing/2014/main" id="{A799DFB6-F772-ED4B-DC8A-E09C8FD59F6D}"/>
              </a:ext>
            </a:extLst>
          </p:cNvPr>
          <p:cNvSpPr/>
          <p:nvPr/>
        </p:nvSpPr>
        <p:spPr>
          <a:xfrm>
            <a:off x="4968017" y="2835899"/>
            <a:ext cx="95994" cy="95994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7" name="pt79">
            <a:extLst>
              <a:ext uri="{FF2B5EF4-FFF2-40B4-BE49-F238E27FC236}">
                <a16:creationId xmlns:a16="http://schemas.microsoft.com/office/drawing/2014/main" id="{4B446A25-4B22-FDC8-8AAB-BD716A5C3789}"/>
              </a:ext>
            </a:extLst>
          </p:cNvPr>
          <p:cNvSpPr/>
          <p:nvPr/>
        </p:nvSpPr>
        <p:spPr>
          <a:xfrm>
            <a:off x="5342335" y="1951161"/>
            <a:ext cx="85998" cy="85998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8" name="pt80">
            <a:extLst>
              <a:ext uri="{FF2B5EF4-FFF2-40B4-BE49-F238E27FC236}">
                <a16:creationId xmlns:a16="http://schemas.microsoft.com/office/drawing/2014/main" id="{5A018081-B60F-09FF-016E-83C5C160847B}"/>
              </a:ext>
            </a:extLst>
          </p:cNvPr>
          <p:cNvSpPr/>
          <p:nvPr/>
        </p:nvSpPr>
        <p:spPr>
          <a:xfrm>
            <a:off x="8472449" y="2096986"/>
            <a:ext cx="60758" cy="60758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79" name="pt81">
            <a:extLst>
              <a:ext uri="{FF2B5EF4-FFF2-40B4-BE49-F238E27FC236}">
                <a16:creationId xmlns:a16="http://schemas.microsoft.com/office/drawing/2014/main" id="{28A5E94E-3332-48C2-C7B7-D3DB0F898F5B}"/>
              </a:ext>
            </a:extLst>
          </p:cNvPr>
          <p:cNvSpPr/>
          <p:nvPr/>
        </p:nvSpPr>
        <p:spPr>
          <a:xfrm>
            <a:off x="3093737" y="1527450"/>
            <a:ext cx="86182" cy="86182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0" name="pt82">
            <a:extLst>
              <a:ext uri="{FF2B5EF4-FFF2-40B4-BE49-F238E27FC236}">
                <a16:creationId xmlns:a16="http://schemas.microsoft.com/office/drawing/2014/main" id="{8C2782E0-A123-64DB-9A08-3ED38C2C8262}"/>
              </a:ext>
            </a:extLst>
          </p:cNvPr>
          <p:cNvSpPr/>
          <p:nvPr/>
        </p:nvSpPr>
        <p:spPr>
          <a:xfrm>
            <a:off x="4228836" y="3022603"/>
            <a:ext cx="53628" cy="53628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1" name="pt83">
            <a:extLst>
              <a:ext uri="{FF2B5EF4-FFF2-40B4-BE49-F238E27FC236}">
                <a16:creationId xmlns:a16="http://schemas.microsoft.com/office/drawing/2014/main" id="{F72C88EF-4353-172F-144E-0B4402825D16}"/>
              </a:ext>
            </a:extLst>
          </p:cNvPr>
          <p:cNvSpPr/>
          <p:nvPr/>
        </p:nvSpPr>
        <p:spPr>
          <a:xfrm>
            <a:off x="4378648" y="3487832"/>
            <a:ext cx="58150" cy="58150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2" name="pt84">
            <a:extLst>
              <a:ext uri="{FF2B5EF4-FFF2-40B4-BE49-F238E27FC236}">
                <a16:creationId xmlns:a16="http://schemas.microsoft.com/office/drawing/2014/main" id="{712683B0-46DA-DEC1-C1D9-2E07C3064CEA}"/>
              </a:ext>
            </a:extLst>
          </p:cNvPr>
          <p:cNvSpPr/>
          <p:nvPr/>
        </p:nvSpPr>
        <p:spPr>
          <a:xfrm>
            <a:off x="8169371" y="2622023"/>
            <a:ext cx="58621" cy="5862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3" name="pt85">
            <a:extLst>
              <a:ext uri="{FF2B5EF4-FFF2-40B4-BE49-F238E27FC236}">
                <a16:creationId xmlns:a16="http://schemas.microsoft.com/office/drawing/2014/main" id="{393A2509-EA8E-4CA6-0583-76C72CB2757A}"/>
              </a:ext>
            </a:extLst>
          </p:cNvPr>
          <p:cNvSpPr/>
          <p:nvPr/>
        </p:nvSpPr>
        <p:spPr>
          <a:xfrm>
            <a:off x="3338051" y="3461092"/>
            <a:ext cx="53774" cy="53774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4" name="pt86">
            <a:extLst>
              <a:ext uri="{FF2B5EF4-FFF2-40B4-BE49-F238E27FC236}">
                <a16:creationId xmlns:a16="http://schemas.microsoft.com/office/drawing/2014/main" id="{9DED7D2E-0710-893F-854C-6C1232C2E310}"/>
              </a:ext>
            </a:extLst>
          </p:cNvPr>
          <p:cNvSpPr/>
          <p:nvPr/>
        </p:nvSpPr>
        <p:spPr>
          <a:xfrm>
            <a:off x="3107087" y="2913497"/>
            <a:ext cx="59482" cy="59482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5" name="pt88">
            <a:extLst>
              <a:ext uri="{FF2B5EF4-FFF2-40B4-BE49-F238E27FC236}">
                <a16:creationId xmlns:a16="http://schemas.microsoft.com/office/drawing/2014/main" id="{E0F50723-3A2E-130A-E3D2-C1ECC95DE79F}"/>
              </a:ext>
            </a:extLst>
          </p:cNvPr>
          <p:cNvSpPr/>
          <p:nvPr/>
        </p:nvSpPr>
        <p:spPr>
          <a:xfrm>
            <a:off x="8297166" y="2334202"/>
            <a:ext cx="107177" cy="10717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6" name="pt89">
            <a:extLst>
              <a:ext uri="{FF2B5EF4-FFF2-40B4-BE49-F238E27FC236}">
                <a16:creationId xmlns:a16="http://schemas.microsoft.com/office/drawing/2014/main" id="{E4FDFF17-6711-8E7E-8861-8B2C95CC8EC3}"/>
              </a:ext>
            </a:extLst>
          </p:cNvPr>
          <p:cNvSpPr/>
          <p:nvPr/>
        </p:nvSpPr>
        <p:spPr>
          <a:xfrm>
            <a:off x="8293553" y="1710717"/>
            <a:ext cx="114405" cy="11440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7" name="pt90">
            <a:extLst>
              <a:ext uri="{FF2B5EF4-FFF2-40B4-BE49-F238E27FC236}">
                <a16:creationId xmlns:a16="http://schemas.microsoft.com/office/drawing/2014/main" id="{42D85321-4BDA-796E-C875-C57BF1FC19C6}"/>
              </a:ext>
            </a:extLst>
          </p:cNvPr>
          <p:cNvSpPr/>
          <p:nvPr/>
        </p:nvSpPr>
        <p:spPr>
          <a:xfrm>
            <a:off x="4027039" y="1992637"/>
            <a:ext cx="44455" cy="4445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8" name="pt91">
            <a:extLst>
              <a:ext uri="{FF2B5EF4-FFF2-40B4-BE49-F238E27FC236}">
                <a16:creationId xmlns:a16="http://schemas.microsoft.com/office/drawing/2014/main" id="{1FF212B8-B0CE-183F-C41A-76BF8CCB22B9}"/>
              </a:ext>
            </a:extLst>
          </p:cNvPr>
          <p:cNvSpPr/>
          <p:nvPr/>
        </p:nvSpPr>
        <p:spPr>
          <a:xfrm>
            <a:off x="6401937" y="1704675"/>
            <a:ext cx="95813" cy="9581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89" name="pt92">
            <a:extLst>
              <a:ext uri="{FF2B5EF4-FFF2-40B4-BE49-F238E27FC236}">
                <a16:creationId xmlns:a16="http://schemas.microsoft.com/office/drawing/2014/main" id="{F609B4F9-A002-F7A1-E6F4-5E5D08FCB148}"/>
              </a:ext>
            </a:extLst>
          </p:cNvPr>
          <p:cNvSpPr/>
          <p:nvPr/>
        </p:nvSpPr>
        <p:spPr>
          <a:xfrm>
            <a:off x="3482289" y="4207631"/>
            <a:ext cx="47719" cy="4771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0" name="pt93">
            <a:extLst>
              <a:ext uri="{FF2B5EF4-FFF2-40B4-BE49-F238E27FC236}">
                <a16:creationId xmlns:a16="http://schemas.microsoft.com/office/drawing/2014/main" id="{2D17994B-39A1-7AE7-0E70-2D1987F83240}"/>
              </a:ext>
            </a:extLst>
          </p:cNvPr>
          <p:cNvSpPr/>
          <p:nvPr/>
        </p:nvSpPr>
        <p:spPr>
          <a:xfrm>
            <a:off x="3493259" y="2306945"/>
            <a:ext cx="25779" cy="2577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1" name="pg94">
            <a:extLst>
              <a:ext uri="{FF2B5EF4-FFF2-40B4-BE49-F238E27FC236}">
                <a16:creationId xmlns:a16="http://schemas.microsoft.com/office/drawing/2014/main" id="{408C315B-B712-FFAC-6E1F-F4861B210F68}"/>
              </a:ext>
            </a:extLst>
          </p:cNvPr>
          <p:cNvSpPr/>
          <p:nvPr/>
        </p:nvSpPr>
        <p:spPr>
          <a:xfrm>
            <a:off x="9759190" y="2777129"/>
            <a:ext cx="94239" cy="81613"/>
          </a:xfrm>
          <a:custGeom>
            <a:avLst/>
            <a:gdLst/>
            <a:ahLst/>
            <a:cxnLst/>
            <a:rect l="0" t="0" r="0" b="0"/>
            <a:pathLst>
              <a:path w="141358" h="122420">
                <a:moveTo>
                  <a:pt x="70679" y="0"/>
                </a:moveTo>
                <a:lnTo>
                  <a:pt x="141358" y="122420"/>
                </a:lnTo>
                <a:lnTo>
                  <a:pt x="0" y="12242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2" name="pt96">
            <a:extLst>
              <a:ext uri="{FF2B5EF4-FFF2-40B4-BE49-F238E27FC236}">
                <a16:creationId xmlns:a16="http://schemas.microsoft.com/office/drawing/2014/main" id="{C01C2F3B-1648-9336-3732-B7A0D9BA696A}"/>
              </a:ext>
            </a:extLst>
          </p:cNvPr>
          <p:cNvSpPr/>
          <p:nvPr/>
        </p:nvSpPr>
        <p:spPr>
          <a:xfrm>
            <a:off x="5656313" y="2798116"/>
            <a:ext cx="66334" cy="66334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3" name="pt97">
            <a:extLst>
              <a:ext uri="{FF2B5EF4-FFF2-40B4-BE49-F238E27FC236}">
                <a16:creationId xmlns:a16="http://schemas.microsoft.com/office/drawing/2014/main" id="{BD654E38-7C74-5225-D370-EFCF823C1677}"/>
              </a:ext>
            </a:extLst>
          </p:cNvPr>
          <p:cNvSpPr/>
          <p:nvPr/>
        </p:nvSpPr>
        <p:spPr>
          <a:xfrm>
            <a:off x="2927309" y="2128639"/>
            <a:ext cx="49721" cy="4972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4" name="pg98">
            <a:extLst>
              <a:ext uri="{FF2B5EF4-FFF2-40B4-BE49-F238E27FC236}">
                <a16:creationId xmlns:a16="http://schemas.microsoft.com/office/drawing/2014/main" id="{DF13D249-20C8-20B7-4735-BB58BBF1D1A5}"/>
              </a:ext>
            </a:extLst>
          </p:cNvPr>
          <p:cNvSpPr/>
          <p:nvPr/>
        </p:nvSpPr>
        <p:spPr>
          <a:xfrm>
            <a:off x="4611087" y="2243255"/>
            <a:ext cx="49491" cy="42861"/>
          </a:xfrm>
          <a:custGeom>
            <a:avLst/>
            <a:gdLst/>
            <a:ahLst/>
            <a:cxnLst/>
            <a:rect l="0" t="0" r="0" b="0"/>
            <a:pathLst>
              <a:path w="74237" h="64291">
                <a:moveTo>
                  <a:pt x="37118" y="0"/>
                </a:moveTo>
                <a:lnTo>
                  <a:pt x="74237" y="64291"/>
                </a:lnTo>
                <a:lnTo>
                  <a:pt x="0" y="64291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5" name="pg99">
            <a:extLst>
              <a:ext uri="{FF2B5EF4-FFF2-40B4-BE49-F238E27FC236}">
                <a16:creationId xmlns:a16="http://schemas.microsoft.com/office/drawing/2014/main" id="{88EC0714-4B83-4A80-6EB5-2471B18ACC04}"/>
              </a:ext>
            </a:extLst>
          </p:cNvPr>
          <p:cNvSpPr/>
          <p:nvPr/>
        </p:nvSpPr>
        <p:spPr>
          <a:xfrm>
            <a:off x="5793483" y="2316130"/>
            <a:ext cx="117863" cy="102072"/>
          </a:xfrm>
          <a:custGeom>
            <a:avLst/>
            <a:gdLst/>
            <a:ahLst/>
            <a:cxnLst/>
            <a:rect l="0" t="0" r="0" b="0"/>
            <a:pathLst>
              <a:path w="176794" h="153108">
                <a:moveTo>
                  <a:pt x="88397" y="0"/>
                </a:moveTo>
                <a:lnTo>
                  <a:pt x="176794" y="153108"/>
                </a:lnTo>
                <a:lnTo>
                  <a:pt x="0" y="153108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6" name="pg100">
            <a:extLst>
              <a:ext uri="{FF2B5EF4-FFF2-40B4-BE49-F238E27FC236}">
                <a16:creationId xmlns:a16="http://schemas.microsoft.com/office/drawing/2014/main" id="{82FC0A21-AA12-6B9B-E19B-A493992A6185}"/>
              </a:ext>
            </a:extLst>
          </p:cNvPr>
          <p:cNvSpPr/>
          <p:nvPr/>
        </p:nvSpPr>
        <p:spPr>
          <a:xfrm>
            <a:off x="5783785" y="2417121"/>
            <a:ext cx="137261" cy="118871"/>
          </a:xfrm>
          <a:custGeom>
            <a:avLst/>
            <a:gdLst/>
            <a:ahLst/>
            <a:cxnLst/>
            <a:rect l="0" t="0" r="0" b="0"/>
            <a:pathLst>
              <a:path w="205891" h="178307">
                <a:moveTo>
                  <a:pt x="102945" y="0"/>
                </a:moveTo>
                <a:lnTo>
                  <a:pt x="205891" y="178307"/>
                </a:lnTo>
                <a:lnTo>
                  <a:pt x="0" y="178307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7" name="pg101">
            <a:extLst>
              <a:ext uri="{FF2B5EF4-FFF2-40B4-BE49-F238E27FC236}">
                <a16:creationId xmlns:a16="http://schemas.microsoft.com/office/drawing/2014/main" id="{6A378806-A39B-28ED-A67E-935B138B4F52}"/>
              </a:ext>
            </a:extLst>
          </p:cNvPr>
          <p:cNvSpPr/>
          <p:nvPr/>
        </p:nvSpPr>
        <p:spPr>
          <a:xfrm>
            <a:off x="5779756" y="2409299"/>
            <a:ext cx="145317" cy="125849"/>
          </a:xfrm>
          <a:custGeom>
            <a:avLst/>
            <a:gdLst/>
            <a:ahLst/>
            <a:cxnLst/>
            <a:rect l="0" t="0" r="0" b="0"/>
            <a:pathLst>
              <a:path w="217976" h="188773">
                <a:moveTo>
                  <a:pt x="108988" y="0"/>
                </a:moveTo>
                <a:lnTo>
                  <a:pt x="217976" y="188773"/>
                </a:lnTo>
                <a:lnTo>
                  <a:pt x="0" y="188773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8" name="pg102">
            <a:extLst>
              <a:ext uri="{FF2B5EF4-FFF2-40B4-BE49-F238E27FC236}">
                <a16:creationId xmlns:a16="http://schemas.microsoft.com/office/drawing/2014/main" id="{237E893D-CAFF-68C5-F6A5-BDF6ACF9EAE6}"/>
              </a:ext>
            </a:extLst>
          </p:cNvPr>
          <p:cNvSpPr/>
          <p:nvPr/>
        </p:nvSpPr>
        <p:spPr>
          <a:xfrm>
            <a:off x="7230363" y="2383989"/>
            <a:ext cx="133488" cy="115604"/>
          </a:xfrm>
          <a:custGeom>
            <a:avLst/>
            <a:gdLst/>
            <a:ahLst/>
            <a:cxnLst/>
            <a:rect l="0" t="0" r="0" b="0"/>
            <a:pathLst>
              <a:path w="200232" h="173406">
                <a:moveTo>
                  <a:pt x="100116" y="0"/>
                </a:moveTo>
                <a:lnTo>
                  <a:pt x="200232" y="173406"/>
                </a:lnTo>
                <a:lnTo>
                  <a:pt x="0" y="173406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99" name="pg103">
            <a:extLst>
              <a:ext uri="{FF2B5EF4-FFF2-40B4-BE49-F238E27FC236}">
                <a16:creationId xmlns:a16="http://schemas.microsoft.com/office/drawing/2014/main" id="{B4449917-3085-32C6-1FD0-071C806FD207}"/>
              </a:ext>
            </a:extLst>
          </p:cNvPr>
          <p:cNvSpPr/>
          <p:nvPr/>
        </p:nvSpPr>
        <p:spPr>
          <a:xfrm>
            <a:off x="8399501" y="1807867"/>
            <a:ext cx="76305" cy="66082"/>
          </a:xfrm>
          <a:custGeom>
            <a:avLst/>
            <a:gdLst/>
            <a:ahLst/>
            <a:cxnLst/>
            <a:rect l="0" t="0" r="0" b="0"/>
            <a:pathLst>
              <a:path w="114458" h="99123">
                <a:moveTo>
                  <a:pt x="57229" y="0"/>
                </a:moveTo>
                <a:lnTo>
                  <a:pt x="114458" y="99123"/>
                </a:lnTo>
                <a:lnTo>
                  <a:pt x="0" y="99123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0" name="pg104">
            <a:extLst>
              <a:ext uri="{FF2B5EF4-FFF2-40B4-BE49-F238E27FC236}">
                <a16:creationId xmlns:a16="http://schemas.microsoft.com/office/drawing/2014/main" id="{27BA0BFB-6A62-F30F-4C54-84F5C3CACB62}"/>
              </a:ext>
            </a:extLst>
          </p:cNvPr>
          <p:cNvSpPr/>
          <p:nvPr/>
        </p:nvSpPr>
        <p:spPr>
          <a:xfrm>
            <a:off x="8386725" y="2595209"/>
            <a:ext cx="101858" cy="88212"/>
          </a:xfrm>
          <a:custGeom>
            <a:avLst/>
            <a:gdLst/>
            <a:ahLst/>
            <a:cxnLst/>
            <a:rect l="0" t="0" r="0" b="0"/>
            <a:pathLst>
              <a:path w="152787" h="132318">
                <a:moveTo>
                  <a:pt x="76393" y="0"/>
                </a:moveTo>
                <a:lnTo>
                  <a:pt x="152787" y="132318"/>
                </a:lnTo>
                <a:lnTo>
                  <a:pt x="0" y="132318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1" name="pg105">
            <a:extLst>
              <a:ext uri="{FF2B5EF4-FFF2-40B4-BE49-F238E27FC236}">
                <a16:creationId xmlns:a16="http://schemas.microsoft.com/office/drawing/2014/main" id="{7D91E401-338B-9299-A21E-E0092956380D}"/>
              </a:ext>
            </a:extLst>
          </p:cNvPr>
          <p:cNvSpPr/>
          <p:nvPr/>
        </p:nvSpPr>
        <p:spPr>
          <a:xfrm>
            <a:off x="8415210" y="1953797"/>
            <a:ext cx="44887" cy="38873"/>
          </a:xfrm>
          <a:custGeom>
            <a:avLst/>
            <a:gdLst/>
            <a:ahLst/>
            <a:cxnLst/>
            <a:rect l="0" t="0" r="0" b="0"/>
            <a:pathLst>
              <a:path w="67331" h="58310">
                <a:moveTo>
                  <a:pt x="33665" y="0"/>
                </a:moveTo>
                <a:lnTo>
                  <a:pt x="67331" y="58310"/>
                </a:lnTo>
                <a:lnTo>
                  <a:pt x="0" y="5831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2" name="pt106">
            <a:extLst>
              <a:ext uri="{FF2B5EF4-FFF2-40B4-BE49-F238E27FC236}">
                <a16:creationId xmlns:a16="http://schemas.microsoft.com/office/drawing/2014/main" id="{0CBF27EE-A360-05DF-8A84-AFA5F416655E}"/>
              </a:ext>
            </a:extLst>
          </p:cNvPr>
          <p:cNvSpPr/>
          <p:nvPr/>
        </p:nvSpPr>
        <p:spPr>
          <a:xfrm>
            <a:off x="3333693" y="2657143"/>
            <a:ext cx="62489" cy="6248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3" name="pt107">
            <a:extLst>
              <a:ext uri="{FF2B5EF4-FFF2-40B4-BE49-F238E27FC236}">
                <a16:creationId xmlns:a16="http://schemas.microsoft.com/office/drawing/2014/main" id="{2C204E16-85B5-7C8D-18E1-9C65DD2AC6F7}"/>
              </a:ext>
            </a:extLst>
          </p:cNvPr>
          <p:cNvSpPr/>
          <p:nvPr/>
        </p:nvSpPr>
        <p:spPr>
          <a:xfrm>
            <a:off x="4376727" y="1976701"/>
            <a:ext cx="61993" cy="6199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4" name="pt108">
            <a:extLst>
              <a:ext uri="{FF2B5EF4-FFF2-40B4-BE49-F238E27FC236}">
                <a16:creationId xmlns:a16="http://schemas.microsoft.com/office/drawing/2014/main" id="{1593C2C5-692A-BAC8-8F84-C4F98B20E82B}"/>
              </a:ext>
            </a:extLst>
          </p:cNvPr>
          <p:cNvSpPr/>
          <p:nvPr/>
        </p:nvSpPr>
        <p:spPr>
          <a:xfrm>
            <a:off x="8627987" y="2233291"/>
            <a:ext cx="53826" cy="53826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5" name="pt109">
            <a:extLst>
              <a:ext uri="{FF2B5EF4-FFF2-40B4-BE49-F238E27FC236}">
                <a16:creationId xmlns:a16="http://schemas.microsoft.com/office/drawing/2014/main" id="{4F5DDF7C-1837-DC69-51BD-7A4F98675F0B}"/>
              </a:ext>
            </a:extLst>
          </p:cNvPr>
          <p:cNvSpPr/>
          <p:nvPr/>
        </p:nvSpPr>
        <p:spPr>
          <a:xfrm>
            <a:off x="7785135" y="3004596"/>
            <a:ext cx="66731" cy="6673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6" name="pt110">
            <a:extLst>
              <a:ext uri="{FF2B5EF4-FFF2-40B4-BE49-F238E27FC236}">
                <a16:creationId xmlns:a16="http://schemas.microsoft.com/office/drawing/2014/main" id="{AB754D87-D863-204C-C93F-86BF33530DF5}"/>
              </a:ext>
            </a:extLst>
          </p:cNvPr>
          <p:cNvSpPr/>
          <p:nvPr/>
        </p:nvSpPr>
        <p:spPr>
          <a:xfrm>
            <a:off x="4024478" y="3999572"/>
            <a:ext cx="49575" cy="4957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7" name="pt111">
            <a:extLst>
              <a:ext uri="{FF2B5EF4-FFF2-40B4-BE49-F238E27FC236}">
                <a16:creationId xmlns:a16="http://schemas.microsoft.com/office/drawing/2014/main" id="{5ED0A386-C433-1923-C83E-4DE6E71F580B}"/>
              </a:ext>
            </a:extLst>
          </p:cNvPr>
          <p:cNvSpPr/>
          <p:nvPr/>
        </p:nvSpPr>
        <p:spPr>
          <a:xfrm>
            <a:off x="8310463" y="2528262"/>
            <a:ext cx="80585" cy="8058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8" name="pt112">
            <a:extLst>
              <a:ext uri="{FF2B5EF4-FFF2-40B4-BE49-F238E27FC236}">
                <a16:creationId xmlns:a16="http://schemas.microsoft.com/office/drawing/2014/main" id="{4663EA13-909A-9AD3-E93D-952E5C57E25C}"/>
              </a:ext>
            </a:extLst>
          </p:cNvPr>
          <p:cNvSpPr/>
          <p:nvPr/>
        </p:nvSpPr>
        <p:spPr>
          <a:xfrm>
            <a:off x="8316099" y="3141382"/>
            <a:ext cx="69313" cy="6931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09" name="pt113">
            <a:extLst>
              <a:ext uri="{FF2B5EF4-FFF2-40B4-BE49-F238E27FC236}">
                <a16:creationId xmlns:a16="http://schemas.microsoft.com/office/drawing/2014/main" id="{845F1C4D-3A26-E84E-35A4-4BCEB3A57371}"/>
              </a:ext>
            </a:extLst>
          </p:cNvPr>
          <p:cNvSpPr/>
          <p:nvPr/>
        </p:nvSpPr>
        <p:spPr>
          <a:xfrm>
            <a:off x="8299886" y="2081962"/>
            <a:ext cx="101737" cy="10173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0" name="pt114">
            <a:extLst>
              <a:ext uri="{FF2B5EF4-FFF2-40B4-BE49-F238E27FC236}">
                <a16:creationId xmlns:a16="http://schemas.microsoft.com/office/drawing/2014/main" id="{4C42D592-034C-5C71-1DEF-05E6C586DE01}"/>
              </a:ext>
            </a:extLst>
          </p:cNvPr>
          <p:cNvSpPr/>
          <p:nvPr/>
        </p:nvSpPr>
        <p:spPr>
          <a:xfrm>
            <a:off x="2845877" y="2540930"/>
            <a:ext cx="38785" cy="3878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1" name="pt115">
            <a:extLst>
              <a:ext uri="{FF2B5EF4-FFF2-40B4-BE49-F238E27FC236}">
                <a16:creationId xmlns:a16="http://schemas.microsoft.com/office/drawing/2014/main" id="{3908A99E-794F-8C01-197C-82A3C32F74C4}"/>
              </a:ext>
            </a:extLst>
          </p:cNvPr>
          <p:cNvSpPr/>
          <p:nvPr/>
        </p:nvSpPr>
        <p:spPr>
          <a:xfrm>
            <a:off x="3017947" y="3182046"/>
            <a:ext cx="63966" cy="63966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2" name="pt116">
            <a:extLst>
              <a:ext uri="{FF2B5EF4-FFF2-40B4-BE49-F238E27FC236}">
                <a16:creationId xmlns:a16="http://schemas.microsoft.com/office/drawing/2014/main" id="{D84634C3-A3D0-EB72-59FF-B10ADC4671B6}"/>
              </a:ext>
            </a:extLst>
          </p:cNvPr>
          <p:cNvSpPr/>
          <p:nvPr/>
        </p:nvSpPr>
        <p:spPr>
          <a:xfrm>
            <a:off x="4584135" y="2774571"/>
            <a:ext cx="103393" cy="10339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3" name="pg117">
            <a:extLst>
              <a:ext uri="{FF2B5EF4-FFF2-40B4-BE49-F238E27FC236}">
                <a16:creationId xmlns:a16="http://schemas.microsoft.com/office/drawing/2014/main" id="{B0327DF4-56EA-0892-352F-B2AFAFE9598E}"/>
              </a:ext>
            </a:extLst>
          </p:cNvPr>
          <p:cNvSpPr/>
          <p:nvPr/>
        </p:nvSpPr>
        <p:spPr>
          <a:xfrm>
            <a:off x="6721313" y="1850138"/>
            <a:ext cx="65352" cy="56597"/>
          </a:xfrm>
          <a:custGeom>
            <a:avLst/>
            <a:gdLst/>
            <a:ahLst/>
            <a:cxnLst/>
            <a:rect l="0" t="0" r="0" b="0"/>
            <a:pathLst>
              <a:path w="98028" h="84895">
                <a:moveTo>
                  <a:pt x="49014" y="0"/>
                </a:moveTo>
                <a:lnTo>
                  <a:pt x="98028" y="84895"/>
                </a:lnTo>
                <a:lnTo>
                  <a:pt x="0" y="84895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4" name="pt118">
            <a:extLst>
              <a:ext uri="{FF2B5EF4-FFF2-40B4-BE49-F238E27FC236}">
                <a16:creationId xmlns:a16="http://schemas.microsoft.com/office/drawing/2014/main" id="{CFEAE8BC-4847-AC78-DAA9-6F07D45F955E}"/>
              </a:ext>
            </a:extLst>
          </p:cNvPr>
          <p:cNvSpPr/>
          <p:nvPr/>
        </p:nvSpPr>
        <p:spPr>
          <a:xfrm>
            <a:off x="4018326" y="3352251"/>
            <a:ext cx="61879" cy="6187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5" name="pt119">
            <a:extLst>
              <a:ext uri="{FF2B5EF4-FFF2-40B4-BE49-F238E27FC236}">
                <a16:creationId xmlns:a16="http://schemas.microsoft.com/office/drawing/2014/main" id="{422B85B3-81B8-6DAB-F8E7-E83D0D63283A}"/>
              </a:ext>
            </a:extLst>
          </p:cNvPr>
          <p:cNvSpPr/>
          <p:nvPr/>
        </p:nvSpPr>
        <p:spPr>
          <a:xfrm>
            <a:off x="4019093" y="3478897"/>
            <a:ext cx="60345" cy="6034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6" name="pg120">
            <a:extLst>
              <a:ext uri="{FF2B5EF4-FFF2-40B4-BE49-F238E27FC236}">
                <a16:creationId xmlns:a16="http://schemas.microsoft.com/office/drawing/2014/main" id="{F26B7E49-60FB-9B53-0F3C-206F88A8837D}"/>
              </a:ext>
            </a:extLst>
          </p:cNvPr>
          <p:cNvSpPr/>
          <p:nvPr/>
        </p:nvSpPr>
        <p:spPr>
          <a:xfrm>
            <a:off x="-1431655766" y="-1431396474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-2147483648" y="-2147483648"/>
                </a:move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7" name="pt121">
            <a:extLst>
              <a:ext uri="{FF2B5EF4-FFF2-40B4-BE49-F238E27FC236}">
                <a16:creationId xmlns:a16="http://schemas.microsoft.com/office/drawing/2014/main" id="{832DD830-9842-3C9C-37D3-68DA1747CFC1}"/>
              </a:ext>
            </a:extLst>
          </p:cNvPr>
          <p:cNvSpPr/>
          <p:nvPr/>
        </p:nvSpPr>
        <p:spPr>
          <a:xfrm>
            <a:off x="4139775" y="3077791"/>
            <a:ext cx="79677" cy="7967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8" name="pt122">
            <a:extLst>
              <a:ext uri="{FF2B5EF4-FFF2-40B4-BE49-F238E27FC236}">
                <a16:creationId xmlns:a16="http://schemas.microsoft.com/office/drawing/2014/main" id="{5139F48F-6AAD-B683-7008-2BE8F8D19C8F}"/>
              </a:ext>
            </a:extLst>
          </p:cNvPr>
          <p:cNvSpPr/>
          <p:nvPr/>
        </p:nvSpPr>
        <p:spPr>
          <a:xfrm>
            <a:off x="4913858" y="2538536"/>
            <a:ext cx="52240" cy="52240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19" name="pt123">
            <a:extLst>
              <a:ext uri="{FF2B5EF4-FFF2-40B4-BE49-F238E27FC236}">
                <a16:creationId xmlns:a16="http://schemas.microsoft.com/office/drawing/2014/main" id="{0AD60838-55D9-D358-41CA-EA0B4F363B47}"/>
              </a:ext>
            </a:extLst>
          </p:cNvPr>
          <p:cNvSpPr/>
          <p:nvPr/>
        </p:nvSpPr>
        <p:spPr>
          <a:xfrm>
            <a:off x="3100842" y="2594035"/>
            <a:ext cx="71973" cy="7197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20" name="pt124">
            <a:extLst>
              <a:ext uri="{FF2B5EF4-FFF2-40B4-BE49-F238E27FC236}">
                <a16:creationId xmlns:a16="http://schemas.microsoft.com/office/drawing/2014/main" id="{EBA47806-5781-F5B2-410F-E45745E389FF}"/>
              </a:ext>
            </a:extLst>
          </p:cNvPr>
          <p:cNvSpPr/>
          <p:nvPr/>
        </p:nvSpPr>
        <p:spPr>
          <a:xfrm>
            <a:off x="3094120" y="2080374"/>
            <a:ext cx="85417" cy="8541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21" name="pt125">
            <a:extLst>
              <a:ext uri="{FF2B5EF4-FFF2-40B4-BE49-F238E27FC236}">
                <a16:creationId xmlns:a16="http://schemas.microsoft.com/office/drawing/2014/main" id="{A5A20B60-3CED-503F-E3C9-C0260693CDB5}"/>
              </a:ext>
            </a:extLst>
          </p:cNvPr>
          <p:cNvSpPr/>
          <p:nvPr/>
        </p:nvSpPr>
        <p:spPr>
          <a:xfrm>
            <a:off x="3701489" y="2306621"/>
            <a:ext cx="65536" cy="65536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22" name="pt126">
            <a:extLst>
              <a:ext uri="{FF2B5EF4-FFF2-40B4-BE49-F238E27FC236}">
                <a16:creationId xmlns:a16="http://schemas.microsoft.com/office/drawing/2014/main" id="{64EFC74B-0205-B9F6-C55A-79CC31ADE157}"/>
              </a:ext>
            </a:extLst>
          </p:cNvPr>
          <p:cNvSpPr/>
          <p:nvPr/>
        </p:nvSpPr>
        <p:spPr>
          <a:xfrm>
            <a:off x="2921369" y="2814285"/>
            <a:ext cx="61600" cy="61600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23" name="pt127">
            <a:extLst>
              <a:ext uri="{FF2B5EF4-FFF2-40B4-BE49-F238E27FC236}">
                <a16:creationId xmlns:a16="http://schemas.microsoft.com/office/drawing/2014/main" id="{53F2115A-704A-13A2-8677-743CABA112D7}"/>
              </a:ext>
            </a:extLst>
          </p:cNvPr>
          <p:cNvSpPr/>
          <p:nvPr/>
        </p:nvSpPr>
        <p:spPr>
          <a:xfrm>
            <a:off x="7639089" y="3464841"/>
            <a:ext cx="54675" cy="5467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24" name="pg129">
            <a:extLst>
              <a:ext uri="{FF2B5EF4-FFF2-40B4-BE49-F238E27FC236}">
                <a16:creationId xmlns:a16="http://schemas.microsoft.com/office/drawing/2014/main" id="{4D10C25F-FF9E-4FAE-B411-1FC63150048A}"/>
              </a:ext>
            </a:extLst>
          </p:cNvPr>
          <p:cNvSpPr/>
          <p:nvPr/>
        </p:nvSpPr>
        <p:spPr>
          <a:xfrm>
            <a:off x="2810958" y="954129"/>
            <a:ext cx="7006213" cy="2707511"/>
          </a:xfrm>
          <a:custGeom>
            <a:avLst/>
            <a:gdLst/>
            <a:ahLst/>
            <a:cxnLst/>
            <a:rect l="0" t="0" r="0" b="0"/>
            <a:pathLst>
              <a:path w="10509320" h="4061267">
                <a:moveTo>
                  <a:pt x="0" y="0"/>
                </a:moveTo>
                <a:lnTo>
                  <a:pt x="146641" y="0"/>
                </a:lnTo>
                <a:lnTo>
                  <a:pt x="146641" y="1363522"/>
                </a:lnTo>
                <a:lnTo>
                  <a:pt x="228109" y="1363522"/>
                </a:lnTo>
                <a:lnTo>
                  <a:pt x="228109" y="1150489"/>
                </a:lnTo>
                <a:lnTo>
                  <a:pt x="301430" y="1150489"/>
                </a:lnTo>
                <a:lnTo>
                  <a:pt x="301430" y="1175439"/>
                </a:lnTo>
                <a:lnTo>
                  <a:pt x="366604" y="1175439"/>
                </a:lnTo>
                <a:lnTo>
                  <a:pt x="366604" y="1554508"/>
                </a:lnTo>
                <a:lnTo>
                  <a:pt x="382897" y="1554508"/>
                </a:lnTo>
                <a:lnTo>
                  <a:pt x="382897" y="1556674"/>
                </a:lnTo>
                <a:lnTo>
                  <a:pt x="439925" y="1556674"/>
                </a:lnTo>
                <a:lnTo>
                  <a:pt x="439925" y="1721757"/>
                </a:lnTo>
                <a:lnTo>
                  <a:pt x="578419" y="1721757"/>
                </a:lnTo>
                <a:lnTo>
                  <a:pt x="578419" y="1677488"/>
                </a:lnTo>
                <a:lnTo>
                  <a:pt x="749501" y="1677488"/>
                </a:lnTo>
                <a:lnTo>
                  <a:pt x="749501" y="1682999"/>
                </a:lnTo>
                <a:lnTo>
                  <a:pt x="871703" y="1682999"/>
                </a:lnTo>
                <a:lnTo>
                  <a:pt x="871703" y="1888516"/>
                </a:lnTo>
                <a:lnTo>
                  <a:pt x="969464" y="1888516"/>
                </a:lnTo>
                <a:lnTo>
                  <a:pt x="969464" y="1897423"/>
                </a:lnTo>
                <a:lnTo>
                  <a:pt x="1034638" y="1897423"/>
                </a:lnTo>
                <a:lnTo>
                  <a:pt x="1034638" y="1901172"/>
                </a:lnTo>
                <a:lnTo>
                  <a:pt x="1107959" y="1901172"/>
                </a:lnTo>
                <a:lnTo>
                  <a:pt x="1107959" y="2006294"/>
                </a:lnTo>
                <a:lnTo>
                  <a:pt x="1222013" y="2006294"/>
                </a:lnTo>
                <a:lnTo>
                  <a:pt x="1222013" y="1978606"/>
                </a:lnTo>
                <a:lnTo>
                  <a:pt x="1327921" y="1978606"/>
                </a:lnTo>
                <a:lnTo>
                  <a:pt x="1327921" y="1880250"/>
                </a:lnTo>
                <a:lnTo>
                  <a:pt x="1441976" y="1880250"/>
                </a:lnTo>
                <a:lnTo>
                  <a:pt x="1441976" y="1901064"/>
                </a:lnTo>
                <a:lnTo>
                  <a:pt x="1556031" y="1901064"/>
                </a:lnTo>
                <a:lnTo>
                  <a:pt x="1556031" y="1906394"/>
                </a:lnTo>
                <a:lnTo>
                  <a:pt x="1661939" y="1906394"/>
                </a:lnTo>
                <a:lnTo>
                  <a:pt x="1661939" y="1908166"/>
                </a:lnTo>
                <a:lnTo>
                  <a:pt x="1784140" y="1908166"/>
                </a:lnTo>
                <a:lnTo>
                  <a:pt x="1784140" y="1939515"/>
                </a:lnTo>
                <a:lnTo>
                  <a:pt x="1898195" y="1939515"/>
                </a:lnTo>
                <a:lnTo>
                  <a:pt x="1898195" y="2220937"/>
                </a:lnTo>
                <a:lnTo>
                  <a:pt x="1995956" y="2220937"/>
                </a:lnTo>
                <a:lnTo>
                  <a:pt x="1995956" y="2148712"/>
                </a:lnTo>
                <a:lnTo>
                  <a:pt x="2110010" y="2148712"/>
                </a:lnTo>
                <a:lnTo>
                  <a:pt x="2110010" y="2178484"/>
                </a:lnTo>
                <a:lnTo>
                  <a:pt x="2224065" y="2178484"/>
                </a:lnTo>
                <a:lnTo>
                  <a:pt x="2224065" y="2197565"/>
                </a:lnTo>
                <a:lnTo>
                  <a:pt x="2338120" y="2197565"/>
                </a:lnTo>
                <a:lnTo>
                  <a:pt x="2338120" y="2201652"/>
                </a:lnTo>
                <a:lnTo>
                  <a:pt x="2452174" y="2201652"/>
                </a:lnTo>
                <a:lnTo>
                  <a:pt x="2452174" y="2224949"/>
                </a:lnTo>
                <a:lnTo>
                  <a:pt x="2566229" y="2224949"/>
                </a:lnTo>
                <a:lnTo>
                  <a:pt x="2566229" y="2186495"/>
                </a:lnTo>
                <a:lnTo>
                  <a:pt x="2680283" y="2186495"/>
                </a:lnTo>
                <a:lnTo>
                  <a:pt x="2680283" y="2187281"/>
                </a:lnTo>
                <a:lnTo>
                  <a:pt x="2794338" y="2187281"/>
                </a:lnTo>
                <a:lnTo>
                  <a:pt x="2794338" y="2096536"/>
                </a:lnTo>
                <a:lnTo>
                  <a:pt x="2908393" y="2096536"/>
                </a:lnTo>
                <a:lnTo>
                  <a:pt x="2908393" y="2103468"/>
                </a:lnTo>
                <a:lnTo>
                  <a:pt x="3022447" y="2103452"/>
                </a:lnTo>
                <a:lnTo>
                  <a:pt x="3136502" y="2103452"/>
                </a:lnTo>
                <a:lnTo>
                  <a:pt x="3136502" y="2097246"/>
                </a:lnTo>
                <a:lnTo>
                  <a:pt x="3250557" y="2097246"/>
                </a:lnTo>
                <a:lnTo>
                  <a:pt x="3250557" y="2100110"/>
                </a:lnTo>
                <a:lnTo>
                  <a:pt x="3364611" y="2100110"/>
                </a:lnTo>
                <a:lnTo>
                  <a:pt x="3364611" y="2121305"/>
                </a:lnTo>
                <a:lnTo>
                  <a:pt x="3478666" y="2121305"/>
                </a:lnTo>
                <a:lnTo>
                  <a:pt x="3478666" y="2126620"/>
                </a:lnTo>
                <a:lnTo>
                  <a:pt x="3592721" y="2126620"/>
                </a:lnTo>
                <a:lnTo>
                  <a:pt x="3592721" y="2126303"/>
                </a:lnTo>
                <a:lnTo>
                  <a:pt x="3755656" y="2126303"/>
                </a:lnTo>
                <a:lnTo>
                  <a:pt x="3755656" y="2103948"/>
                </a:lnTo>
                <a:lnTo>
                  <a:pt x="3918591" y="2103948"/>
                </a:lnTo>
                <a:lnTo>
                  <a:pt x="3918591" y="2086524"/>
                </a:lnTo>
                <a:lnTo>
                  <a:pt x="4089673" y="2086524"/>
                </a:lnTo>
                <a:lnTo>
                  <a:pt x="4089673" y="2086697"/>
                </a:lnTo>
                <a:lnTo>
                  <a:pt x="4228168" y="2086697"/>
                </a:lnTo>
                <a:lnTo>
                  <a:pt x="4228168" y="2039003"/>
                </a:lnTo>
                <a:lnTo>
                  <a:pt x="4285195" y="2039074"/>
                </a:lnTo>
                <a:lnTo>
                  <a:pt x="4382956" y="2039074"/>
                </a:lnTo>
                <a:lnTo>
                  <a:pt x="4382956" y="2054849"/>
                </a:lnTo>
                <a:lnTo>
                  <a:pt x="4505158" y="2054849"/>
                </a:lnTo>
                <a:lnTo>
                  <a:pt x="4505158" y="2055297"/>
                </a:lnTo>
                <a:lnTo>
                  <a:pt x="4611066" y="2055297"/>
                </a:lnTo>
                <a:lnTo>
                  <a:pt x="4611066" y="2138033"/>
                </a:lnTo>
                <a:lnTo>
                  <a:pt x="4716973" y="2138109"/>
                </a:lnTo>
                <a:lnTo>
                  <a:pt x="4888055" y="2138109"/>
                </a:lnTo>
                <a:lnTo>
                  <a:pt x="4888055" y="2139147"/>
                </a:lnTo>
                <a:lnTo>
                  <a:pt x="5059137" y="2139147"/>
                </a:lnTo>
                <a:lnTo>
                  <a:pt x="5059137" y="2143498"/>
                </a:lnTo>
                <a:lnTo>
                  <a:pt x="5230219" y="2143498"/>
                </a:lnTo>
                <a:lnTo>
                  <a:pt x="5230219" y="2143731"/>
                </a:lnTo>
                <a:lnTo>
                  <a:pt x="5401301" y="2143746"/>
                </a:lnTo>
                <a:lnTo>
                  <a:pt x="5572383" y="2143746"/>
                </a:lnTo>
                <a:lnTo>
                  <a:pt x="5572383" y="2136044"/>
                </a:lnTo>
                <a:lnTo>
                  <a:pt x="5743465" y="2136110"/>
                </a:lnTo>
                <a:lnTo>
                  <a:pt x="5857520" y="2136124"/>
                </a:lnTo>
                <a:lnTo>
                  <a:pt x="5987868" y="2136124"/>
                </a:lnTo>
                <a:lnTo>
                  <a:pt x="5987868" y="2131084"/>
                </a:lnTo>
                <a:lnTo>
                  <a:pt x="6273005" y="2131084"/>
                </a:lnTo>
                <a:lnTo>
                  <a:pt x="6273005" y="2131776"/>
                </a:lnTo>
                <a:lnTo>
                  <a:pt x="6492967" y="2131810"/>
                </a:lnTo>
                <a:lnTo>
                  <a:pt x="6549994" y="2131810"/>
                </a:lnTo>
                <a:lnTo>
                  <a:pt x="6549994" y="2131656"/>
                </a:lnTo>
                <a:lnTo>
                  <a:pt x="6664049" y="2131656"/>
                </a:lnTo>
                <a:lnTo>
                  <a:pt x="6664049" y="2132759"/>
                </a:lnTo>
                <a:lnTo>
                  <a:pt x="6778104" y="2132759"/>
                </a:lnTo>
                <a:lnTo>
                  <a:pt x="6778104" y="2139447"/>
                </a:lnTo>
                <a:lnTo>
                  <a:pt x="6949186" y="2139368"/>
                </a:lnTo>
                <a:lnTo>
                  <a:pt x="7120268" y="2139333"/>
                </a:lnTo>
                <a:lnTo>
                  <a:pt x="7226176" y="2139333"/>
                </a:lnTo>
                <a:lnTo>
                  <a:pt x="7226176" y="2139927"/>
                </a:lnTo>
                <a:lnTo>
                  <a:pt x="7340230" y="2139927"/>
                </a:lnTo>
                <a:lnTo>
                  <a:pt x="7340230" y="2149205"/>
                </a:lnTo>
                <a:lnTo>
                  <a:pt x="7454285" y="2149153"/>
                </a:lnTo>
                <a:lnTo>
                  <a:pt x="7625367" y="2149153"/>
                </a:lnTo>
                <a:lnTo>
                  <a:pt x="7625367" y="2153965"/>
                </a:lnTo>
                <a:lnTo>
                  <a:pt x="7796449" y="2153965"/>
                </a:lnTo>
                <a:lnTo>
                  <a:pt x="7796449" y="2154302"/>
                </a:lnTo>
                <a:lnTo>
                  <a:pt x="7910503" y="2154301"/>
                </a:lnTo>
                <a:lnTo>
                  <a:pt x="8024558" y="2154301"/>
                </a:lnTo>
                <a:lnTo>
                  <a:pt x="8024558" y="2154777"/>
                </a:lnTo>
                <a:lnTo>
                  <a:pt x="8138613" y="2154777"/>
                </a:lnTo>
                <a:lnTo>
                  <a:pt x="8138613" y="2156171"/>
                </a:lnTo>
                <a:lnTo>
                  <a:pt x="8252667" y="2156171"/>
                </a:lnTo>
                <a:lnTo>
                  <a:pt x="8252667" y="2156034"/>
                </a:lnTo>
                <a:lnTo>
                  <a:pt x="8374869" y="2156034"/>
                </a:lnTo>
                <a:lnTo>
                  <a:pt x="8374869" y="2150640"/>
                </a:lnTo>
                <a:lnTo>
                  <a:pt x="8488923" y="2150640"/>
                </a:lnTo>
                <a:lnTo>
                  <a:pt x="8488923" y="2156552"/>
                </a:lnTo>
                <a:lnTo>
                  <a:pt x="8651858" y="2156552"/>
                </a:lnTo>
                <a:lnTo>
                  <a:pt x="8651858" y="2154155"/>
                </a:lnTo>
                <a:lnTo>
                  <a:pt x="8822940" y="2154155"/>
                </a:lnTo>
                <a:lnTo>
                  <a:pt x="8822940" y="2156133"/>
                </a:lnTo>
                <a:lnTo>
                  <a:pt x="9051050" y="2156133"/>
                </a:lnTo>
                <a:lnTo>
                  <a:pt x="9051050" y="2156352"/>
                </a:lnTo>
                <a:lnTo>
                  <a:pt x="9279159" y="2156395"/>
                </a:lnTo>
                <a:lnTo>
                  <a:pt x="9450241" y="2156422"/>
                </a:lnTo>
                <a:lnTo>
                  <a:pt x="9621323" y="2156422"/>
                </a:lnTo>
                <a:lnTo>
                  <a:pt x="9621323" y="2157022"/>
                </a:lnTo>
                <a:lnTo>
                  <a:pt x="9930900" y="2157037"/>
                </a:lnTo>
                <a:lnTo>
                  <a:pt x="10216036" y="2157037"/>
                </a:lnTo>
                <a:lnTo>
                  <a:pt x="10216036" y="2157328"/>
                </a:lnTo>
                <a:lnTo>
                  <a:pt x="10370825" y="2157328"/>
                </a:lnTo>
                <a:lnTo>
                  <a:pt x="10370825" y="2157012"/>
                </a:lnTo>
                <a:lnTo>
                  <a:pt x="10509320" y="2157012"/>
                </a:lnTo>
                <a:lnTo>
                  <a:pt x="10509320" y="2172342"/>
                </a:lnTo>
                <a:lnTo>
                  <a:pt x="10509320" y="2452593"/>
                </a:lnTo>
                <a:lnTo>
                  <a:pt x="10509320" y="2441014"/>
                </a:lnTo>
                <a:lnTo>
                  <a:pt x="10370825" y="2441102"/>
                </a:lnTo>
                <a:lnTo>
                  <a:pt x="10216036" y="2441066"/>
                </a:lnTo>
                <a:lnTo>
                  <a:pt x="9930900" y="2441071"/>
                </a:lnTo>
                <a:lnTo>
                  <a:pt x="9621323" y="2441071"/>
                </a:lnTo>
                <a:lnTo>
                  <a:pt x="9621323" y="2440880"/>
                </a:lnTo>
                <a:lnTo>
                  <a:pt x="9450241" y="2440883"/>
                </a:lnTo>
                <a:lnTo>
                  <a:pt x="9279159" y="2440890"/>
                </a:lnTo>
                <a:lnTo>
                  <a:pt x="9051050" y="2440856"/>
                </a:lnTo>
                <a:lnTo>
                  <a:pt x="8822940" y="2440856"/>
                </a:lnTo>
                <a:lnTo>
                  <a:pt x="8822940" y="2439431"/>
                </a:lnTo>
                <a:lnTo>
                  <a:pt x="8651858" y="2439431"/>
                </a:lnTo>
                <a:lnTo>
                  <a:pt x="8651858" y="2442149"/>
                </a:lnTo>
                <a:lnTo>
                  <a:pt x="8488923" y="2442149"/>
                </a:lnTo>
                <a:lnTo>
                  <a:pt x="8488923" y="2444292"/>
                </a:lnTo>
                <a:lnTo>
                  <a:pt x="8374869" y="2444292"/>
                </a:lnTo>
                <a:lnTo>
                  <a:pt x="8374869" y="2451927"/>
                </a:lnTo>
                <a:lnTo>
                  <a:pt x="8252667" y="2451998"/>
                </a:lnTo>
                <a:lnTo>
                  <a:pt x="8138613" y="2451998"/>
                </a:lnTo>
                <a:lnTo>
                  <a:pt x="8138613" y="2451286"/>
                </a:lnTo>
                <a:lnTo>
                  <a:pt x="8024558" y="2451286"/>
                </a:lnTo>
                <a:lnTo>
                  <a:pt x="8024558" y="2451107"/>
                </a:lnTo>
                <a:lnTo>
                  <a:pt x="7910503" y="2451120"/>
                </a:lnTo>
                <a:lnTo>
                  <a:pt x="7796449" y="2451026"/>
                </a:lnTo>
                <a:lnTo>
                  <a:pt x="7625367" y="2451026"/>
                </a:lnTo>
                <a:lnTo>
                  <a:pt x="7625367" y="2447131"/>
                </a:lnTo>
                <a:lnTo>
                  <a:pt x="7454285" y="2447164"/>
                </a:lnTo>
                <a:lnTo>
                  <a:pt x="7340230" y="2447164"/>
                </a:lnTo>
                <a:lnTo>
                  <a:pt x="7340230" y="2438888"/>
                </a:lnTo>
                <a:lnTo>
                  <a:pt x="7226176" y="2438888"/>
                </a:lnTo>
                <a:lnTo>
                  <a:pt x="7226176" y="2438706"/>
                </a:lnTo>
                <a:lnTo>
                  <a:pt x="7120268" y="2438822"/>
                </a:lnTo>
                <a:lnTo>
                  <a:pt x="6949186" y="2438870"/>
                </a:lnTo>
                <a:lnTo>
                  <a:pt x="6778104" y="2438870"/>
                </a:lnTo>
                <a:lnTo>
                  <a:pt x="6778104" y="2464544"/>
                </a:lnTo>
                <a:lnTo>
                  <a:pt x="6664049" y="2464544"/>
                </a:lnTo>
                <a:lnTo>
                  <a:pt x="6664049" y="2464254"/>
                </a:lnTo>
                <a:lnTo>
                  <a:pt x="6549994" y="2464335"/>
                </a:lnTo>
                <a:lnTo>
                  <a:pt x="6492967" y="2464339"/>
                </a:lnTo>
                <a:lnTo>
                  <a:pt x="6273005" y="2464339"/>
                </a:lnTo>
                <a:lnTo>
                  <a:pt x="6273005" y="2464170"/>
                </a:lnTo>
                <a:lnTo>
                  <a:pt x="5987868" y="2464170"/>
                </a:lnTo>
                <a:lnTo>
                  <a:pt x="5987868" y="2471597"/>
                </a:lnTo>
                <a:lnTo>
                  <a:pt x="5857520" y="2471611"/>
                </a:lnTo>
                <a:lnTo>
                  <a:pt x="5743465" y="2471666"/>
                </a:lnTo>
                <a:lnTo>
                  <a:pt x="5572383" y="2471666"/>
                </a:lnTo>
                <a:lnTo>
                  <a:pt x="5572383" y="2480509"/>
                </a:lnTo>
                <a:lnTo>
                  <a:pt x="5401301" y="2480524"/>
                </a:lnTo>
                <a:lnTo>
                  <a:pt x="5230219" y="2480520"/>
                </a:lnTo>
                <a:lnTo>
                  <a:pt x="5059137" y="2480520"/>
                </a:lnTo>
                <a:lnTo>
                  <a:pt x="5059137" y="2477961"/>
                </a:lnTo>
                <a:lnTo>
                  <a:pt x="4888055" y="2477961"/>
                </a:lnTo>
                <a:lnTo>
                  <a:pt x="4888055" y="2477490"/>
                </a:lnTo>
                <a:lnTo>
                  <a:pt x="4716973" y="2477503"/>
                </a:lnTo>
                <a:lnTo>
                  <a:pt x="4611066" y="2477503"/>
                </a:lnTo>
                <a:lnTo>
                  <a:pt x="4611066" y="2683426"/>
                </a:lnTo>
                <a:lnTo>
                  <a:pt x="4505158" y="2683482"/>
                </a:lnTo>
                <a:lnTo>
                  <a:pt x="4382956" y="2683482"/>
                </a:lnTo>
                <a:lnTo>
                  <a:pt x="4382956" y="2676796"/>
                </a:lnTo>
                <a:lnTo>
                  <a:pt x="4285195" y="2676826"/>
                </a:lnTo>
                <a:lnTo>
                  <a:pt x="4228168" y="2676826"/>
                </a:lnTo>
                <a:lnTo>
                  <a:pt x="4228168" y="2731155"/>
                </a:lnTo>
                <a:lnTo>
                  <a:pt x="4089673" y="2731155"/>
                </a:lnTo>
                <a:lnTo>
                  <a:pt x="4089673" y="2731303"/>
                </a:lnTo>
                <a:lnTo>
                  <a:pt x="3918591" y="2731303"/>
                </a:lnTo>
                <a:lnTo>
                  <a:pt x="3918591" y="2758704"/>
                </a:lnTo>
                <a:lnTo>
                  <a:pt x="3755656" y="2758704"/>
                </a:lnTo>
                <a:lnTo>
                  <a:pt x="3755656" y="2761281"/>
                </a:lnTo>
                <a:lnTo>
                  <a:pt x="3592721" y="2761281"/>
                </a:lnTo>
                <a:lnTo>
                  <a:pt x="3592721" y="2761520"/>
                </a:lnTo>
                <a:lnTo>
                  <a:pt x="3478666" y="2761520"/>
                </a:lnTo>
                <a:lnTo>
                  <a:pt x="3478666" y="2761339"/>
                </a:lnTo>
                <a:lnTo>
                  <a:pt x="3364611" y="2761339"/>
                </a:lnTo>
                <a:lnTo>
                  <a:pt x="3364611" y="2752359"/>
                </a:lnTo>
                <a:lnTo>
                  <a:pt x="3250557" y="2752359"/>
                </a:lnTo>
                <a:lnTo>
                  <a:pt x="3250557" y="2755421"/>
                </a:lnTo>
                <a:lnTo>
                  <a:pt x="3136502" y="2755421"/>
                </a:lnTo>
                <a:lnTo>
                  <a:pt x="3136502" y="2756276"/>
                </a:lnTo>
                <a:lnTo>
                  <a:pt x="3022447" y="2756276"/>
                </a:lnTo>
                <a:lnTo>
                  <a:pt x="3022447" y="2756654"/>
                </a:lnTo>
                <a:lnTo>
                  <a:pt x="2908393" y="2756654"/>
                </a:lnTo>
                <a:lnTo>
                  <a:pt x="2908393" y="2756349"/>
                </a:lnTo>
                <a:lnTo>
                  <a:pt x="2794338" y="2756349"/>
                </a:lnTo>
                <a:lnTo>
                  <a:pt x="2794338" y="2926956"/>
                </a:lnTo>
                <a:lnTo>
                  <a:pt x="2680283" y="2926956"/>
                </a:lnTo>
                <a:lnTo>
                  <a:pt x="2680283" y="2927747"/>
                </a:lnTo>
                <a:lnTo>
                  <a:pt x="2566229" y="2927747"/>
                </a:lnTo>
                <a:lnTo>
                  <a:pt x="2566229" y="2968314"/>
                </a:lnTo>
                <a:lnTo>
                  <a:pt x="2452174" y="2968314"/>
                </a:lnTo>
                <a:lnTo>
                  <a:pt x="2452174" y="2982773"/>
                </a:lnTo>
                <a:lnTo>
                  <a:pt x="2338120" y="2982773"/>
                </a:lnTo>
                <a:lnTo>
                  <a:pt x="2338120" y="2985106"/>
                </a:lnTo>
                <a:lnTo>
                  <a:pt x="2224065" y="2985106"/>
                </a:lnTo>
                <a:lnTo>
                  <a:pt x="2224065" y="2978252"/>
                </a:lnTo>
                <a:lnTo>
                  <a:pt x="2110010" y="2978252"/>
                </a:lnTo>
                <a:lnTo>
                  <a:pt x="2110010" y="2958435"/>
                </a:lnTo>
                <a:lnTo>
                  <a:pt x="1995956" y="2958435"/>
                </a:lnTo>
                <a:lnTo>
                  <a:pt x="1995956" y="3169271"/>
                </a:lnTo>
                <a:lnTo>
                  <a:pt x="1898195" y="3169271"/>
                </a:lnTo>
                <a:lnTo>
                  <a:pt x="1898195" y="2968348"/>
                </a:lnTo>
                <a:lnTo>
                  <a:pt x="1784140" y="2968348"/>
                </a:lnTo>
                <a:lnTo>
                  <a:pt x="1784140" y="2967669"/>
                </a:lnTo>
                <a:lnTo>
                  <a:pt x="1661939" y="2967669"/>
                </a:lnTo>
                <a:lnTo>
                  <a:pt x="1661939" y="2976668"/>
                </a:lnTo>
                <a:lnTo>
                  <a:pt x="1556031" y="2976668"/>
                </a:lnTo>
                <a:lnTo>
                  <a:pt x="1556031" y="2993458"/>
                </a:lnTo>
                <a:lnTo>
                  <a:pt x="1441976" y="2993458"/>
                </a:lnTo>
                <a:lnTo>
                  <a:pt x="1441976" y="3044809"/>
                </a:lnTo>
                <a:lnTo>
                  <a:pt x="1327921" y="3044809"/>
                </a:lnTo>
                <a:lnTo>
                  <a:pt x="1327921" y="3209782"/>
                </a:lnTo>
                <a:lnTo>
                  <a:pt x="1222013" y="3209782"/>
                </a:lnTo>
                <a:lnTo>
                  <a:pt x="1222013" y="3301953"/>
                </a:lnTo>
                <a:lnTo>
                  <a:pt x="1107959" y="3301953"/>
                </a:lnTo>
                <a:lnTo>
                  <a:pt x="1107959" y="3230640"/>
                </a:lnTo>
                <a:lnTo>
                  <a:pt x="1034638" y="3230640"/>
                </a:lnTo>
                <a:lnTo>
                  <a:pt x="1034638" y="3235362"/>
                </a:lnTo>
                <a:lnTo>
                  <a:pt x="969464" y="3235362"/>
                </a:lnTo>
                <a:lnTo>
                  <a:pt x="969464" y="3253464"/>
                </a:lnTo>
                <a:lnTo>
                  <a:pt x="871703" y="3253464"/>
                </a:lnTo>
                <a:lnTo>
                  <a:pt x="871703" y="3237237"/>
                </a:lnTo>
                <a:lnTo>
                  <a:pt x="749501" y="3237237"/>
                </a:lnTo>
                <a:lnTo>
                  <a:pt x="749501" y="3240983"/>
                </a:lnTo>
                <a:lnTo>
                  <a:pt x="578419" y="3240983"/>
                </a:lnTo>
                <a:lnTo>
                  <a:pt x="578419" y="3788229"/>
                </a:lnTo>
                <a:lnTo>
                  <a:pt x="439925" y="3788229"/>
                </a:lnTo>
                <a:lnTo>
                  <a:pt x="439925" y="3782246"/>
                </a:lnTo>
                <a:lnTo>
                  <a:pt x="382897" y="3782246"/>
                </a:lnTo>
                <a:lnTo>
                  <a:pt x="382897" y="3784878"/>
                </a:lnTo>
                <a:lnTo>
                  <a:pt x="366604" y="3784878"/>
                </a:lnTo>
                <a:lnTo>
                  <a:pt x="366604" y="3795819"/>
                </a:lnTo>
                <a:lnTo>
                  <a:pt x="301430" y="3795819"/>
                </a:lnTo>
                <a:lnTo>
                  <a:pt x="301430" y="3822991"/>
                </a:lnTo>
                <a:lnTo>
                  <a:pt x="228109" y="3822991"/>
                </a:lnTo>
                <a:lnTo>
                  <a:pt x="228109" y="4061267"/>
                </a:lnTo>
                <a:lnTo>
                  <a:pt x="146641" y="4061267"/>
                </a:lnTo>
                <a:lnTo>
                  <a:pt x="0" y="4061267"/>
                </a:lnTo>
                <a:close/>
              </a:path>
            </a:pathLst>
          </a:custGeom>
          <a:solidFill>
            <a:srgbClr val="4682B4">
              <a:alpha val="50196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25" name="pl130">
            <a:extLst>
              <a:ext uri="{FF2B5EF4-FFF2-40B4-BE49-F238E27FC236}">
                <a16:creationId xmlns:a16="http://schemas.microsoft.com/office/drawing/2014/main" id="{1D727917-D82A-547D-4CA4-0F8B1FDA8950}"/>
              </a:ext>
            </a:extLst>
          </p:cNvPr>
          <p:cNvSpPr/>
          <p:nvPr/>
        </p:nvSpPr>
        <p:spPr>
          <a:xfrm>
            <a:off x="2810958" y="954129"/>
            <a:ext cx="7006213" cy="1483299"/>
          </a:xfrm>
          <a:custGeom>
            <a:avLst/>
            <a:gdLst/>
            <a:ahLst/>
            <a:cxnLst/>
            <a:rect l="0" t="0" r="0" b="0"/>
            <a:pathLst>
              <a:path w="10509320" h="2224949">
                <a:moveTo>
                  <a:pt x="0" y="0"/>
                </a:moveTo>
                <a:lnTo>
                  <a:pt x="146641" y="0"/>
                </a:lnTo>
                <a:lnTo>
                  <a:pt x="146641" y="1363522"/>
                </a:lnTo>
                <a:lnTo>
                  <a:pt x="228109" y="1363522"/>
                </a:lnTo>
                <a:lnTo>
                  <a:pt x="228109" y="1150489"/>
                </a:lnTo>
                <a:lnTo>
                  <a:pt x="301430" y="1150489"/>
                </a:lnTo>
                <a:lnTo>
                  <a:pt x="301430" y="1175439"/>
                </a:lnTo>
                <a:lnTo>
                  <a:pt x="366604" y="1175439"/>
                </a:lnTo>
                <a:lnTo>
                  <a:pt x="366604" y="1554508"/>
                </a:lnTo>
                <a:lnTo>
                  <a:pt x="382897" y="1554508"/>
                </a:lnTo>
                <a:lnTo>
                  <a:pt x="382897" y="1556674"/>
                </a:lnTo>
                <a:lnTo>
                  <a:pt x="439925" y="1556674"/>
                </a:lnTo>
                <a:lnTo>
                  <a:pt x="439925" y="1721757"/>
                </a:lnTo>
                <a:lnTo>
                  <a:pt x="578419" y="1721757"/>
                </a:lnTo>
                <a:lnTo>
                  <a:pt x="578419" y="1677488"/>
                </a:lnTo>
                <a:lnTo>
                  <a:pt x="749501" y="1677488"/>
                </a:lnTo>
                <a:lnTo>
                  <a:pt x="749501" y="1682999"/>
                </a:lnTo>
                <a:lnTo>
                  <a:pt x="871703" y="1682999"/>
                </a:lnTo>
                <a:lnTo>
                  <a:pt x="871703" y="1888516"/>
                </a:lnTo>
                <a:lnTo>
                  <a:pt x="969464" y="1888516"/>
                </a:lnTo>
                <a:lnTo>
                  <a:pt x="969464" y="1897423"/>
                </a:lnTo>
                <a:lnTo>
                  <a:pt x="1034638" y="1897423"/>
                </a:lnTo>
                <a:lnTo>
                  <a:pt x="1034638" y="1901172"/>
                </a:lnTo>
                <a:lnTo>
                  <a:pt x="1107959" y="1901172"/>
                </a:lnTo>
                <a:lnTo>
                  <a:pt x="1107959" y="2006294"/>
                </a:lnTo>
                <a:lnTo>
                  <a:pt x="1222013" y="2006294"/>
                </a:lnTo>
                <a:lnTo>
                  <a:pt x="1222013" y="1978606"/>
                </a:lnTo>
                <a:lnTo>
                  <a:pt x="1327921" y="1978606"/>
                </a:lnTo>
                <a:lnTo>
                  <a:pt x="1327921" y="1880250"/>
                </a:lnTo>
                <a:lnTo>
                  <a:pt x="1441976" y="1880250"/>
                </a:lnTo>
                <a:lnTo>
                  <a:pt x="1441976" y="1901064"/>
                </a:lnTo>
                <a:lnTo>
                  <a:pt x="1556031" y="1901064"/>
                </a:lnTo>
                <a:lnTo>
                  <a:pt x="1556031" y="1906394"/>
                </a:lnTo>
                <a:lnTo>
                  <a:pt x="1661939" y="1906394"/>
                </a:lnTo>
                <a:lnTo>
                  <a:pt x="1661939" y="1908166"/>
                </a:lnTo>
                <a:lnTo>
                  <a:pt x="1784140" y="1908166"/>
                </a:lnTo>
                <a:lnTo>
                  <a:pt x="1784140" y="1939515"/>
                </a:lnTo>
                <a:lnTo>
                  <a:pt x="1898195" y="1939515"/>
                </a:lnTo>
                <a:lnTo>
                  <a:pt x="1898195" y="2220937"/>
                </a:lnTo>
                <a:lnTo>
                  <a:pt x="1995956" y="2220937"/>
                </a:lnTo>
                <a:lnTo>
                  <a:pt x="1995956" y="2148712"/>
                </a:lnTo>
                <a:lnTo>
                  <a:pt x="2110010" y="2148712"/>
                </a:lnTo>
                <a:lnTo>
                  <a:pt x="2110010" y="2178484"/>
                </a:lnTo>
                <a:lnTo>
                  <a:pt x="2224065" y="2178484"/>
                </a:lnTo>
                <a:lnTo>
                  <a:pt x="2224065" y="2197565"/>
                </a:lnTo>
                <a:lnTo>
                  <a:pt x="2338120" y="2197565"/>
                </a:lnTo>
                <a:lnTo>
                  <a:pt x="2338120" y="2201652"/>
                </a:lnTo>
                <a:lnTo>
                  <a:pt x="2452174" y="2201652"/>
                </a:lnTo>
                <a:lnTo>
                  <a:pt x="2452174" y="2224949"/>
                </a:lnTo>
                <a:lnTo>
                  <a:pt x="2566229" y="2224949"/>
                </a:lnTo>
                <a:lnTo>
                  <a:pt x="2566229" y="2186495"/>
                </a:lnTo>
                <a:lnTo>
                  <a:pt x="2680283" y="2186495"/>
                </a:lnTo>
                <a:lnTo>
                  <a:pt x="2680283" y="2187281"/>
                </a:lnTo>
                <a:lnTo>
                  <a:pt x="2794338" y="2187281"/>
                </a:lnTo>
                <a:lnTo>
                  <a:pt x="2794338" y="2096536"/>
                </a:lnTo>
                <a:lnTo>
                  <a:pt x="2908393" y="2096536"/>
                </a:lnTo>
                <a:lnTo>
                  <a:pt x="2908393" y="2103468"/>
                </a:lnTo>
                <a:lnTo>
                  <a:pt x="3022447" y="2103468"/>
                </a:lnTo>
                <a:lnTo>
                  <a:pt x="3022447" y="2103452"/>
                </a:lnTo>
                <a:lnTo>
                  <a:pt x="3136502" y="2103452"/>
                </a:lnTo>
                <a:lnTo>
                  <a:pt x="3136502" y="2097246"/>
                </a:lnTo>
                <a:lnTo>
                  <a:pt x="3250557" y="2097246"/>
                </a:lnTo>
                <a:lnTo>
                  <a:pt x="3250557" y="2100110"/>
                </a:lnTo>
                <a:lnTo>
                  <a:pt x="3364611" y="2100110"/>
                </a:lnTo>
                <a:lnTo>
                  <a:pt x="3364611" y="2121305"/>
                </a:lnTo>
                <a:lnTo>
                  <a:pt x="3478666" y="2121305"/>
                </a:lnTo>
                <a:lnTo>
                  <a:pt x="3478666" y="2126620"/>
                </a:lnTo>
                <a:lnTo>
                  <a:pt x="3592721" y="2126620"/>
                </a:lnTo>
                <a:lnTo>
                  <a:pt x="3592721" y="2126303"/>
                </a:lnTo>
                <a:lnTo>
                  <a:pt x="3755656" y="2126303"/>
                </a:lnTo>
                <a:lnTo>
                  <a:pt x="3755656" y="2103948"/>
                </a:lnTo>
                <a:lnTo>
                  <a:pt x="3918591" y="2103948"/>
                </a:lnTo>
                <a:lnTo>
                  <a:pt x="3918591" y="2086524"/>
                </a:lnTo>
                <a:lnTo>
                  <a:pt x="4089673" y="2086524"/>
                </a:lnTo>
                <a:lnTo>
                  <a:pt x="4089673" y="2086697"/>
                </a:lnTo>
                <a:lnTo>
                  <a:pt x="4228168" y="2086697"/>
                </a:lnTo>
                <a:lnTo>
                  <a:pt x="4228168" y="2039003"/>
                </a:lnTo>
                <a:lnTo>
                  <a:pt x="4285195" y="2039003"/>
                </a:lnTo>
                <a:lnTo>
                  <a:pt x="4285195" y="2039074"/>
                </a:lnTo>
                <a:lnTo>
                  <a:pt x="4382956" y="2039074"/>
                </a:lnTo>
                <a:lnTo>
                  <a:pt x="4382956" y="2054849"/>
                </a:lnTo>
                <a:lnTo>
                  <a:pt x="4505158" y="2054849"/>
                </a:lnTo>
                <a:lnTo>
                  <a:pt x="4505158" y="2055297"/>
                </a:lnTo>
                <a:lnTo>
                  <a:pt x="4611066" y="2055297"/>
                </a:lnTo>
                <a:lnTo>
                  <a:pt x="4611066" y="2138033"/>
                </a:lnTo>
                <a:lnTo>
                  <a:pt x="4716973" y="2138033"/>
                </a:lnTo>
                <a:lnTo>
                  <a:pt x="4716973" y="2138109"/>
                </a:lnTo>
                <a:lnTo>
                  <a:pt x="4888055" y="2138109"/>
                </a:lnTo>
                <a:lnTo>
                  <a:pt x="4888055" y="2139147"/>
                </a:lnTo>
                <a:lnTo>
                  <a:pt x="5059137" y="2139147"/>
                </a:lnTo>
                <a:lnTo>
                  <a:pt x="5059137" y="2143498"/>
                </a:lnTo>
                <a:lnTo>
                  <a:pt x="5230219" y="2143498"/>
                </a:lnTo>
                <a:lnTo>
                  <a:pt x="5230219" y="2143731"/>
                </a:lnTo>
                <a:lnTo>
                  <a:pt x="5401301" y="2143731"/>
                </a:lnTo>
                <a:lnTo>
                  <a:pt x="5401301" y="2143746"/>
                </a:lnTo>
                <a:lnTo>
                  <a:pt x="5572383" y="2143746"/>
                </a:lnTo>
                <a:lnTo>
                  <a:pt x="5572383" y="2136044"/>
                </a:lnTo>
                <a:lnTo>
                  <a:pt x="5743465" y="2136044"/>
                </a:lnTo>
                <a:lnTo>
                  <a:pt x="5743465" y="2136110"/>
                </a:lnTo>
                <a:lnTo>
                  <a:pt x="5857520" y="2136110"/>
                </a:lnTo>
                <a:lnTo>
                  <a:pt x="5857520" y="2136124"/>
                </a:lnTo>
                <a:lnTo>
                  <a:pt x="5987868" y="2136124"/>
                </a:lnTo>
                <a:lnTo>
                  <a:pt x="5987868" y="2131084"/>
                </a:lnTo>
                <a:lnTo>
                  <a:pt x="6273005" y="2131084"/>
                </a:lnTo>
                <a:lnTo>
                  <a:pt x="6273005" y="2131776"/>
                </a:lnTo>
                <a:lnTo>
                  <a:pt x="6492967" y="2131776"/>
                </a:lnTo>
                <a:lnTo>
                  <a:pt x="6492967" y="2131810"/>
                </a:lnTo>
                <a:lnTo>
                  <a:pt x="6549994" y="2131810"/>
                </a:lnTo>
                <a:lnTo>
                  <a:pt x="6549994" y="2131656"/>
                </a:lnTo>
                <a:lnTo>
                  <a:pt x="6664049" y="2131656"/>
                </a:lnTo>
                <a:lnTo>
                  <a:pt x="6664049" y="2132759"/>
                </a:lnTo>
                <a:lnTo>
                  <a:pt x="6778104" y="2132759"/>
                </a:lnTo>
                <a:lnTo>
                  <a:pt x="6778104" y="2139447"/>
                </a:lnTo>
                <a:lnTo>
                  <a:pt x="6949186" y="2139447"/>
                </a:lnTo>
                <a:lnTo>
                  <a:pt x="6949186" y="2139368"/>
                </a:lnTo>
                <a:lnTo>
                  <a:pt x="7120268" y="2139368"/>
                </a:lnTo>
                <a:lnTo>
                  <a:pt x="7120268" y="2139333"/>
                </a:lnTo>
                <a:lnTo>
                  <a:pt x="7226176" y="2139333"/>
                </a:lnTo>
                <a:lnTo>
                  <a:pt x="7226176" y="2139927"/>
                </a:lnTo>
                <a:lnTo>
                  <a:pt x="7340230" y="2139927"/>
                </a:lnTo>
                <a:lnTo>
                  <a:pt x="7340230" y="2149205"/>
                </a:lnTo>
                <a:lnTo>
                  <a:pt x="7454285" y="2149205"/>
                </a:lnTo>
                <a:lnTo>
                  <a:pt x="7454285" y="2149153"/>
                </a:lnTo>
                <a:lnTo>
                  <a:pt x="7625367" y="2149153"/>
                </a:lnTo>
                <a:lnTo>
                  <a:pt x="7625367" y="2153965"/>
                </a:lnTo>
                <a:lnTo>
                  <a:pt x="7796449" y="2153965"/>
                </a:lnTo>
                <a:lnTo>
                  <a:pt x="7796449" y="2154302"/>
                </a:lnTo>
                <a:lnTo>
                  <a:pt x="7910503" y="2154302"/>
                </a:lnTo>
                <a:lnTo>
                  <a:pt x="7910503" y="2154301"/>
                </a:lnTo>
                <a:lnTo>
                  <a:pt x="8024558" y="2154301"/>
                </a:lnTo>
                <a:lnTo>
                  <a:pt x="8024558" y="2154777"/>
                </a:lnTo>
                <a:lnTo>
                  <a:pt x="8138613" y="2154777"/>
                </a:lnTo>
                <a:lnTo>
                  <a:pt x="8138613" y="2156171"/>
                </a:lnTo>
                <a:lnTo>
                  <a:pt x="8252667" y="2156171"/>
                </a:lnTo>
                <a:lnTo>
                  <a:pt x="8252667" y="2156034"/>
                </a:lnTo>
                <a:lnTo>
                  <a:pt x="8374869" y="2156034"/>
                </a:lnTo>
                <a:lnTo>
                  <a:pt x="8374869" y="2150640"/>
                </a:lnTo>
                <a:lnTo>
                  <a:pt x="8488923" y="2150640"/>
                </a:lnTo>
                <a:lnTo>
                  <a:pt x="8488923" y="2156552"/>
                </a:lnTo>
                <a:lnTo>
                  <a:pt x="8651858" y="2156552"/>
                </a:lnTo>
                <a:lnTo>
                  <a:pt x="8651858" y="2154155"/>
                </a:lnTo>
                <a:lnTo>
                  <a:pt x="8822940" y="2154155"/>
                </a:lnTo>
                <a:lnTo>
                  <a:pt x="8822940" y="2156133"/>
                </a:lnTo>
                <a:lnTo>
                  <a:pt x="9051050" y="2156133"/>
                </a:lnTo>
                <a:lnTo>
                  <a:pt x="9051050" y="2156352"/>
                </a:lnTo>
                <a:lnTo>
                  <a:pt x="9279159" y="2156352"/>
                </a:lnTo>
                <a:lnTo>
                  <a:pt x="9279159" y="2156395"/>
                </a:lnTo>
                <a:lnTo>
                  <a:pt x="9450241" y="2156395"/>
                </a:lnTo>
                <a:lnTo>
                  <a:pt x="9450241" y="2156422"/>
                </a:lnTo>
                <a:lnTo>
                  <a:pt x="9621323" y="2156422"/>
                </a:lnTo>
                <a:lnTo>
                  <a:pt x="9621323" y="2157022"/>
                </a:lnTo>
                <a:lnTo>
                  <a:pt x="9930900" y="2157022"/>
                </a:lnTo>
                <a:lnTo>
                  <a:pt x="9930900" y="2157037"/>
                </a:lnTo>
                <a:lnTo>
                  <a:pt x="10216036" y="2157037"/>
                </a:lnTo>
                <a:lnTo>
                  <a:pt x="10216036" y="2157328"/>
                </a:lnTo>
                <a:lnTo>
                  <a:pt x="10370825" y="2157328"/>
                </a:lnTo>
                <a:lnTo>
                  <a:pt x="10370825" y="2157012"/>
                </a:lnTo>
                <a:lnTo>
                  <a:pt x="10509320" y="2157012"/>
                </a:lnTo>
                <a:lnTo>
                  <a:pt x="10509320" y="2172342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126" name="pl131">
            <a:extLst>
              <a:ext uri="{FF2B5EF4-FFF2-40B4-BE49-F238E27FC236}">
                <a16:creationId xmlns:a16="http://schemas.microsoft.com/office/drawing/2014/main" id="{F96C8904-EA41-D6CE-1B4F-3BEA3188382F}"/>
              </a:ext>
            </a:extLst>
          </p:cNvPr>
          <p:cNvSpPr/>
          <p:nvPr/>
        </p:nvSpPr>
        <p:spPr>
          <a:xfrm>
            <a:off x="2810958" y="2579933"/>
            <a:ext cx="7006213" cy="1081707"/>
          </a:xfrm>
          <a:custGeom>
            <a:avLst/>
            <a:gdLst/>
            <a:ahLst/>
            <a:cxnLst/>
            <a:rect l="0" t="0" r="0" b="0"/>
            <a:pathLst>
              <a:path w="10509320" h="1622561">
                <a:moveTo>
                  <a:pt x="10509320" y="13886"/>
                </a:moveTo>
                <a:lnTo>
                  <a:pt x="10509320" y="2307"/>
                </a:lnTo>
                <a:lnTo>
                  <a:pt x="10370825" y="2307"/>
                </a:lnTo>
                <a:lnTo>
                  <a:pt x="10370825" y="2395"/>
                </a:lnTo>
                <a:lnTo>
                  <a:pt x="10216036" y="2395"/>
                </a:lnTo>
                <a:lnTo>
                  <a:pt x="10216036" y="2359"/>
                </a:lnTo>
                <a:lnTo>
                  <a:pt x="9930900" y="2359"/>
                </a:lnTo>
                <a:lnTo>
                  <a:pt x="9930900" y="2364"/>
                </a:lnTo>
                <a:lnTo>
                  <a:pt x="9621323" y="2364"/>
                </a:lnTo>
                <a:lnTo>
                  <a:pt x="9621323" y="2173"/>
                </a:lnTo>
                <a:lnTo>
                  <a:pt x="9450241" y="2173"/>
                </a:lnTo>
                <a:lnTo>
                  <a:pt x="9450241" y="2176"/>
                </a:lnTo>
                <a:lnTo>
                  <a:pt x="9279159" y="2176"/>
                </a:lnTo>
                <a:lnTo>
                  <a:pt x="9279159" y="2183"/>
                </a:lnTo>
                <a:lnTo>
                  <a:pt x="9051050" y="2183"/>
                </a:lnTo>
                <a:lnTo>
                  <a:pt x="9051050" y="2149"/>
                </a:lnTo>
                <a:lnTo>
                  <a:pt x="8822940" y="2149"/>
                </a:lnTo>
                <a:lnTo>
                  <a:pt x="8822940" y="724"/>
                </a:lnTo>
                <a:lnTo>
                  <a:pt x="8651858" y="724"/>
                </a:lnTo>
                <a:lnTo>
                  <a:pt x="8651858" y="3442"/>
                </a:lnTo>
                <a:lnTo>
                  <a:pt x="8488923" y="3442"/>
                </a:lnTo>
                <a:lnTo>
                  <a:pt x="8488923" y="5585"/>
                </a:lnTo>
                <a:lnTo>
                  <a:pt x="8374869" y="5585"/>
                </a:lnTo>
                <a:lnTo>
                  <a:pt x="8374869" y="13220"/>
                </a:lnTo>
                <a:lnTo>
                  <a:pt x="8252667" y="13220"/>
                </a:lnTo>
                <a:lnTo>
                  <a:pt x="8252667" y="13291"/>
                </a:lnTo>
                <a:lnTo>
                  <a:pt x="8138613" y="13291"/>
                </a:lnTo>
                <a:lnTo>
                  <a:pt x="8138613" y="12579"/>
                </a:lnTo>
                <a:lnTo>
                  <a:pt x="8024558" y="12579"/>
                </a:lnTo>
                <a:lnTo>
                  <a:pt x="8024558" y="12400"/>
                </a:lnTo>
                <a:lnTo>
                  <a:pt x="7910503" y="12400"/>
                </a:lnTo>
                <a:lnTo>
                  <a:pt x="7910503" y="12413"/>
                </a:lnTo>
                <a:lnTo>
                  <a:pt x="7796449" y="12413"/>
                </a:lnTo>
                <a:lnTo>
                  <a:pt x="7796449" y="12319"/>
                </a:lnTo>
                <a:lnTo>
                  <a:pt x="7625367" y="12319"/>
                </a:lnTo>
                <a:lnTo>
                  <a:pt x="7625367" y="8424"/>
                </a:lnTo>
                <a:lnTo>
                  <a:pt x="7454285" y="8424"/>
                </a:lnTo>
                <a:lnTo>
                  <a:pt x="7454285" y="8457"/>
                </a:lnTo>
                <a:lnTo>
                  <a:pt x="7340230" y="8457"/>
                </a:lnTo>
                <a:lnTo>
                  <a:pt x="7340230" y="181"/>
                </a:lnTo>
                <a:lnTo>
                  <a:pt x="7226176" y="181"/>
                </a:lnTo>
                <a:lnTo>
                  <a:pt x="7226176" y="0"/>
                </a:lnTo>
                <a:lnTo>
                  <a:pt x="7120268" y="0"/>
                </a:lnTo>
                <a:lnTo>
                  <a:pt x="7120268" y="115"/>
                </a:lnTo>
                <a:lnTo>
                  <a:pt x="6949186" y="115"/>
                </a:lnTo>
                <a:lnTo>
                  <a:pt x="6949186" y="163"/>
                </a:lnTo>
                <a:lnTo>
                  <a:pt x="6778104" y="163"/>
                </a:lnTo>
                <a:lnTo>
                  <a:pt x="6778104" y="25837"/>
                </a:lnTo>
                <a:lnTo>
                  <a:pt x="6664049" y="25837"/>
                </a:lnTo>
                <a:lnTo>
                  <a:pt x="6664049" y="25547"/>
                </a:lnTo>
                <a:lnTo>
                  <a:pt x="6549994" y="25547"/>
                </a:lnTo>
                <a:lnTo>
                  <a:pt x="6549994" y="25628"/>
                </a:lnTo>
                <a:lnTo>
                  <a:pt x="6492967" y="25628"/>
                </a:lnTo>
                <a:lnTo>
                  <a:pt x="6492967" y="25632"/>
                </a:lnTo>
                <a:lnTo>
                  <a:pt x="6273005" y="25632"/>
                </a:lnTo>
                <a:lnTo>
                  <a:pt x="6273005" y="25463"/>
                </a:lnTo>
                <a:lnTo>
                  <a:pt x="5987868" y="25463"/>
                </a:lnTo>
                <a:lnTo>
                  <a:pt x="5987868" y="32890"/>
                </a:lnTo>
                <a:lnTo>
                  <a:pt x="5857520" y="32890"/>
                </a:lnTo>
                <a:lnTo>
                  <a:pt x="5857520" y="32904"/>
                </a:lnTo>
                <a:lnTo>
                  <a:pt x="5743465" y="32904"/>
                </a:lnTo>
                <a:lnTo>
                  <a:pt x="5743465" y="32959"/>
                </a:lnTo>
                <a:lnTo>
                  <a:pt x="5572383" y="32959"/>
                </a:lnTo>
                <a:lnTo>
                  <a:pt x="5572383" y="41802"/>
                </a:lnTo>
                <a:lnTo>
                  <a:pt x="5401301" y="41802"/>
                </a:lnTo>
                <a:lnTo>
                  <a:pt x="5401301" y="41817"/>
                </a:lnTo>
                <a:lnTo>
                  <a:pt x="5230219" y="41817"/>
                </a:lnTo>
                <a:lnTo>
                  <a:pt x="5230219" y="41813"/>
                </a:lnTo>
                <a:lnTo>
                  <a:pt x="5059137" y="41813"/>
                </a:lnTo>
                <a:lnTo>
                  <a:pt x="5059137" y="39254"/>
                </a:lnTo>
                <a:lnTo>
                  <a:pt x="4888055" y="39254"/>
                </a:lnTo>
                <a:lnTo>
                  <a:pt x="4888055" y="38783"/>
                </a:lnTo>
                <a:lnTo>
                  <a:pt x="4716973" y="38783"/>
                </a:lnTo>
                <a:lnTo>
                  <a:pt x="4716973" y="38796"/>
                </a:lnTo>
                <a:lnTo>
                  <a:pt x="4611066" y="38796"/>
                </a:lnTo>
                <a:lnTo>
                  <a:pt x="4611066" y="244719"/>
                </a:lnTo>
                <a:lnTo>
                  <a:pt x="4505158" y="244719"/>
                </a:lnTo>
                <a:lnTo>
                  <a:pt x="4505158" y="244775"/>
                </a:lnTo>
                <a:lnTo>
                  <a:pt x="4382956" y="244775"/>
                </a:lnTo>
                <a:lnTo>
                  <a:pt x="4382956" y="238089"/>
                </a:lnTo>
                <a:lnTo>
                  <a:pt x="4285195" y="238089"/>
                </a:lnTo>
                <a:lnTo>
                  <a:pt x="4285195" y="238119"/>
                </a:lnTo>
                <a:lnTo>
                  <a:pt x="4228168" y="238119"/>
                </a:lnTo>
                <a:lnTo>
                  <a:pt x="4228168" y="292448"/>
                </a:lnTo>
                <a:lnTo>
                  <a:pt x="4089673" y="292448"/>
                </a:lnTo>
                <a:lnTo>
                  <a:pt x="4089673" y="292596"/>
                </a:lnTo>
                <a:lnTo>
                  <a:pt x="3918591" y="292596"/>
                </a:lnTo>
                <a:lnTo>
                  <a:pt x="3918591" y="319997"/>
                </a:lnTo>
                <a:lnTo>
                  <a:pt x="3755656" y="319997"/>
                </a:lnTo>
                <a:lnTo>
                  <a:pt x="3755656" y="322574"/>
                </a:lnTo>
                <a:lnTo>
                  <a:pt x="3592721" y="322574"/>
                </a:lnTo>
                <a:lnTo>
                  <a:pt x="3592721" y="322813"/>
                </a:lnTo>
                <a:lnTo>
                  <a:pt x="3478666" y="322813"/>
                </a:lnTo>
                <a:lnTo>
                  <a:pt x="3478666" y="322633"/>
                </a:lnTo>
                <a:lnTo>
                  <a:pt x="3364611" y="322633"/>
                </a:lnTo>
                <a:lnTo>
                  <a:pt x="3364611" y="313652"/>
                </a:lnTo>
                <a:lnTo>
                  <a:pt x="3250557" y="313652"/>
                </a:lnTo>
                <a:lnTo>
                  <a:pt x="3250557" y="316715"/>
                </a:lnTo>
                <a:lnTo>
                  <a:pt x="3136502" y="316715"/>
                </a:lnTo>
                <a:lnTo>
                  <a:pt x="3136502" y="317569"/>
                </a:lnTo>
                <a:lnTo>
                  <a:pt x="3022447" y="317569"/>
                </a:lnTo>
                <a:lnTo>
                  <a:pt x="3022447" y="317947"/>
                </a:lnTo>
                <a:lnTo>
                  <a:pt x="2908393" y="317947"/>
                </a:lnTo>
                <a:lnTo>
                  <a:pt x="2908393" y="317642"/>
                </a:lnTo>
                <a:lnTo>
                  <a:pt x="2794338" y="317642"/>
                </a:lnTo>
                <a:lnTo>
                  <a:pt x="2794338" y="488250"/>
                </a:lnTo>
                <a:lnTo>
                  <a:pt x="2680283" y="488250"/>
                </a:lnTo>
                <a:lnTo>
                  <a:pt x="2680283" y="489040"/>
                </a:lnTo>
                <a:lnTo>
                  <a:pt x="2566229" y="489040"/>
                </a:lnTo>
                <a:lnTo>
                  <a:pt x="2566229" y="529607"/>
                </a:lnTo>
                <a:lnTo>
                  <a:pt x="2452174" y="529607"/>
                </a:lnTo>
                <a:lnTo>
                  <a:pt x="2452174" y="544066"/>
                </a:lnTo>
                <a:lnTo>
                  <a:pt x="2338120" y="544066"/>
                </a:lnTo>
                <a:lnTo>
                  <a:pt x="2338120" y="546399"/>
                </a:lnTo>
                <a:lnTo>
                  <a:pt x="2224065" y="546399"/>
                </a:lnTo>
                <a:lnTo>
                  <a:pt x="2224065" y="539545"/>
                </a:lnTo>
                <a:lnTo>
                  <a:pt x="2110010" y="539545"/>
                </a:lnTo>
                <a:lnTo>
                  <a:pt x="2110010" y="519728"/>
                </a:lnTo>
                <a:lnTo>
                  <a:pt x="1995956" y="519728"/>
                </a:lnTo>
                <a:lnTo>
                  <a:pt x="1995956" y="730565"/>
                </a:lnTo>
                <a:lnTo>
                  <a:pt x="1898195" y="730565"/>
                </a:lnTo>
                <a:lnTo>
                  <a:pt x="1898195" y="529641"/>
                </a:lnTo>
                <a:lnTo>
                  <a:pt x="1784140" y="529641"/>
                </a:lnTo>
                <a:lnTo>
                  <a:pt x="1784140" y="528962"/>
                </a:lnTo>
                <a:lnTo>
                  <a:pt x="1661939" y="528962"/>
                </a:lnTo>
                <a:lnTo>
                  <a:pt x="1661939" y="537962"/>
                </a:lnTo>
                <a:lnTo>
                  <a:pt x="1556031" y="537962"/>
                </a:lnTo>
                <a:lnTo>
                  <a:pt x="1556031" y="554752"/>
                </a:lnTo>
                <a:lnTo>
                  <a:pt x="1441976" y="554752"/>
                </a:lnTo>
                <a:lnTo>
                  <a:pt x="1441976" y="606102"/>
                </a:lnTo>
                <a:lnTo>
                  <a:pt x="1327921" y="606102"/>
                </a:lnTo>
                <a:lnTo>
                  <a:pt x="1327921" y="771075"/>
                </a:lnTo>
                <a:lnTo>
                  <a:pt x="1222013" y="771075"/>
                </a:lnTo>
                <a:lnTo>
                  <a:pt x="1222013" y="863246"/>
                </a:lnTo>
                <a:lnTo>
                  <a:pt x="1107959" y="863246"/>
                </a:lnTo>
                <a:lnTo>
                  <a:pt x="1107959" y="791933"/>
                </a:lnTo>
                <a:lnTo>
                  <a:pt x="1034638" y="791933"/>
                </a:lnTo>
                <a:lnTo>
                  <a:pt x="1034638" y="796655"/>
                </a:lnTo>
                <a:lnTo>
                  <a:pt x="969464" y="796655"/>
                </a:lnTo>
                <a:lnTo>
                  <a:pt x="969464" y="814757"/>
                </a:lnTo>
                <a:lnTo>
                  <a:pt x="871703" y="814757"/>
                </a:lnTo>
                <a:lnTo>
                  <a:pt x="871703" y="798530"/>
                </a:lnTo>
                <a:lnTo>
                  <a:pt x="749501" y="798530"/>
                </a:lnTo>
                <a:lnTo>
                  <a:pt x="749501" y="802276"/>
                </a:lnTo>
                <a:lnTo>
                  <a:pt x="578419" y="802276"/>
                </a:lnTo>
                <a:lnTo>
                  <a:pt x="578419" y="1349522"/>
                </a:lnTo>
                <a:lnTo>
                  <a:pt x="439925" y="1349522"/>
                </a:lnTo>
                <a:lnTo>
                  <a:pt x="439925" y="1343539"/>
                </a:lnTo>
                <a:lnTo>
                  <a:pt x="382897" y="1343539"/>
                </a:lnTo>
                <a:lnTo>
                  <a:pt x="382897" y="1346171"/>
                </a:lnTo>
                <a:lnTo>
                  <a:pt x="366604" y="1346171"/>
                </a:lnTo>
                <a:lnTo>
                  <a:pt x="366604" y="1357112"/>
                </a:lnTo>
                <a:lnTo>
                  <a:pt x="301430" y="1357112"/>
                </a:lnTo>
                <a:lnTo>
                  <a:pt x="301430" y="1384284"/>
                </a:lnTo>
                <a:lnTo>
                  <a:pt x="228109" y="1384284"/>
                </a:lnTo>
                <a:lnTo>
                  <a:pt x="228109" y="1622561"/>
                </a:lnTo>
                <a:lnTo>
                  <a:pt x="228109" y="1622561"/>
                </a:lnTo>
                <a:lnTo>
                  <a:pt x="146641" y="1622561"/>
                </a:lnTo>
                <a:lnTo>
                  <a:pt x="146641" y="1622561"/>
                </a:lnTo>
                <a:lnTo>
                  <a:pt x="0" y="1622561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127" name="pg132">
            <a:extLst>
              <a:ext uri="{FF2B5EF4-FFF2-40B4-BE49-F238E27FC236}">
                <a16:creationId xmlns:a16="http://schemas.microsoft.com/office/drawing/2014/main" id="{487666D7-0892-9BD2-B5B8-EAA31DE58989}"/>
              </a:ext>
            </a:extLst>
          </p:cNvPr>
          <p:cNvSpPr/>
          <p:nvPr/>
        </p:nvSpPr>
        <p:spPr>
          <a:xfrm>
            <a:off x="2810958" y="954129"/>
            <a:ext cx="7006213" cy="2707511"/>
          </a:xfrm>
          <a:custGeom>
            <a:avLst/>
            <a:gdLst/>
            <a:ahLst/>
            <a:cxnLst/>
            <a:rect l="0" t="0" r="0" b="0"/>
            <a:pathLst>
              <a:path w="10509320" h="4061267">
                <a:moveTo>
                  <a:pt x="0" y="0"/>
                </a:moveTo>
                <a:lnTo>
                  <a:pt x="146641" y="0"/>
                </a:lnTo>
                <a:lnTo>
                  <a:pt x="228109" y="0"/>
                </a:lnTo>
                <a:lnTo>
                  <a:pt x="301430" y="0"/>
                </a:lnTo>
                <a:lnTo>
                  <a:pt x="366604" y="0"/>
                </a:lnTo>
                <a:lnTo>
                  <a:pt x="382897" y="0"/>
                </a:lnTo>
                <a:lnTo>
                  <a:pt x="439925" y="0"/>
                </a:lnTo>
                <a:lnTo>
                  <a:pt x="578419" y="0"/>
                </a:lnTo>
                <a:lnTo>
                  <a:pt x="749501" y="0"/>
                </a:lnTo>
                <a:lnTo>
                  <a:pt x="871703" y="0"/>
                </a:lnTo>
                <a:lnTo>
                  <a:pt x="969464" y="0"/>
                </a:lnTo>
                <a:lnTo>
                  <a:pt x="1034638" y="0"/>
                </a:lnTo>
                <a:lnTo>
                  <a:pt x="1107959" y="0"/>
                </a:lnTo>
                <a:lnTo>
                  <a:pt x="1222013" y="0"/>
                </a:lnTo>
                <a:lnTo>
                  <a:pt x="1327921" y="0"/>
                </a:lnTo>
                <a:lnTo>
                  <a:pt x="1441976" y="0"/>
                </a:lnTo>
                <a:lnTo>
                  <a:pt x="1556031" y="0"/>
                </a:lnTo>
                <a:lnTo>
                  <a:pt x="1661939" y="0"/>
                </a:lnTo>
                <a:lnTo>
                  <a:pt x="1784140" y="0"/>
                </a:lnTo>
                <a:lnTo>
                  <a:pt x="1898195" y="0"/>
                </a:lnTo>
                <a:lnTo>
                  <a:pt x="1995956" y="0"/>
                </a:lnTo>
                <a:lnTo>
                  <a:pt x="1995956" y="1409892"/>
                </a:lnTo>
                <a:lnTo>
                  <a:pt x="2110010" y="1409892"/>
                </a:lnTo>
                <a:lnTo>
                  <a:pt x="2224065" y="1409892"/>
                </a:lnTo>
                <a:lnTo>
                  <a:pt x="2338120" y="1409892"/>
                </a:lnTo>
                <a:lnTo>
                  <a:pt x="2452174" y="1409892"/>
                </a:lnTo>
                <a:lnTo>
                  <a:pt x="2566229" y="1409892"/>
                </a:lnTo>
                <a:lnTo>
                  <a:pt x="2680283" y="1409892"/>
                </a:lnTo>
                <a:lnTo>
                  <a:pt x="2794338" y="1409892"/>
                </a:lnTo>
                <a:lnTo>
                  <a:pt x="2794338" y="1388909"/>
                </a:lnTo>
                <a:lnTo>
                  <a:pt x="2908393" y="1388909"/>
                </a:lnTo>
                <a:lnTo>
                  <a:pt x="3022447" y="1388909"/>
                </a:lnTo>
                <a:lnTo>
                  <a:pt x="3136502" y="1388909"/>
                </a:lnTo>
                <a:lnTo>
                  <a:pt x="3250557" y="1388909"/>
                </a:lnTo>
                <a:lnTo>
                  <a:pt x="3364611" y="1388909"/>
                </a:lnTo>
                <a:lnTo>
                  <a:pt x="3478666" y="1388909"/>
                </a:lnTo>
                <a:lnTo>
                  <a:pt x="3592721" y="1388909"/>
                </a:lnTo>
                <a:lnTo>
                  <a:pt x="3755656" y="1388909"/>
                </a:lnTo>
                <a:lnTo>
                  <a:pt x="3918591" y="1388909"/>
                </a:lnTo>
                <a:lnTo>
                  <a:pt x="4089673" y="1388909"/>
                </a:lnTo>
                <a:lnTo>
                  <a:pt x="4228168" y="1388909"/>
                </a:lnTo>
                <a:lnTo>
                  <a:pt x="4228168" y="1273323"/>
                </a:lnTo>
                <a:lnTo>
                  <a:pt x="4285195" y="1273323"/>
                </a:lnTo>
                <a:lnTo>
                  <a:pt x="4382956" y="1273323"/>
                </a:lnTo>
                <a:lnTo>
                  <a:pt x="4505158" y="1273323"/>
                </a:lnTo>
                <a:lnTo>
                  <a:pt x="4611066" y="1273323"/>
                </a:lnTo>
                <a:lnTo>
                  <a:pt x="4611066" y="2041958"/>
                </a:lnTo>
                <a:lnTo>
                  <a:pt x="4716973" y="2041958"/>
                </a:lnTo>
                <a:lnTo>
                  <a:pt x="4888055" y="2041958"/>
                </a:lnTo>
                <a:lnTo>
                  <a:pt x="5059137" y="2041958"/>
                </a:lnTo>
                <a:lnTo>
                  <a:pt x="5059137" y="2053124"/>
                </a:lnTo>
                <a:lnTo>
                  <a:pt x="5230219" y="2053124"/>
                </a:lnTo>
                <a:lnTo>
                  <a:pt x="5401301" y="2053124"/>
                </a:lnTo>
                <a:lnTo>
                  <a:pt x="5572383" y="2053124"/>
                </a:lnTo>
                <a:lnTo>
                  <a:pt x="5743465" y="2053124"/>
                </a:lnTo>
                <a:lnTo>
                  <a:pt x="5857520" y="2053124"/>
                </a:lnTo>
                <a:lnTo>
                  <a:pt x="5987868" y="2053124"/>
                </a:lnTo>
                <a:lnTo>
                  <a:pt x="5987868" y="2048052"/>
                </a:lnTo>
                <a:lnTo>
                  <a:pt x="6273005" y="2048052"/>
                </a:lnTo>
                <a:lnTo>
                  <a:pt x="6492967" y="2048052"/>
                </a:lnTo>
                <a:lnTo>
                  <a:pt x="6549994" y="2048052"/>
                </a:lnTo>
                <a:lnTo>
                  <a:pt x="6664049" y="2048052"/>
                </a:lnTo>
                <a:lnTo>
                  <a:pt x="6778104" y="2048052"/>
                </a:lnTo>
                <a:lnTo>
                  <a:pt x="6778104" y="2072751"/>
                </a:lnTo>
                <a:lnTo>
                  <a:pt x="6949186" y="2072751"/>
                </a:lnTo>
                <a:lnTo>
                  <a:pt x="7120268" y="2072751"/>
                </a:lnTo>
                <a:lnTo>
                  <a:pt x="7226176" y="2072751"/>
                </a:lnTo>
                <a:lnTo>
                  <a:pt x="7340230" y="2072751"/>
                </a:lnTo>
                <a:lnTo>
                  <a:pt x="7454285" y="2072751"/>
                </a:lnTo>
                <a:lnTo>
                  <a:pt x="7625367" y="2072751"/>
                </a:lnTo>
                <a:lnTo>
                  <a:pt x="7796449" y="2072751"/>
                </a:lnTo>
                <a:lnTo>
                  <a:pt x="7910503" y="2072751"/>
                </a:lnTo>
                <a:lnTo>
                  <a:pt x="8024558" y="2072751"/>
                </a:lnTo>
                <a:lnTo>
                  <a:pt x="8138613" y="2072751"/>
                </a:lnTo>
                <a:lnTo>
                  <a:pt x="8252667" y="2072751"/>
                </a:lnTo>
                <a:lnTo>
                  <a:pt x="8374869" y="2072751"/>
                </a:lnTo>
                <a:lnTo>
                  <a:pt x="8488923" y="2072751"/>
                </a:lnTo>
                <a:lnTo>
                  <a:pt x="8488923" y="2083039"/>
                </a:lnTo>
                <a:lnTo>
                  <a:pt x="8651858" y="2083039"/>
                </a:lnTo>
                <a:lnTo>
                  <a:pt x="8822940" y="2083039"/>
                </a:lnTo>
                <a:lnTo>
                  <a:pt x="9051050" y="2083039"/>
                </a:lnTo>
                <a:lnTo>
                  <a:pt x="9279159" y="2083039"/>
                </a:lnTo>
                <a:lnTo>
                  <a:pt x="9450241" y="2083039"/>
                </a:lnTo>
                <a:lnTo>
                  <a:pt x="9621323" y="2083039"/>
                </a:lnTo>
                <a:lnTo>
                  <a:pt x="9930900" y="2083039"/>
                </a:lnTo>
                <a:lnTo>
                  <a:pt x="10216036" y="2083039"/>
                </a:lnTo>
                <a:lnTo>
                  <a:pt x="10370825" y="2083039"/>
                </a:lnTo>
                <a:lnTo>
                  <a:pt x="10509320" y="2083039"/>
                </a:lnTo>
                <a:lnTo>
                  <a:pt x="10509320" y="2104245"/>
                </a:lnTo>
                <a:lnTo>
                  <a:pt x="10509320" y="2412052"/>
                </a:lnTo>
                <a:lnTo>
                  <a:pt x="10509320" y="2395950"/>
                </a:lnTo>
                <a:lnTo>
                  <a:pt x="10370825" y="2395950"/>
                </a:lnTo>
                <a:lnTo>
                  <a:pt x="10216036" y="2395950"/>
                </a:lnTo>
                <a:lnTo>
                  <a:pt x="9930900" y="2395950"/>
                </a:lnTo>
                <a:lnTo>
                  <a:pt x="9621323" y="2395950"/>
                </a:lnTo>
                <a:lnTo>
                  <a:pt x="9450241" y="2395950"/>
                </a:lnTo>
                <a:lnTo>
                  <a:pt x="9279159" y="2395950"/>
                </a:lnTo>
                <a:lnTo>
                  <a:pt x="9051050" y="2395950"/>
                </a:lnTo>
                <a:lnTo>
                  <a:pt x="8822940" y="2395950"/>
                </a:lnTo>
                <a:lnTo>
                  <a:pt x="8651858" y="2395950"/>
                </a:lnTo>
                <a:lnTo>
                  <a:pt x="8488923" y="2395880"/>
                </a:lnTo>
                <a:lnTo>
                  <a:pt x="8374869" y="2395880"/>
                </a:lnTo>
                <a:lnTo>
                  <a:pt x="8252667" y="2395880"/>
                </a:lnTo>
                <a:lnTo>
                  <a:pt x="8138613" y="2395880"/>
                </a:lnTo>
                <a:lnTo>
                  <a:pt x="8024558" y="2395880"/>
                </a:lnTo>
                <a:lnTo>
                  <a:pt x="7910503" y="2395880"/>
                </a:lnTo>
                <a:lnTo>
                  <a:pt x="7796449" y="2395880"/>
                </a:lnTo>
                <a:lnTo>
                  <a:pt x="7625367" y="2395880"/>
                </a:lnTo>
                <a:lnTo>
                  <a:pt x="7454285" y="2395880"/>
                </a:lnTo>
                <a:lnTo>
                  <a:pt x="7340230" y="2395880"/>
                </a:lnTo>
                <a:lnTo>
                  <a:pt x="7226176" y="2395880"/>
                </a:lnTo>
                <a:lnTo>
                  <a:pt x="7120268" y="2395880"/>
                </a:lnTo>
                <a:lnTo>
                  <a:pt x="6949186" y="2395880"/>
                </a:lnTo>
                <a:lnTo>
                  <a:pt x="6778104" y="2395880"/>
                </a:lnTo>
                <a:lnTo>
                  <a:pt x="6778104" y="2412147"/>
                </a:lnTo>
                <a:lnTo>
                  <a:pt x="6664049" y="2412147"/>
                </a:lnTo>
                <a:lnTo>
                  <a:pt x="6549994" y="2412147"/>
                </a:lnTo>
                <a:lnTo>
                  <a:pt x="6492967" y="2412147"/>
                </a:lnTo>
                <a:lnTo>
                  <a:pt x="6273005" y="2412147"/>
                </a:lnTo>
                <a:lnTo>
                  <a:pt x="5987868" y="2412147"/>
                </a:lnTo>
                <a:lnTo>
                  <a:pt x="5987868" y="2418468"/>
                </a:lnTo>
                <a:lnTo>
                  <a:pt x="5857520" y="2418468"/>
                </a:lnTo>
                <a:lnTo>
                  <a:pt x="5743465" y="2418468"/>
                </a:lnTo>
                <a:lnTo>
                  <a:pt x="5572383" y="2418468"/>
                </a:lnTo>
                <a:lnTo>
                  <a:pt x="5401301" y="2418468"/>
                </a:lnTo>
                <a:lnTo>
                  <a:pt x="5230219" y="2418468"/>
                </a:lnTo>
                <a:lnTo>
                  <a:pt x="5059137" y="2418468"/>
                </a:lnTo>
                <a:lnTo>
                  <a:pt x="5059137" y="2411467"/>
                </a:lnTo>
                <a:lnTo>
                  <a:pt x="4888055" y="2411467"/>
                </a:lnTo>
                <a:lnTo>
                  <a:pt x="4716973" y="2411467"/>
                </a:lnTo>
                <a:lnTo>
                  <a:pt x="4611066" y="2411467"/>
                </a:lnTo>
                <a:lnTo>
                  <a:pt x="4611066" y="2345427"/>
                </a:lnTo>
                <a:lnTo>
                  <a:pt x="4505158" y="2345427"/>
                </a:lnTo>
                <a:lnTo>
                  <a:pt x="4382956" y="2345427"/>
                </a:lnTo>
                <a:lnTo>
                  <a:pt x="4285195" y="2345427"/>
                </a:lnTo>
                <a:lnTo>
                  <a:pt x="4228168" y="2345427"/>
                </a:lnTo>
                <a:lnTo>
                  <a:pt x="4228168" y="2488868"/>
                </a:lnTo>
                <a:lnTo>
                  <a:pt x="4089673" y="2488868"/>
                </a:lnTo>
                <a:lnTo>
                  <a:pt x="3918591" y="2488868"/>
                </a:lnTo>
                <a:lnTo>
                  <a:pt x="3755656" y="2488868"/>
                </a:lnTo>
                <a:lnTo>
                  <a:pt x="3592721" y="2488868"/>
                </a:lnTo>
                <a:lnTo>
                  <a:pt x="3478666" y="2488868"/>
                </a:lnTo>
                <a:lnTo>
                  <a:pt x="3364611" y="2488868"/>
                </a:lnTo>
                <a:lnTo>
                  <a:pt x="3250557" y="2488868"/>
                </a:lnTo>
                <a:lnTo>
                  <a:pt x="3136502" y="2488868"/>
                </a:lnTo>
                <a:lnTo>
                  <a:pt x="3022447" y="2488868"/>
                </a:lnTo>
                <a:lnTo>
                  <a:pt x="2908393" y="2488868"/>
                </a:lnTo>
                <a:lnTo>
                  <a:pt x="2794338" y="2488868"/>
                </a:lnTo>
                <a:lnTo>
                  <a:pt x="2794338" y="2920616"/>
                </a:lnTo>
                <a:lnTo>
                  <a:pt x="2680283" y="2920616"/>
                </a:lnTo>
                <a:lnTo>
                  <a:pt x="2566229" y="2920616"/>
                </a:lnTo>
                <a:lnTo>
                  <a:pt x="2452174" y="2920616"/>
                </a:lnTo>
                <a:lnTo>
                  <a:pt x="2338120" y="2920616"/>
                </a:lnTo>
                <a:lnTo>
                  <a:pt x="2224065" y="2920616"/>
                </a:lnTo>
                <a:lnTo>
                  <a:pt x="2110010" y="2920616"/>
                </a:lnTo>
                <a:lnTo>
                  <a:pt x="1995956" y="2920616"/>
                </a:lnTo>
                <a:lnTo>
                  <a:pt x="1995956" y="4061267"/>
                </a:lnTo>
                <a:lnTo>
                  <a:pt x="1898195" y="4061267"/>
                </a:lnTo>
                <a:lnTo>
                  <a:pt x="1784140" y="4061267"/>
                </a:lnTo>
                <a:lnTo>
                  <a:pt x="1661939" y="4061267"/>
                </a:lnTo>
                <a:lnTo>
                  <a:pt x="1556031" y="4061267"/>
                </a:lnTo>
                <a:lnTo>
                  <a:pt x="1441976" y="4061267"/>
                </a:lnTo>
                <a:lnTo>
                  <a:pt x="1327921" y="4061267"/>
                </a:lnTo>
                <a:lnTo>
                  <a:pt x="1222013" y="4061267"/>
                </a:lnTo>
                <a:lnTo>
                  <a:pt x="1107959" y="4061267"/>
                </a:lnTo>
                <a:lnTo>
                  <a:pt x="1034638" y="4061267"/>
                </a:lnTo>
                <a:lnTo>
                  <a:pt x="969464" y="4061267"/>
                </a:lnTo>
                <a:lnTo>
                  <a:pt x="871703" y="4061267"/>
                </a:lnTo>
                <a:lnTo>
                  <a:pt x="749501" y="4061267"/>
                </a:lnTo>
                <a:lnTo>
                  <a:pt x="578419" y="4061267"/>
                </a:lnTo>
                <a:lnTo>
                  <a:pt x="439925" y="4061267"/>
                </a:lnTo>
                <a:lnTo>
                  <a:pt x="382897" y="4061267"/>
                </a:lnTo>
                <a:lnTo>
                  <a:pt x="366604" y="4061267"/>
                </a:lnTo>
                <a:lnTo>
                  <a:pt x="301430" y="4061267"/>
                </a:lnTo>
                <a:lnTo>
                  <a:pt x="228109" y="4061267"/>
                </a:lnTo>
                <a:lnTo>
                  <a:pt x="146641" y="4061267"/>
                </a:lnTo>
                <a:lnTo>
                  <a:pt x="0" y="4061267"/>
                </a:lnTo>
                <a:close/>
              </a:path>
            </a:pathLst>
          </a:custGeom>
          <a:solidFill>
            <a:srgbClr val="73AE95">
              <a:alpha val="50196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28" name="pl133">
            <a:extLst>
              <a:ext uri="{FF2B5EF4-FFF2-40B4-BE49-F238E27FC236}">
                <a16:creationId xmlns:a16="http://schemas.microsoft.com/office/drawing/2014/main" id="{11A53E30-D8C9-39D5-65ED-119696464983}"/>
              </a:ext>
            </a:extLst>
          </p:cNvPr>
          <p:cNvSpPr/>
          <p:nvPr/>
        </p:nvSpPr>
        <p:spPr>
          <a:xfrm>
            <a:off x="2810958" y="954129"/>
            <a:ext cx="7006213" cy="1402830"/>
          </a:xfrm>
          <a:custGeom>
            <a:avLst/>
            <a:gdLst/>
            <a:ahLst/>
            <a:cxnLst/>
            <a:rect l="0" t="0" r="0" b="0"/>
            <a:pathLst>
              <a:path w="10509320" h="2104245">
                <a:moveTo>
                  <a:pt x="0" y="0"/>
                </a:moveTo>
                <a:lnTo>
                  <a:pt x="146641" y="0"/>
                </a:lnTo>
                <a:lnTo>
                  <a:pt x="146641" y="0"/>
                </a:lnTo>
                <a:lnTo>
                  <a:pt x="228109" y="0"/>
                </a:lnTo>
                <a:lnTo>
                  <a:pt x="228109" y="0"/>
                </a:lnTo>
                <a:lnTo>
                  <a:pt x="301430" y="0"/>
                </a:lnTo>
                <a:lnTo>
                  <a:pt x="301430" y="0"/>
                </a:lnTo>
                <a:lnTo>
                  <a:pt x="366604" y="0"/>
                </a:lnTo>
                <a:lnTo>
                  <a:pt x="366604" y="0"/>
                </a:lnTo>
                <a:lnTo>
                  <a:pt x="382897" y="0"/>
                </a:lnTo>
                <a:lnTo>
                  <a:pt x="382897" y="0"/>
                </a:lnTo>
                <a:lnTo>
                  <a:pt x="439925" y="0"/>
                </a:lnTo>
                <a:lnTo>
                  <a:pt x="439925" y="0"/>
                </a:lnTo>
                <a:lnTo>
                  <a:pt x="578419" y="0"/>
                </a:lnTo>
                <a:lnTo>
                  <a:pt x="578419" y="0"/>
                </a:lnTo>
                <a:lnTo>
                  <a:pt x="749501" y="0"/>
                </a:lnTo>
                <a:lnTo>
                  <a:pt x="749501" y="0"/>
                </a:lnTo>
                <a:lnTo>
                  <a:pt x="871703" y="0"/>
                </a:lnTo>
                <a:lnTo>
                  <a:pt x="871703" y="0"/>
                </a:lnTo>
                <a:lnTo>
                  <a:pt x="969464" y="0"/>
                </a:lnTo>
                <a:lnTo>
                  <a:pt x="969464" y="0"/>
                </a:lnTo>
                <a:lnTo>
                  <a:pt x="1034638" y="0"/>
                </a:lnTo>
                <a:lnTo>
                  <a:pt x="1034638" y="0"/>
                </a:lnTo>
                <a:lnTo>
                  <a:pt x="1107959" y="0"/>
                </a:lnTo>
                <a:lnTo>
                  <a:pt x="1107959" y="0"/>
                </a:lnTo>
                <a:lnTo>
                  <a:pt x="1222013" y="0"/>
                </a:lnTo>
                <a:lnTo>
                  <a:pt x="1222013" y="0"/>
                </a:lnTo>
                <a:lnTo>
                  <a:pt x="1327921" y="0"/>
                </a:lnTo>
                <a:lnTo>
                  <a:pt x="1327921" y="0"/>
                </a:lnTo>
                <a:lnTo>
                  <a:pt x="1441976" y="0"/>
                </a:lnTo>
                <a:lnTo>
                  <a:pt x="1441976" y="0"/>
                </a:lnTo>
                <a:lnTo>
                  <a:pt x="1556031" y="0"/>
                </a:lnTo>
                <a:lnTo>
                  <a:pt x="1556031" y="0"/>
                </a:lnTo>
                <a:lnTo>
                  <a:pt x="1661939" y="0"/>
                </a:lnTo>
                <a:lnTo>
                  <a:pt x="1661939" y="0"/>
                </a:lnTo>
                <a:lnTo>
                  <a:pt x="1784140" y="0"/>
                </a:lnTo>
                <a:lnTo>
                  <a:pt x="1784140" y="0"/>
                </a:lnTo>
                <a:lnTo>
                  <a:pt x="1898195" y="0"/>
                </a:lnTo>
                <a:lnTo>
                  <a:pt x="1898195" y="0"/>
                </a:lnTo>
                <a:lnTo>
                  <a:pt x="1995956" y="0"/>
                </a:lnTo>
                <a:lnTo>
                  <a:pt x="1995956" y="1409892"/>
                </a:lnTo>
                <a:lnTo>
                  <a:pt x="2110010" y="1409892"/>
                </a:lnTo>
                <a:lnTo>
                  <a:pt x="2110010" y="1409892"/>
                </a:lnTo>
                <a:lnTo>
                  <a:pt x="2224065" y="1409892"/>
                </a:lnTo>
                <a:lnTo>
                  <a:pt x="2224065" y="1409892"/>
                </a:lnTo>
                <a:lnTo>
                  <a:pt x="2338120" y="1409892"/>
                </a:lnTo>
                <a:lnTo>
                  <a:pt x="2338120" y="1409892"/>
                </a:lnTo>
                <a:lnTo>
                  <a:pt x="2452174" y="1409892"/>
                </a:lnTo>
                <a:lnTo>
                  <a:pt x="2452174" y="1409892"/>
                </a:lnTo>
                <a:lnTo>
                  <a:pt x="2566229" y="1409892"/>
                </a:lnTo>
                <a:lnTo>
                  <a:pt x="2566229" y="1409892"/>
                </a:lnTo>
                <a:lnTo>
                  <a:pt x="2680283" y="1409892"/>
                </a:lnTo>
                <a:lnTo>
                  <a:pt x="2680283" y="1409892"/>
                </a:lnTo>
                <a:lnTo>
                  <a:pt x="2794338" y="1409892"/>
                </a:lnTo>
                <a:lnTo>
                  <a:pt x="2794338" y="1388909"/>
                </a:lnTo>
                <a:lnTo>
                  <a:pt x="2908393" y="1388909"/>
                </a:lnTo>
                <a:lnTo>
                  <a:pt x="2908393" y="1388909"/>
                </a:lnTo>
                <a:lnTo>
                  <a:pt x="3022447" y="1388909"/>
                </a:lnTo>
                <a:lnTo>
                  <a:pt x="3022447" y="1388909"/>
                </a:lnTo>
                <a:lnTo>
                  <a:pt x="3136502" y="1388909"/>
                </a:lnTo>
                <a:lnTo>
                  <a:pt x="3136502" y="1388909"/>
                </a:lnTo>
                <a:lnTo>
                  <a:pt x="3250557" y="1388909"/>
                </a:lnTo>
                <a:lnTo>
                  <a:pt x="3250557" y="1388909"/>
                </a:lnTo>
                <a:lnTo>
                  <a:pt x="3364611" y="1388909"/>
                </a:lnTo>
                <a:lnTo>
                  <a:pt x="3364611" y="1388909"/>
                </a:lnTo>
                <a:lnTo>
                  <a:pt x="3478666" y="1388909"/>
                </a:lnTo>
                <a:lnTo>
                  <a:pt x="3478666" y="1388909"/>
                </a:lnTo>
                <a:lnTo>
                  <a:pt x="3592721" y="1388909"/>
                </a:lnTo>
                <a:lnTo>
                  <a:pt x="3592721" y="1388909"/>
                </a:lnTo>
                <a:lnTo>
                  <a:pt x="3755656" y="1388909"/>
                </a:lnTo>
                <a:lnTo>
                  <a:pt x="3755656" y="1388909"/>
                </a:lnTo>
                <a:lnTo>
                  <a:pt x="3918591" y="1388909"/>
                </a:lnTo>
                <a:lnTo>
                  <a:pt x="3918591" y="1388909"/>
                </a:lnTo>
                <a:lnTo>
                  <a:pt x="4089673" y="1388909"/>
                </a:lnTo>
                <a:lnTo>
                  <a:pt x="4089673" y="1388909"/>
                </a:lnTo>
                <a:lnTo>
                  <a:pt x="4228168" y="1388909"/>
                </a:lnTo>
                <a:lnTo>
                  <a:pt x="4228168" y="1273323"/>
                </a:lnTo>
                <a:lnTo>
                  <a:pt x="4285195" y="1273323"/>
                </a:lnTo>
                <a:lnTo>
                  <a:pt x="4285195" y="1273323"/>
                </a:lnTo>
                <a:lnTo>
                  <a:pt x="4382956" y="1273323"/>
                </a:lnTo>
                <a:lnTo>
                  <a:pt x="4382956" y="1273323"/>
                </a:lnTo>
                <a:lnTo>
                  <a:pt x="4505158" y="1273323"/>
                </a:lnTo>
                <a:lnTo>
                  <a:pt x="4505158" y="1273323"/>
                </a:lnTo>
                <a:lnTo>
                  <a:pt x="4611066" y="1273323"/>
                </a:lnTo>
                <a:lnTo>
                  <a:pt x="4611066" y="2041958"/>
                </a:lnTo>
                <a:lnTo>
                  <a:pt x="4716973" y="2041958"/>
                </a:lnTo>
                <a:lnTo>
                  <a:pt x="4716973" y="2041958"/>
                </a:lnTo>
                <a:lnTo>
                  <a:pt x="4888055" y="2041958"/>
                </a:lnTo>
                <a:lnTo>
                  <a:pt x="4888055" y="2041958"/>
                </a:lnTo>
                <a:lnTo>
                  <a:pt x="5059137" y="2041958"/>
                </a:lnTo>
                <a:lnTo>
                  <a:pt x="5059137" y="2053124"/>
                </a:lnTo>
                <a:lnTo>
                  <a:pt x="5230219" y="2053124"/>
                </a:lnTo>
                <a:lnTo>
                  <a:pt x="5230219" y="2053124"/>
                </a:lnTo>
                <a:lnTo>
                  <a:pt x="5401301" y="2053124"/>
                </a:lnTo>
                <a:lnTo>
                  <a:pt x="5401301" y="2053124"/>
                </a:lnTo>
                <a:lnTo>
                  <a:pt x="5572383" y="2053124"/>
                </a:lnTo>
                <a:lnTo>
                  <a:pt x="5572383" y="2053124"/>
                </a:lnTo>
                <a:lnTo>
                  <a:pt x="5743465" y="2053124"/>
                </a:lnTo>
                <a:lnTo>
                  <a:pt x="5743465" y="2053124"/>
                </a:lnTo>
                <a:lnTo>
                  <a:pt x="5857520" y="2053124"/>
                </a:lnTo>
                <a:lnTo>
                  <a:pt x="5857520" y="2053124"/>
                </a:lnTo>
                <a:lnTo>
                  <a:pt x="5987868" y="2053124"/>
                </a:lnTo>
                <a:lnTo>
                  <a:pt x="5987868" y="2048052"/>
                </a:lnTo>
                <a:lnTo>
                  <a:pt x="6273005" y="2048052"/>
                </a:lnTo>
                <a:lnTo>
                  <a:pt x="6273005" y="2048052"/>
                </a:lnTo>
                <a:lnTo>
                  <a:pt x="6492967" y="2048052"/>
                </a:lnTo>
                <a:lnTo>
                  <a:pt x="6492967" y="2048052"/>
                </a:lnTo>
                <a:lnTo>
                  <a:pt x="6549994" y="2048052"/>
                </a:lnTo>
                <a:lnTo>
                  <a:pt x="6549994" y="2048052"/>
                </a:lnTo>
                <a:lnTo>
                  <a:pt x="6664049" y="2048052"/>
                </a:lnTo>
                <a:lnTo>
                  <a:pt x="6664049" y="2048052"/>
                </a:lnTo>
                <a:lnTo>
                  <a:pt x="6778104" y="2048052"/>
                </a:lnTo>
                <a:lnTo>
                  <a:pt x="6778104" y="2072751"/>
                </a:lnTo>
                <a:lnTo>
                  <a:pt x="6949186" y="2072751"/>
                </a:lnTo>
                <a:lnTo>
                  <a:pt x="6949186" y="2072751"/>
                </a:lnTo>
                <a:lnTo>
                  <a:pt x="7120268" y="2072751"/>
                </a:lnTo>
                <a:lnTo>
                  <a:pt x="7120268" y="2072751"/>
                </a:lnTo>
                <a:lnTo>
                  <a:pt x="7226176" y="2072751"/>
                </a:lnTo>
                <a:lnTo>
                  <a:pt x="7226176" y="2072751"/>
                </a:lnTo>
                <a:lnTo>
                  <a:pt x="7340230" y="2072751"/>
                </a:lnTo>
                <a:lnTo>
                  <a:pt x="7340230" y="2072751"/>
                </a:lnTo>
                <a:lnTo>
                  <a:pt x="7454285" y="2072751"/>
                </a:lnTo>
                <a:lnTo>
                  <a:pt x="7454285" y="2072751"/>
                </a:lnTo>
                <a:lnTo>
                  <a:pt x="7625367" y="2072751"/>
                </a:lnTo>
                <a:lnTo>
                  <a:pt x="7625367" y="2072751"/>
                </a:lnTo>
                <a:lnTo>
                  <a:pt x="7796449" y="2072751"/>
                </a:lnTo>
                <a:lnTo>
                  <a:pt x="7796449" y="2072751"/>
                </a:lnTo>
                <a:lnTo>
                  <a:pt x="7910503" y="2072751"/>
                </a:lnTo>
                <a:lnTo>
                  <a:pt x="7910503" y="2072751"/>
                </a:lnTo>
                <a:lnTo>
                  <a:pt x="8024558" y="2072751"/>
                </a:lnTo>
                <a:lnTo>
                  <a:pt x="8024558" y="2072751"/>
                </a:lnTo>
                <a:lnTo>
                  <a:pt x="8138613" y="2072751"/>
                </a:lnTo>
                <a:lnTo>
                  <a:pt x="8138613" y="2072751"/>
                </a:lnTo>
                <a:lnTo>
                  <a:pt x="8252667" y="2072751"/>
                </a:lnTo>
                <a:lnTo>
                  <a:pt x="8252667" y="2072751"/>
                </a:lnTo>
                <a:lnTo>
                  <a:pt x="8374869" y="2072751"/>
                </a:lnTo>
                <a:lnTo>
                  <a:pt x="8374869" y="2072751"/>
                </a:lnTo>
                <a:lnTo>
                  <a:pt x="8488923" y="2072751"/>
                </a:lnTo>
                <a:lnTo>
                  <a:pt x="8488923" y="2083039"/>
                </a:lnTo>
                <a:lnTo>
                  <a:pt x="8651858" y="2083039"/>
                </a:lnTo>
                <a:lnTo>
                  <a:pt x="8651858" y="2083039"/>
                </a:lnTo>
                <a:lnTo>
                  <a:pt x="8822940" y="2083039"/>
                </a:lnTo>
                <a:lnTo>
                  <a:pt x="8822940" y="2083039"/>
                </a:lnTo>
                <a:lnTo>
                  <a:pt x="9051050" y="2083039"/>
                </a:lnTo>
                <a:lnTo>
                  <a:pt x="9051050" y="2083039"/>
                </a:lnTo>
                <a:lnTo>
                  <a:pt x="9279159" y="2083039"/>
                </a:lnTo>
                <a:lnTo>
                  <a:pt x="9279159" y="2083039"/>
                </a:lnTo>
                <a:lnTo>
                  <a:pt x="9450241" y="2083039"/>
                </a:lnTo>
                <a:lnTo>
                  <a:pt x="9450241" y="2083039"/>
                </a:lnTo>
                <a:lnTo>
                  <a:pt x="9621323" y="2083039"/>
                </a:lnTo>
                <a:lnTo>
                  <a:pt x="9621323" y="2083039"/>
                </a:lnTo>
                <a:lnTo>
                  <a:pt x="9930900" y="2083039"/>
                </a:lnTo>
                <a:lnTo>
                  <a:pt x="9930900" y="2083039"/>
                </a:lnTo>
                <a:lnTo>
                  <a:pt x="10216036" y="2083039"/>
                </a:lnTo>
                <a:lnTo>
                  <a:pt x="10216036" y="2083039"/>
                </a:lnTo>
                <a:lnTo>
                  <a:pt x="10370825" y="2083039"/>
                </a:lnTo>
                <a:lnTo>
                  <a:pt x="10370825" y="2083039"/>
                </a:lnTo>
                <a:lnTo>
                  <a:pt x="10509320" y="2083039"/>
                </a:lnTo>
                <a:lnTo>
                  <a:pt x="10509320" y="2104245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129" name="pl134">
            <a:extLst>
              <a:ext uri="{FF2B5EF4-FFF2-40B4-BE49-F238E27FC236}">
                <a16:creationId xmlns:a16="http://schemas.microsoft.com/office/drawing/2014/main" id="{4D058F2F-0B43-EC18-2BC6-F514FD26ECB6}"/>
              </a:ext>
            </a:extLst>
          </p:cNvPr>
          <p:cNvSpPr/>
          <p:nvPr/>
        </p:nvSpPr>
        <p:spPr>
          <a:xfrm>
            <a:off x="2810958" y="2517747"/>
            <a:ext cx="7006213" cy="1143893"/>
          </a:xfrm>
          <a:custGeom>
            <a:avLst/>
            <a:gdLst/>
            <a:ahLst/>
            <a:cxnLst/>
            <a:rect l="0" t="0" r="0" b="0"/>
            <a:pathLst>
              <a:path w="10509320" h="1715840">
                <a:moveTo>
                  <a:pt x="10509320" y="66625"/>
                </a:moveTo>
                <a:lnTo>
                  <a:pt x="10509320" y="50522"/>
                </a:lnTo>
                <a:lnTo>
                  <a:pt x="10370825" y="50522"/>
                </a:lnTo>
                <a:lnTo>
                  <a:pt x="10370825" y="50522"/>
                </a:lnTo>
                <a:lnTo>
                  <a:pt x="10216036" y="50522"/>
                </a:lnTo>
                <a:lnTo>
                  <a:pt x="10216036" y="50522"/>
                </a:lnTo>
                <a:lnTo>
                  <a:pt x="9930900" y="50522"/>
                </a:lnTo>
                <a:lnTo>
                  <a:pt x="9930900" y="50522"/>
                </a:lnTo>
                <a:lnTo>
                  <a:pt x="9621323" y="50522"/>
                </a:lnTo>
                <a:lnTo>
                  <a:pt x="9621323" y="50522"/>
                </a:lnTo>
                <a:lnTo>
                  <a:pt x="9450241" y="50522"/>
                </a:lnTo>
                <a:lnTo>
                  <a:pt x="9450241" y="50522"/>
                </a:lnTo>
                <a:lnTo>
                  <a:pt x="9279159" y="50522"/>
                </a:lnTo>
                <a:lnTo>
                  <a:pt x="9279159" y="50522"/>
                </a:lnTo>
                <a:lnTo>
                  <a:pt x="9051050" y="50522"/>
                </a:lnTo>
                <a:lnTo>
                  <a:pt x="9051050" y="50522"/>
                </a:lnTo>
                <a:lnTo>
                  <a:pt x="8822940" y="50522"/>
                </a:lnTo>
                <a:lnTo>
                  <a:pt x="8822940" y="50522"/>
                </a:lnTo>
                <a:lnTo>
                  <a:pt x="8651858" y="50522"/>
                </a:lnTo>
                <a:lnTo>
                  <a:pt x="8651858" y="50522"/>
                </a:lnTo>
                <a:lnTo>
                  <a:pt x="8488923" y="50522"/>
                </a:lnTo>
                <a:lnTo>
                  <a:pt x="8488923" y="50452"/>
                </a:lnTo>
                <a:lnTo>
                  <a:pt x="8374869" y="50452"/>
                </a:lnTo>
                <a:lnTo>
                  <a:pt x="8374869" y="50452"/>
                </a:lnTo>
                <a:lnTo>
                  <a:pt x="8252667" y="50452"/>
                </a:lnTo>
                <a:lnTo>
                  <a:pt x="8252667" y="50452"/>
                </a:lnTo>
                <a:lnTo>
                  <a:pt x="8138613" y="50452"/>
                </a:lnTo>
                <a:lnTo>
                  <a:pt x="8138613" y="50452"/>
                </a:lnTo>
                <a:lnTo>
                  <a:pt x="8024558" y="50452"/>
                </a:lnTo>
                <a:lnTo>
                  <a:pt x="8024558" y="50452"/>
                </a:lnTo>
                <a:lnTo>
                  <a:pt x="7910503" y="50452"/>
                </a:lnTo>
                <a:lnTo>
                  <a:pt x="7910503" y="50452"/>
                </a:lnTo>
                <a:lnTo>
                  <a:pt x="7796449" y="50452"/>
                </a:lnTo>
                <a:lnTo>
                  <a:pt x="7796449" y="50452"/>
                </a:lnTo>
                <a:lnTo>
                  <a:pt x="7625367" y="50452"/>
                </a:lnTo>
                <a:lnTo>
                  <a:pt x="7625367" y="50452"/>
                </a:lnTo>
                <a:lnTo>
                  <a:pt x="7454285" y="50452"/>
                </a:lnTo>
                <a:lnTo>
                  <a:pt x="7454285" y="50452"/>
                </a:lnTo>
                <a:lnTo>
                  <a:pt x="7340230" y="50452"/>
                </a:lnTo>
                <a:lnTo>
                  <a:pt x="7340230" y="50452"/>
                </a:lnTo>
                <a:lnTo>
                  <a:pt x="7226176" y="50452"/>
                </a:lnTo>
                <a:lnTo>
                  <a:pt x="7226176" y="50452"/>
                </a:lnTo>
                <a:lnTo>
                  <a:pt x="7120268" y="50452"/>
                </a:lnTo>
                <a:lnTo>
                  <a:pt x="7120268" y="50452"/>
                </a:lnTo>
                <a:lnTo>
                  <a:pt x="6949186" y="50452"/>
                </a:lnTo>
                <a:lnTo>
                  <a:pt x="6949186" y="50452"/>
                </a:lnTo>
                <a:lnTo>
                  <a:pt x="6778104" y="50452"/>
                </a:lnTo>
                <a:lnTo>
                  <a:pt x="6778104" y="66719"/>
                </a:lnTo>
                <a:lnTo>
                  <a:pt x="6664049" y="66719"/>
                </a:lnTo>
                <a:lnTo>
                  <a:pt x="6664049" y="66719"/>
                </a:lnTo>
                <a:lnTo>
                  <a:pt x="6549994" y="66719"/>
                </a:lnTo>
                <a:lnTo>
                  <a:pt x="6549994" y="66719"/>
                </a:lnTo>
                <a:lnTo>
                  <a:pt x="6492967" y="66719"/>
                </a:lnTo>
                <a:lnTo>
                  <a:pt x="6492967" y="66719"/>
                </a:lnTo>
                <a:lnTo>
                  <a:pt x="6273005" y="66719"/>
                </a:lnTo>
                <a:lnTo>
                  <a:pt x="6273005" y="66719"/>
                </a:lnTo>
                <a:lnTo>
                  <a:pt x="5987868" y="66719"/>
                </a:lnTo>
                <a:lnTo>
                  <a:pt x="5987868" y="73040"/>
                </a:lnTo>
                <a:lnTo>
                  <a:pt x="5857520" y="73040"/>
                </a:lnTo>
                <a:lnTo>
                  <a:pt x="5857520" y="73040"/>
                </a:lnTo>
                <a:lnTo>
                  <a:pt x="5743465" y="73040"/>
                </a:lnTo>
                <a:lnTo>
                  <a:pt x="5743465" y="73040"/>
                </a:lnTo>
                <a:lnTo>
                  <a:pt x="5572383" y="73040"/>
                </a:lnTo>
                <a:lnTo>
                  <a:pt x="5572383" y="73040"/>
                </a:lnTo>
                <a:lnTo>
                  <a:pt x="5401301" y="73040"/>
                </a:lnTo>
                <a:lnTo>
                  <a:pt x="5401301" y="73040"/>
                </a:lnTo>
                <a:lnTo>
                  <a:pt x="5230219" y="73040"/>
                </a:lnTo>
                <a:lnTo>
                  <a:pt x="5230219" y="73040"/>
                </a:lnTo>
                <a:lnTo>
                  <a:pt x="5059137" y="73040"/>
                </a:lnTo>
                <a:lnTo>
                  <a:pt x="5059137" y="66040"/>
                </a:lnTo>
                <a:lnTo>
                  <a:pt x="4888055" y="66040"/>
                </a:lnTo>
                <a:lnTo>
                  <a:pt x="4888055" y="66040"/>
                </a:lnTo>
                <a:lnTo>
                  <a:pt x="4716973" y="66040"/>
                </a:lnTo>
                <a:lnTo>
                  <a:pt x="4716973" y="66040"/>
                </a:lnTo>
                <a:lnTo>
                  <a:pt x="4611066" y="66040"/>
                </a:lnTo>
                <a:lnTo>
                  <a:pt x="4611066" y="0"/>
                </a:lnTo>
                <a:lnTo>
                  <a:pt x="4505158" y="0"/>
                </a:lnTo>
                <a:lnTo>
                  <a:pt x="4505158" y="0"/>
                </a:lnTo>
                <a:lnTo>
                  <a:pt x="4382956" y="0"/>
                </a:lnTo>
                <a:lnTo>
                  <a:pt x="4382956" y="0"/>
                </a:lnTo>
                <a:lnTo>
                  <a:pt x="4285195" y="0"/>
                </a:lnTo>
                <a:lnTo>
                  <a:pt x="4285195" y="0"/>
                </a:lnTo>
                <a:lnTo>
                  <a:pt x="4228168" y="0"/>
                </a:lnTo>
                <a:lnTo>
                  <a:pt x="4228168" y="143441"/>
                </a:lnTo>
                <a:lnTo>
                  <a:pt x="4089673" y="143441"/>
                </a:lnTo>
                <a:lnTo>
                  <a:pt x="4089673" y="143441"/>
                </a:lnTo>
                <a:lnTo>
                  <a:pt x="3918591" y="143441"/>
                </a:lnTo>
                <a:lnTo>
                  <a:pt x="3918591" y="143441"/>
                </a:lnTo>
                <a:lnTo>
                  <a:pt x="3755656" y="143441"/>
                </a:lnTo>
                <a:lnTo>
                  <a:pt x="3755656" y="143441"/>
                </a:lnTo>
                <a:lnTo>
                  <a:pt x="3592721" y="143441"/>
                </a:lnTo>
                <a:lnTo>
                  <a:pt x="3592721" y="143441"/>
                </a:lnTo>
                <a:lnTo>
                  <a:pt x="3478666" y="143441"/>
                </a:lnTo>
                <a:lnTo>
                  <a:pt x="3478666" y="143441"/>
                </a:lnTo>
                <a:lnTo>
                  <a:pt x="3364611" y="143441"/>
                </a:lnTo>
                <a:lnTo>
                  <a:pt x="3364611" y="143441"/>
                </a:lnTo>
                <a:lnTo>
                  <a:pt x="3250557" y="143441"/>
                </a:lnTo>
                <a:lnTo>
                  <a:pt x="3250557" y="143441"/>
                </a:lnTo>
                <a:lnTo>
                  <a:pt x="3136502" y="143441"/>
                </a:lnTo>
                <a:lnTo>
                  <a:pt x="3136502" y="143441"/>
                </a:lnTo>
                <a:lnTo>
                  <a:pt x="3022447" y="143441"/>
                </a:lnTo>
                <a:lnTo>
                  <a:pt x="3022447" y="143441"/>
                </a:lnTo>
                <a:lnTo>
                  <a:pt x="2908393" y="143441"/>
                </a:lnTo>
                <a:lnTo>
                  <a:pt x="2908393" y="143441"/>
                </a:lnTo>
                <a:lnTo>
                  <a:pt x="2794338" y="143441"/>
                </a:lnTo>
                <a:lnTo>
                  <a:pt x="2794338" y="575188"/>
                </a:lnTo>
                <a:lnTo>
                  <a:pt x="2680283" y="575188"/>
                </a:lnTo>
                <a:lnTo>
                  <a:pt x="2680283" y="575188"/>
                </a:lnTo>
                <a:lnTo>
                  <a:pt x="2566229" y="575188"/>
                </a:lnTo>
                <a:lnTo>
                  <a:pt x="2566229" y="575188"/>
                </a:lnTo>
                <a:lnTo>
                  <a:pt x="2452174" y="575188"/>
                </a:lnTo>
                <a:lnTo>
                  <a:pt x="2452174" y="575188"/>
                </a:lnTo>
                <a:lnTo>
                  <a:pt x="2338120" y="575188"/>
                </a:lnTo>
                <a:lnTo>
                  <a:pt x="2338120" y="575188"/>
                </a:lnTo>
                <a:lnTo>
                  <a:pt x="2224065" y="575188"/>
                </a:lnTo>
                <a:lnTo>
                  <a:pt x="2224065" y="575188"/>
                </a:lnTo>
                <a:lnTo>
                  <a:pt x="2110010" y="575188"/>
                </a:lnTo>
                <a:lnTo>
                  <a:pt x="2110010" y="575188"/>
                </a:lnTo>
                <a:lnTo>
                  <a:pt x="1995956" y="575188"/>
                </a:lnTo>
                <a:lnTo>
                  <a:pt x="1995956" y="1715840"/>
                </a:lnTo>
                <a:lnTo>
                  <a:pt x="1995956" y="1715840"/>
                </a:lnTo>
                <a:lnTo>
                  <a:pt x="1898195" y="1715840"/>
                </a:lnTo>
                <a:lnTo>
                  <a:pt x="1898195" y="1715840"/>
                </a:lnTo>
                <a:lnTo>
                  <a:pt x="1784140" y="1715840"/>
                </a:lnTo>
                <a:lnTo>
                  <a:pt x="1784140" y="1715840"/>
                </a:lnTo>
                <a:lnTo>
                  <a:pt x="1661939" y="1715840"/>
                </a:lnTo>
                <a:lnTo>
                  <a:pt x="1661939" y="1715840"/>
                </a:lnTo>
                <a:lnTo>
                  <a:pt x="1556031" y="1715840"/>
                </a:lnTo>
                <a:lnTo>
                  <a:pt x="1556031" y="1715840"/>
                </a:lnTo>
                <a:lnTo>
                  <a:pt x="1441976" y="1715840"/>
                </a:lnTo>
                <a:lnTo>
                  <a:pt x="1441976" y="1715840"/>
                </a:lnTo>
                <a:lnTo>
                  <a:pt x="1327921" y="1715840"/>
                </a:lnTo>
                <a:lnTo>
                  <a:pt x="1327921" y="1715840"/>
                </a:lnTo>
                <a:lnTo>
                  <a:pt x="1222013" y="1715840"/>
                </a:lnTo>
                <a:lnTo>
                  <a:pt x="1222013" y="1715840"/>
                </a:lnTo>
                <a:lnTo>
                  <a:pt x="1107959" y="1715840"/>
                </a:lnTo>
                <a:lnTo>
                  <a:pt x="1107959" y="1715840"/>
                </a:lnTo>
                <a:lnTo>
                  <a:pt x="1034638" y="1715840"/>
                </a:lnTo>
                <a:lnTo>
                  <a:pt x="1034638" y="1715840"/>
                </a:lnTo>
                <a:lnTo>
                  <a:pt x="969464" y="1715840"/>
                </a:lnTo>
                <a:lnTo>
                  <a:pt x="969464" y="1715840"/>
                </a:lnTo>
                <a:lnTo>
                  <a:pt x="871703" y="1715840"/>
                </a:lnTo>
                <a:lnTo>
                  <a:pt x="871703" y="1715840"/>
                </a:lnTo>
                <a:lnTo>
                  <a:pt x="749501" y="1715840"/>
                </a:lnTo>
                <a:lnTo>
                  <a:pt x="749501" y="1715840"/>
                </a:lnTo>
                <a:lnTo>
                  <a:pt x="578419" y="1715840"/>
                </a:lnTo>
                <a:lnTo>
                  <a:pt x="578419" y="1715840"/>
                </a:lnTo>
                <a:lnTo>
                  <a:pt x="439925" y="1715840"/>
                </a:lnTo>
                <a:lnTo>
                  <a:pt x="439925" y="1715840"/>
                </a:lnTo>
                <a:lnTo>
                  <a:pt x="382897" y="1715840"/>
                </a:lnTo>
                <a:lnTo>
                  <a:pt x="382897" y="1715840"/>
                </a:lnTo>
                <a:lnTo>
                  <a:pt x="366604" y="1715840"/>
                </a:lnTo>
                <a:lnTo>
                  <a:pt x="366604" y="1715840"/>
                </a:lnTo>
                <a:lnTo>
                  <a:pt x="301430" y="1715840"/>
                </a:lnTo>
                <a:lnTo>
                  <a:pt x="301430" y="1715840"/>
                </a:lnTo>
                <a:lnTo>
                  <a:pt x="228109" y="1715840"/>
                </a:lnTo>
                <a:lnTo>
                  <a:pt x="228109" y="1715840"/>
                </a:lnTo>
                <a:lnTo>
                  <a:pt x="146641" y="1715840"/>
                </a:lnTo>
                <a:lnTo>
                  <a:pt x="146641" y="1715840"/>
                </a:lnTo>
                <a:lnTo>
                  <a:pt x="0" y="1715840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130" name="pl135">
            <a:extLst>
              <a:ext uri="{FF2B5EF4-FFF2-40B4-BE49-F238E27FC236}">
                <a16:creationId xmlns:a16="http://schemas.microsoft.com/office/drawing/2014/main" id="{8ECB76D0-1E40-266C-CF19-DB8E77841B3C}"/>
              </a:ext>
            </a:extLst>
          </p:cNvPr>
          <p:cNvSpPr/>
          <p:nvPr/>
        </p:nvSpPr>
        <p:spPr>
          <a:xfrm>
            <a:off x="2810958" y="961847"/>
            <a:ext cx="7006213" cy="2413321"/>
          </a:xfrm>
          <a:custGeom>
            <a:avLst/>
            <a:gdLst/>
            <a:ahLst/>
            <a:cxnLst/>
            <a:rect l="0" t="0" r="0" b="0"/>
            <a:pathLst>
              <a:path w="10509320" h="3631558">
                <a:moveTo>
                  <a:pt x="0" y="0"/>
                </a:moveTo>
                <a:lnTo>
                  <a:pt x="146641" y="0"/>
                </a:lnTo>
                <a:lnTo>
                  <a:pt x="146641" y="3631558"/>
                </a:lnTo>
                <a:lnTo>
                  <a:pt x="228109" y="3631558"/>
                </a:lnTo>
                <a:lnTo>
                  <a:pt x="228109" y="2486740"/>
                </a:lnTo>
                <a:lnTo>
                  <a:pt x="301430" y="2486740"/>
                </a:lnTo>
                <a:lnTo>
                  <a:pt x="301430" y="2485629"/>
                </a:lnTo>
                <a:lnTo>
                  <a:pt x="366604" y="2485629"/>
                </a:lnTo>
                <a:lnTo>
                  <a:pt x="366604" y="2669693"/>
                </a:lnTo>
                <a:lnTo>
                  <a:pt x="382897" y="2669693"/>
                </a:lnTo>
                <a:lnTo>
                  <a:pt x="382897" y="2669460"/>
                </a:lnTo>
                <a:lnTo>
                  <a:pt x="439925" y="2669460"/>
                </a:lnTo>
                <a:lnTo>
                  <a:pt x="439925" y="2754993"/>
                </a:lnTo>
                <a:lnTo>
                  <a:pt x="578419" y="2754993"/>
                </a:lnTo>
                <a:lnTo>
                  <a:pt x="578419" y="2459236"/>
                </a:lnTo>
                <a:lnTo>
                  <a:pt x="749501" y="2459236"/>
                </a:lnTo>
                <a:lnTo>
                  <a:pt x="749501" y="2460118"/>
                </a:lnTo>
                <a:lnTo>
                  <a:pt x="871703" y="2460118"/>
                </a:lnTo>
                <a:lnTo>
                  <a:pt x="871703" y="2570990"/>
                </a:lnTo>
                <a:lnTo>
                  <a:pt x="969464" y="2570990"/>
                </a:lnTo>
                <a:lnTo>
                  <a:pt x="969464" y="2566392"/>
                </a:lnTo>
                <a:lnTo>
                  <a:pt x="1034638" y="2566392"/>
                </a:lnTo>
                <a:lnTo>
                  <a:pt x="1034638" y="2565906"/>
                </a:lnTo>
                <a:lnTo>
                  <a:pt x="1107959" y="2565906"/>
                </a:lnTo>
                <a:lnTo>
                  <a:pt x="1107959" y="2654124"/>
                </a:lnTo>
                <a:lnTo>
                  <a:pt x="1222013" y="2654124"/>
                </a:lnTo>
                <a:lnTo>
                  <a:pt x="1222013" y="2594194"/>
                </a:lnTo>
                <a:lnTo>
                  <a:pt x="1327921" y="2594194"/>
                </a:lnTo>
                <a:lnTo>
                  <a:pt x="1327921" y="2462530"/>
                </a:lnTo>
                <a:lnTo>
                  <a:pt x="1441976" y="2462530"/>
                </a:lnTo>
                <a:lnTo>
                  <a:pt x="1441976" y="2447261"/>
                </a:lnTo>
                <a:lnTo>
                  <a:pt x="1556031" y="2447261"/>
                </a:lnTo>
                <a:lnTo>
                  <a:pt x="1556031" y="2441531"/>
                </a:lnTo>
                <a:lnTo>
                  <a:pt x="1661939" y="2441531"/>
                </a:lnTo>
                <a:lnTo>
                  <a:pt x="1661939" y="2437917"/>
                </a:lnTo>
                <a:lnTo>
                  <a:pt x="1784140" y="2437917"/>
                </a:lnTo>
                <a:lnTo>
                  <a:pt x="1784140" y="2453931"/>
                </a:lnTo>
                <a:lnTo>
                  <a:pt x="1898195" y="2453931"/>
                </a:lnTo>
                <a:lnTo>
                  <a:pt x="1898195" y="2695104"/>
                </a:lnTo>
                <a:lnTo>
                  <a:pt x="1995956" y="2695104"/>
                </a:lnTo>
                <a:lnTo>
                  <a:pt x="1995956" y="2553573"/>
                </a:lnTo>
                <a:lnTo>
                  <a:pt x="2110010" y="2553573"/>
                </a:lnTo>
                <a:lnTo>
                  <a:pt x="2110010" y="2578368"/>
                </a:lnTo>
                <a:lnTo>
                  <a:pt x="2224065" y="2578368"/>
                </a:lnTo>
                <a:lnTo>
                  <a:pt x="2224065" y="2591336"/>
                </a:lnTo>
                <a:lnTo>
                  <a:pt x="2338120" y="2591336"/>
                </a:lnTo>
                <a:lnTo>
                  <a:pt x="2338120" y="2592212"/>
                </a:lnTo>
                <a:lnTo>
                  <a:pt x="2452174" y="2592212"/>
                </a:lnTo>
                <a:lnTo>
                  <a:pt x="2452174" y="2596632"/>
                </a:lnTo>
                <a:lnTo>
                  <a:pt x="2566229" y="2596632"/>
                </a:lnTo>
                <a:lnTo>
                  <a:pt x="2566229" y="2557121"/>
                </a:lnTo>
                <a:lnTo>
                  <a:pt x="2680283" y="2557121"/>
                </a:lnTo>
                <a:lnTo>
                  <a:pt x="2680283" y="2557119"/>
                </a:lnTo>
                <a:lnTo>
                  <a:pt x="2794338" y="2557119"/>
                </a:lnTo>
                <a:lnTo>
                  <a:pt x="2794338" y="2426443"/>
                </a:lnTo>
                <a:lnTo>
                  <a:pt x="2908393" y="2426443"/>
                </a:lnTo>
                <a:lnTo>
                  <a:pt x="2908393" y="2430061"/>
                </a:lnTo>
                <a:lnTo>
                  <a:pt x="3022447" y="2430061"/>
                </a:lnTo>
                <a:lnTo>
                  <a:pt x="3022447" y="2429864"/>
                </a:lnTo>
                <a:lnTo>
                  <a:pt x="3136502" y="2429864"/>
                </a:lnTo>
                <a:lnTo>
                  <a:pt x="3136502" y="2426334"/>
                </a:lnTo>
                <a:lnTo>
                  <a:pt x="3250557" y="2426334"/>
                </a:lnTo>
                <a:lnTo>
                  <a:pt x="3250557" y="2426235"/>
                </a:lnTo>
                <a:lnTo>
                  <a:pt x="3364611" y="2426235"/>
                </a:lnTo>
                <a:lnTo>
                  <a:pt x="3364611" y="2441322"/>
                </a:lnTo>
                <a:lnTo>
                  <a:pt x="3478666" y="2441322"/>
                </a:lnTo>
                <a:lnTo>
                  <a:pt x="3478666" y="2444070"/>
                </a:lnTo>
                <a:lnTo>
                  <a:pt x="3592721" y="2444070"/>
                </a:lnTo>
                <a:lnTo>
                  <a:pt x="3592721" y="2443792"/>
                </a:lnTo>
                <a:lnTo>
                  <a:pt x="3755656" y="2443792"/>
                </a:lnTo>
                <a:lnTo>
                  <a:pt x="3755656" y="2431326"/>
                </a:lnTo>
                <a:lnTo>
                  <a:pt x="3918591" y="2431326"/>
                </a:lnTo>
                <a:lnTo>
                  <a:pt x="3918591" y="2408914"/>
                </a:lnTo>
                <a:lnTo>
                  <a:pt x="4089673" y="2408914"/>
                </a:lnTo>
                <a:lnTo>
                  <a:pt x="4089673" y="2408926"/>
                </a:lnTo>
                <a:lnTo>
                  <a:pt x="4228168" y="2408926"/>
                </a:lnTo>
                <a:lnTo>
                  <a:pt x="4228168" y="2357915"/>
                </a:lnTo>
                <a:lnTo>
                  <a:pt x="4285195" y="2357915"/>
                </a:lnTo>
                <a:lnTo>
                  <a:pt x="4285195" y="2357935"/>
                </a:lnTo>
                <a:lnTo>
                  <a:pt x="4382956" y="2357935"/>
                </a:lnTo>
                <a:lnTo>
                  <a:pt x="4382956" y="2369166"/>
                </a:lnTo>
                <a:lnTo>
                  <a:pt x="4505158" y="2369166"/>
                </a:lnTo>
                <a:lnTo>
                  <a:pt x="4505158" y="2369362"/>
                </a:lnTo>
                <a:lnTo>
                  <a:pt x="4611066" y="2369362"/>
                </a:lnTo>
                <a:lnTo>
                  <a:pt x="4611066" y="2307768"/>
                </a:lnTo>
                <a:lnTo>
                  <a:pt x="4716973" y="2307768"/>
                </a:lnTo>
                <a:lnTo>
                  <a:pt x="4716973" y="2307800"/>
                </a:lnTo>
                <a:lnTo>
                  <a:pt x="4888055" y="2307800"/>
                </a:lnTo>
                <a:lnTo>
                  <a:pt x="4888055" y="2308554"/>
                </a:lnTo>
                <a:lnTo>
                  <a:pt x="5059137" y="2308554"/>
                </a:lnTo>
                <a:lnTo>
                  <a:pt x="5059137" y="2312009"/>
                </a:lnTo>
                <a:lnTo>
                  <a:pt x="5230219" y="2312009"/>
                </a:lnTo>
                <a:lnTo>
                  <a:pt x="5230219" y="2312128"/>
                </a:lnTo>
                <a:lnTo>
                  <a:pt x="5401301" y="2312128"/>
                </a:lnTo>
                <a:lnTo>
                  <a:pt x="5401301" y="2312128"/>
                </a:lnTo>
                <a:lnTo>
                  <a:pt x="5572383" y="2312128"/>
                </a:lnTo>
                <a:lnTo>
                  <a:pt x="5572383" y="2303855"/>
                </a:lnTo>
                <a:lnTo>
                  <a:pt x="5743465" y="2303855"/>
                </a:lnTo>
                <a:lnTo>
                  <a:pt x="5743465" y="2303861"/>
                </a:lnTo>
                <a:lnTo>
                  <a:pt x="5857520" y="2303861"/>
                </a:lnTo>
                <a:lnTo>
                  <a:pt x="5857520" y="2303861"/>
                </a:lnTo>
                <a:lnTo>
                  <a:pt x="5987868" y="2303861"/>
                </a:lnTo>
                <a:lnTo>
                  <a:pt x="5987868" y="2297627"/>
                </a:lnTo>
                <a:lnTo>
                  <a:pt x="6273005" y="2297627"/>
                </a:lnTo>
                <a:lnTo>
                  <a:pt x="6273005" y="2298057"/>
                </a:lnTo>
                <a:lnTo>
                  <a:pt x="6492967" y="2298057"/>
                </a:lnTo>
                <a:lnTo>
                  <a:pt x="6492967" y="2298072"/>
                </a:lnTo>
                <a:lnTo>
                  <a:pt x="6549994" y="2298072"/>
                </a:lnTo>
                <a:lnTo>
                  <a:pt x="6549994" y="2297955"/>
                </a:lnTo>
                <a:lnTo>
                  <a:pt x="6664049" y="2297955"/>
                </a:lnTo>
                <a:lnTo>
                  <a:pt x="6664049" y="2298652"/>
                </a:lnTo>
                <a:lnTo>
                  <a:pt x="6778104" y="2298652"/>
                </a:lnTo>
                <a:lnTo>
                  <a:pt x="6778104" y="2289159"/>
                </a:lnTo>
                <a:lnTo>
                  <a:pt x="6949186" y="2289159"/>
                </a:lnTo>
                <a:lnTo>
                  <a:pt x="6949186" y="2289095"/>
                </a:lnTo>
                <a:lnTo>
                  <a:pt x="7120268" y="2289095"/>
                </a:lnTo>
                <a:lnTo>
                  <a:pt x="7120268" y="2289020"/>
                </a:lnTo>
                <a:lnTo>
                  <a:pt x="7226176" y="2289020"/>
                </a:lnTo>
                <a:lnTo>
                  <a:pt x="7226176" y="2289407"/>
                </a:lnTo>
                <a:lnTo>
                  <a:pt x="7340230" y="2289407"/>
                </a:lnTo>
                <a:lnTo>
                  <a:pt x="7340230" y="2298185"/>
                </a:lnTo>
                <a:lnTo>
                  <a:pt x="7454285" y="2298185"/>
                </a:lnTo>
                <a:lnTo>
                  <a:pt x="7454285" y="2298142"/>
                </a:lnTo>
                <a:lnTo>
                  <a:pt x="7625367" y="2298142"/>
                </a:lnTo>
                <a:lnTo>
                  <a:pt x="7625367" y="2302495"/>
                </a:lnTo>
                <a:lnTo>
                  <a:pt x="7796449" y="2302495"/>
                </a:lnTo>
                <a:lnTo>
                  <a:pt x="7796449" y="2302711"/>
                </a:lnTo>
                <a:lnTo>
                  <a:pt x="7910503" y="2302711"/>
                </a:lnTo>
                <a:lnTo>
                  <a:pt x="7910503" y="2302704"/>
                </a:lnTo>
                <a:lnTo>
                  <a:pt x="8024558" y="2302704"/>
                </a:lnTo>
                <a:lnTo>
                  <a:pt x="8024558" y="2303032"/>
                </a:lnTo>
                <a:lnTo>
                  <a:pt x="8138613" y="2303032"/>
                </a:lnTo>
                <a:lnTo>
                  <a:pt x="8138613" y="2304085"/>
                </a:lnTo>
                <a:lnTo>
                  <a:pt x="8252667" y="2304085"/>
                </a:lnTo>
                <a:lnTo>
                  <a:pt x="8252667" y="2303981"/>
                </a:lnTo>
                <a:lnTo>
                  <a:pt x="8374869" y="2303981"/>
                </a:lnTo>
                <a:lnTo>
                  <a:pt x="8374869" y="2297466"/>
                </a:lnTo>
                <a:lnTo>
                  <a:pt x="8488923" y="2297466"/>
                </a:lnTo>
                <a:lnTo>
                  <a:pt x="8488923" y="2299350"/>
                </a:lnTo>
                <a:lnTo>
                  <a:pt x="8651858" y="2299350"/>
                </a:lnTo>
                <a:lnTo>
                  <a:pt x="8651858" y="2296793"/>
                </a:lnTo>
                <a:lnTo>
                  <a:pt x="8822940" y="2296793"/>
                </a:lnTo>
                <a:lnTo>
                  <a:pt x="8822940" y="2298495"/>
                </a:lnTo>
                <a:lnTo>
                  <a:pt x="9051050" y="2298495"/>
                </a:lnTo>
                <a:lnTo>
                  <a:pt x="9051050" y="2298621"/>
                </a:lnTo>
                <a:lnTo>
                  <a:pt x="9279159" y="2298621"/>
                </a:lnTo>
                <a:lnTo>
                  <a:pt x="9279159" y="2298639"/>
                </a:lnTo>
                <a:lnTo>
                  <a:pt x="9450241" y="2298639"/>
                </a:lnTo>
                <a:lnTo>
                  <a:pt x="9450241" y="2298651"/>
                </a:lnTo>
                <a:lnTo>
                  <a:pt x="9621323" y="2298651"/>
                </a:lnTo>
                <a:lnTo>
                  <a:pt x="9621323" y="2299046"/>
                </a:lnTo>
                <a:lnTo>
                  <a:pt x="9930900" y="2299046"/>
                </a:lnTo>
                <a:lnTo>
                  <a:pt x="9930900" y="2299052"/>
                </a:lnTo>
                <a:lnTo>
                  <a:pt x="10216036" y="2299052"/>
                </a:lnTo>
                <a:lnTo>
                  <a:pt x="10216036" y="2299215"/>
                </a:lnTo>
                <a:lnTo>
                  <a:pt x="10370825" y="2299215"/>
                </a:lnTo>
                <a:lnTo>
                  <a:pt x="10370825" y="2299013"/>
                </a:lnTo>
                <a:lnTo>
                  <a:pt x="10509320" y="2299013"/>
                </a:lnTo>
                <a:lnTo>
                  <a:pt x="10509320" y="2312468"/>
                </a:lnTo>
              </a:path>
            </a:pathLst>
          </a:custGeom>
          <a:ln w="54202" cap="flat">
            <a:solidFill>
              <a:srgbClr val="4682B4">
                <a:alpha val="50196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31" name="pl136">
            <a:extLst>
              <a:ext uri="{FF2B5EF4-FFF2-40B4-BE49-F238E27FC236}">
                <a16:creationId xmlns:a16="http://schemas.microsoft.com/office/drawing/2014/main" id="{26E60E0E-01E3-E01E-E0A2-AEEFAAE1CC43}"/>
              </a:ext>
            </a:extLst>
          </p:cNvPr>
          <p:cNvSpPr/>
          <p:nvPr/>
        </p:nvSpPr>
        <p:spPr>
          <a:xfrm>
            <a:off x="2810958" y="2160379"/>
            <a:ext cx="7006213" cy="299182"/>
          </a:xfrm>
          <a:custGeom>
            <a:avLst/>
            <a:gdLst/>
            <a:ahLst/>
            <a:cxnLst/>
            <a:rect l="0" t="0" r="0" b="0"/>
            <a:pathLst>
              <a:path w="10509320" h="448773">
                <a:moveTo>
                  <a:pt x="0" y="239183"/>
                </a:moveTo>
                <a:lnTo>
                  <a:pt x="146641" y="239183"/>
                </a:lnTo>
                <a:lnTo>
                  <a:pt x="146641" y="239183"/>
                </a:lnTo>
                <a:lnTo>
                  <a:pt x="228109" y="239183"/>
                </a:lnTo>
                <a:lnTo>
                  <a:pt x="228109" y="239183"/>
                </a:lnTo>
                <a:lnTo>
                  <a:pt x="301430" y="239183"/>
                </a:lnTo>
                <a:lnTo>
                  <a:pt x="301430" y="239183"/>
                </a:lnTo>
                <a:lnTo>
                  <a:pt x="366604" y="239183"/>
                </a:lnTo>
                <a:lnTo>
                  <a:pt x="366604" y="239183"/>
                </a:lnTo>
                <a:lnTo>
                  <a:pt x="382897" y="239183"/>
                </a:lnTo>
                <a:lnTo>
                  <a:pt x="382897" y="239183"/>
                </a:lnTo>
                <a:lnTo>
                  <a:pt x="439925" y="239183"/>
                </a:lnTo>
                <a:lnTo>
                  <a:pt x="439925" y="239183"/>
                </a:lnTo>
                <a:lnTo>
                  <a:pt x="578419" y="239183"/>
                </a:lnTo>
                <a:lnTo>
                  <a:pt x="578419" y="239183"/>
                </a:lnTo>
                <a:lnTo>
                  <a:pt x="749501" y="239183"/>
                </a:lnTo>
                <a:lnTo>
                  <a:pt x="749501" y="239183"/>
                </a:lnTo>
                <a:lnTo>
                  <a:pt x="871703" y="239183"/>
                </a:lnTo>
                <a:lnTo>
                  <a:pt x="871703" y="239183"/>
                </a:lnTo>
                <a:lnTo>
                  <a:pt x="969464" y="239183"/>
                </a:lnTo>
                <a:lnTo>
                  <a:pt x="969464" y="239183"/>
                </a:lnTo>
                <a:lnTo>
                  <a:pt x="1034638" y="239183"/>
                </a:lnTo>
                <a:lnTo>
                  <a:pt x="1034638" y="239183"/>
                </a:lnTo>
                <a:lnTo>
                  <a:pt x="1107959" y="239183"/>
                </a:lnTo>
                <a:lnTo>
                  <a:pt x="1107959" y="239183"/>
                </a:lnTo>
                <a:lnTo>
                  <a:pt x="1222013" y="239183"/>
                </a:lnTo>
                <a:lnTo>
                  <a:pt x="1222013" y="239183"/>
                </a:lnTo>
                <a:lnTo>
                  <a:pt x="1327921" y="239183"/>
                </a:lnTo>
                <a:lnTo>
                  <a:pt x="1327921" y="239183"/>
                </a:lnTo>
                <a:lnTo>
                  <a:pt x="1441976" y="239183"/>
                </a:lnTo>
                <a:lnTo>
                  <a:pt x="1441976" y="239183"/>
                </a:lnTo>
                <a:lnTo>
                  <a:pt x="1556031" y="239183"/>
                </a:lnTo>
                <a:lnTo>
                  <a:pt x="1556031" y="239183"/>
                </a:lnTo>
                <a:lnTo>
                  <a:pt x="1661939" y="239183"/>
                </a:lnTo>
                <a:lnTo>
                  <a:pt x="1661939" y="239183"/>
                </a:lnTo>
                <a:lnTo>
                  <a:pt x="1784140" y="239183"/>
                </a:lnTo>
                <a:lnTo>
                  <a:pt x="1784140" y="239183"/>
                </a:lnTo>
                <a:lnTo>
                  <a:pt x="1898195" y="239183"/>
                </a:lnTo>
                <a:lnTo>
                  <a:pt x="1898195" y="239183"/>
                </a:lnTo>
                <a:lnTo>
                  <a:pt x="1995956" y="239183"/>
                </a:lnTo>
                <a:lnTo>
                  <a:pt x="1995956" y="355878"/>
                </a:lnTo>
                <a:lnTo>
                  <a:pt x="2110010" y="355878"/>
                </a:lnTo>
                <a:lnTo>
                  <a:pt x="2110010" y="355878"/>
                </a:lnTo>
                <a:lnTo>
                  <a:pt x="2224065" y="355878"/>
                </a:lnTo>
                <a:lnTo>
                  <a:pt x="2224065" y="355878"/>
                </a:lnTo>
                <a:lnTo>
                  <a:pt x="2338120" y="355878"/>
                </a:lnTo>
                <a:lnTo>
                  <a:pt x="2338120" y="355878"/>
                </a:lnTo>
                <a:lnTo>
                  <a:pt x="2452174" y="355878"/>
                </a:lnTo>
                <a:lnTo>
                  <a:pt x="2452174" y="355878"/>
                </a:lnTo>
                <a:lnTo>
                  <a:pt x="2566229" y="355878"/>
                </a:lnTo>
                <a:lnTo>
                  <a:pt x="2566229" y="355878"/>
                </a:lnTo>
                <a:lnTo>
                  <a:pt x="2680283" y="355878"/>
                </a:lnTo>
                <a:lnTo>
                  <a:pt x="2680283" y="355878"/>
                </a:lnTo>
                <a:lnTo>
                  <a:pt x="2794338" y="355878"/>
                </a:lnTo>
                <a:lnTo>
                  <a:pt x="2794338" y="129513"/>
                </a:lnTo>
                <a:lnTo>
                  <a:pt x="2908393" y="129513"/>
                </a:lnTo>
                <a:lnTo>
                  <a:pt x="2908393" y="129513"/>
                </a:lnTo>
                <a:lnTo>
                  <a:pt x="3022447" y="129513"/>
                </a:lnTo>
                <a:lnTo>
                  <a:pt x="3022447" y="129513"/>
                </a:lnTo>
                <a:lnTo>
                  <a:pt x="3136502" y="129513"/>
                </a:lnTo>
                <a:lnTo>
                  <a:pt x="3136502" y="129513"/>
                </a:lnTo>
                <a:lnTo>
                  <a:pt x="3250557" y="129513"/>
                </a:lnTo>
                <a:lnTo>
                  <a:pt x="3250557" y="129513"/>
                </a:lnTo>
                <a:lnTo>
                  <a:pt x="3364611" y="129513"/>
                </a:lnTo>
                <a:lnTo>
                  <a:pt x="3364611" y="129513"/>
                </a:lnTo>
                <a:lnTo>
                  <a:pt x="3478666" y="129513"/>
                </a:lnTo>
                <a:lnTo>
                  <a:pt x="3478666" y="129513"/>
                </a:lnTo>
                <a:lnTo>
                  <a:pt x="3592721" y="129513"/>
                </a:lnTo>
                <a:lnTo>
                  <a:pt x="3592721" y="129513"/>
                </a:lnTo>
                <a:lnTo>
                  <a:pt x="3755656" y="129513"/>
                </a:lnTo>
                <a:lnTo>
                  <a:pt x="3755656" y="129513"/>
                </a:lnTo>
                <a:lnTo>
                  <a:pt x="3918591" y="129513"/>
                </a:lnTo>
                <a:lnTo>
                  <a:pt x="3918591" y="129513"/>
                </a:lnTo>
                <a:lnTo>
                  <a:pt x="4089673" y="129513"/>
                </a:lnTo>
                <a:lnTo>
                  <a:pt x="4089673" y="129513"/>
                </a:lnTo>
                <a:lnTo>
                  <a:pt x="4228168" y="129513"/>
                </a:lnTo>
                <a:lnTo>
                  <a:pt x="4228168" y="0"/>
                </a:lnTo>
                <a:lnTo>
                  <a:pt x="4285195" y="0"/>
                </a:lnTo>
                <a:lnTo>
                  <a:pt x="4285195" y="0"/>
                </a:lnTo>
                <a:lnTo>
                  <a:pt x="4382956" y="0"/>
                </a:lnTo>
                <a:lnTo>
                  <a:pt x="4382956" y="0"/>
                </a:lnTo>
                <a:lnTo>
                  <a:pt x="4505158" y="0"/>
                </a:lnTo>
                <a:lnTo>
                  <a:pt x="4505158" y="0"/>
                </a:lnTo>
                <a:lnTo>
                  <a:pt x="4611066" y="0"/>
                </a:lnTo>
                <a:lnTo>
                  <a:pt x="4611066" y="417337"/>
                </a:lnTo>
                <a:lnTo>
                  <a:pt x="4716973" y="417337"/>
                </a:lnTo>
                <a:lnTo>
                  <a:pt x="4716973" y="417337"/>
                </a:lnTo>
                <a:lnTo>
                  <a:pt x="4888055" y="417337"/>
                </a:lnTo>
                <a:lnTo>
                  <a:pt x="4888055" y="417337"/>
                </a:lnTo>
                <a:lnTo>
                  <a:pt x="5059137" y="417337"/>
                </a:lnTo>
                <a:lnTo>
                  <a:pt x="5059137" y="426421"/>
                </a:lnTo>
                <a:lnTo>
                  <a:pt x="5230219" y="426421"/>
                </a:lnTo>
                <a:lnTo>
                  <a:pt x="5230219" y="426421"/>
                </a:lnTo>
                <a:lnTo>
                  <a:pt x="5401301" y="426421"/>
                </a:lnTo>
                <a:lnTo>
                  <a:pt x="5401301" y="426421"/>
                </a:lnTo>
                <a:lnTo>
                  <a:pt x="5572383" y="426421"/>
                </a:lnTo>
                <a:lnTo>
                  <a:pt x="5572383" y="426421"/>
                </a:lnTo>
                <a:lnTo>
                  <a:pt x="5743465" y="426421"/>
                </a:lnTo>
                <a:lnTo>
                  <a:pt x="5743465" y="426421"/>
                </a:lnTo>
                <a:lnTo>
                  <a:pt x="5857520" y="426421"/>
                </a:lnTo>
                <a:lnTo>
                  <a:pt x="5857520" y="426421"/>
                </a:lnTo>
                <a:lnTo>
                  <a:pt x="5987868" y="426421"/>
                </a:lnTo>
                <a:lnTo>
                  <a:pt x="5987868" y="420724"/>
                </a:lnTo>
                <a:lnTo>
                  <a:pt x="6273005" y="420724"/>
                </a:lnTo>
                <a:lnTo>
                  <a:pt x="6273005" y="420724"/>
                </a:lnTo>
                <a:lnTo>
                  <a:pt x="6492967" y="420724"/>
                </a:lnTo>
                <a:lnTo>
                  <a:pt x="6492967" y="420724"/>
                </a:lnTo>
                <a:lnTo>
                  <a:pt x="6549994" y="420724"/>
                </a:lnTo>
                <a:lnTo>
                  <a:pt x="6549994" y="420724"/>
                </a:lnTo>
                <a:lnTo>
                  <a:pt x="6664049" y="420724"/>
                </a:lnTo>
                <a:lnTo>
                  <a:pt x="6664049" y="420724"/>
                </a:lnTo>
                <a:lnTo>
                  <a:pt x="6778104" y="420724"/>
                </a:lnTo>
                <a:lnTo>
                  <a:pt x="6778104" y="424940"/>
                </a:lnTo>
                <a:lnTo>
                  <a:pt x="6949186" y="424940"/>
                </a:lnTo>
                <a:lnTo>
                  <a:pt x="6949186" y="424940"/>
                </a:lnTo>
                <a:lnTo>
                  <a:pt x="7120268" y="424940"/>
                </a:lnTo>
                <a:lnTo>
                  <a:pt x="7120268" y="424940"/>
                </a:lnTo>
                <a:lnTo>
                  <a:pt x="7226176" y="424940"/>
                </a:lnTo>
                <a:lnTo>
                  <a:pt x="7226176" y="424940"/>
                </a:lnTo>
                <a:lnTo>
                  <a:pt x="7340230" y="424940"/>
                </a:lnTo>
                <a:lnTo>
                  <a:pt x="7340230" y="424940"/>
                </a:lnTo>
                <a:lnTo>
                  <a:pt x="7454285" y="424940"/>
                </a:lnTo>
                <a:lnTo>
                  <a:pt x="7454285" y="424940"/>
                </a:lnTo>
                <a:lnTo>
                  <a:pt x="7625367" y="424940"/>
                </a:lnTo>
                <a:lnTo>
                  <a:pt x="7625367" y="424940"/>
                </a:lnTo>
                <a:lnTo>
                  <a:pt x="7796449" y="424940"/>
                </a:lnTo>
                <a:lnTo>
                  <a:pt x="7796449" y="424940"/>
                </a:lnTo>
                <a:lnTo>
                  <a:pt x="7910503" y="424940"/>
                </a:lnTo>
                <a:lnTo>
                  <a:pt x="7910503" y="424940"/>
                </a:lnTo>
                <a:lnTo>
                  <a:pt x="8024558" y="424940"/>
                </a:lnTo>
                <a:lnTo>
                  <a:pt x="8024558" y="424940"/>
                </a:lnTo>
                <a:lnTo>
                  <a:pt x="8138613" y="424940"/>
                </a:lnTo>
                <a:lnTo>
                  <a:pt x="8138613" y="424940"/>
                </a:lnTo>
                <a:lnTo>
                  <a:pt x="8252667" y="424940"/>
                </a:lnTo>
                <a:lnTo>
                  <a:pt x="8252667" y="424940"/>
                </a:lnTo>
                <a:lnTo>
                  <a:pt x="8374869" y="424940"/>
                </a:lnTo>
                <a:lnTo>
                  <a:pt x="8374869" y="424940"/>
                </a:lnTo>
                <a:lnTo>
                  <a:pt x="8488923" y="424940"/>
                </a:lnTo>
                <a:lnTo>
                  <a:pt x="8488923" y="430119"/>
                </a:lnTo>
                <a:lnTo>
                  <a:pt x="8651858" y="430119"/>
                </a:lnTo>
                <a:lnTo>
                  <a:pt x="8651858" y="430119"/>
                </a:lnTo>
                <a:lnTo>
                  <a:pt x="8822940" y="430119"/>
                </a:lnTo>
                <a:lnTo>
                  <a:pt x="8822940" y="430119"/>
                </a:lnTo>
                <a:lnTo>
                  <a:pt x="9051050" y="430119"/>
                </a:lnTo>
                <a:lnTo>
                  <a:pt x="9051050" y="430119"/>
                </a:lnTo>
                <a:lnTo>
                  <a:pt x="9279159" y="430119"/>
                </a:lnTo>
                <a:lnTo>
                  <a:pt x="9279159" y="430119"/>
                </a:lnTo>
                <a:lnTo>
                  <a:pt x="9450241" y="430119"/>
                </a:lnTo>
                <a:lnTo>
                  <a:pt x="9450241" y="430119"/>
                </a:lnTo>
                <a:lnTo>
                  <a:pt x="9621323" y="430119"/>
                </a:lnTo>
                <a:lnTo>
                  <a:pt x="9621323" y="430119"/>
                </a:lnTo>
                <a:lnTo>
                  <a:pt x="9930900" y="430119"/>
                </a:lnTo>
                <a:lnTo>
                  <a:pt x="9930900" y="430119"/>
                </a:lnTo>
                <a:lnTo>
                  <a:pt x="10216036" y="430119"/>
                </a:lnTo>
                <a:lnTo>
                  <a:pt x="10216036" y="430119"/>
                </a:lnTo>
                <a:lnTo>
                  <a:pt x="10370825" y="430119"/>
                </a:lnTo>
                <a:lnTo>
                  <a:pt x="10370825" y="430119"/>
                </a:lnTo>
                <a:lnTo>
                  <a:pt x="10509320" y="430119"/>
                </a:lnTo>
                <a:lnTo>
                  <a:pt x="10509320" y="448773"/>
                </a:lnTo>
              </a:path>
            </a:pathLst>
          </a:custGeom>
          <a:ln w="54202" cap="flat">
            <a:solidFill>
              <a:srgbClr val="73AE9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32" name="pl137">
            <a:extLst>
              <a:ext uri="{FF2B5EF4-FFF2-40B4-BE49-F238E27FC236}">
                <a16:creationId xmlns:a16="http://schemas.microsoft.com/office/drawing/2014/main" id="{33BD9AB4-7ED0-BC61-1621-07D626E2965A}"/>
              </a:ext>
            </a:extLst>
          </p:cNvPr>
          <p:cNvSpPr/>
          <p:nvPr/>
        </p:nvSpPr>
        <p:spPr>
          <a:xfrm>
            <a:off x="2604573" y="231983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33" name="rc138">
            <a:extLst>
              <a:ext uri="{FF2B5EF4-FFF2-40B4-BE49-F238E27FC236}">
                <a16:creationId xmlns:a16="http://schemas.microsoft.com/office/drawing/2014/main" id="{C20DEF40-F0DF-1CBB-B286-34F759215155}"/>
              </a:ext>
            </a:extLst>
          </p:cNvPr>
          <p:cNvSpPr/>
          <p:nvPr/>
        </p:nvSpPr>
        <p:spPr>
          <a:xfrm>
            <a:off x="2604573" y="954129"/>
            <a:ext cx="7549331" cy="2707511"/>
          </a:xfrm>
          <a:prstGeom prst="rect">
            <a:avLst/>
          </a:prstGeom>
          <a:ln w="27101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38" name="rc143">
            <a:extLst>
              <a:ext uri="{FF2B5EF4-FFF2-40B4-BE49-F238E27FC236}">
                <a16:creationId xmlns:a16="http://schemas.microsoft.com/office/drawing/2014/main" id="{44E1DC6C-07B7-8054-6C6A-F2646B6D9FB3}"/>
              </a:ext>
            </a:extLst>
          </p:cNvPr>
          <p:cNvSpPr/>
          <p:nvPr/>
        </p:nvSpPr>
        <p:spPr>
          <a:xfrm>
            <a:off x="2604573" y="4069153"/>
            <a:ext cx="7549331" cy="169219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139" name="pl144">
            <a:extLst>
              <a:ext uri="{FF2B5EF4-FFF2-40B4-BE49-F238E27FC236}">
                <a16:creationId xmlns:a16="http://schemas.microsoft.com/office/drawing/2014/main" id="{6396BBBF-C059-EA9B-EF97-6433B09E56DA}"/>
              </a:ext>
            </a:extLst>
          </p:cNvPr>
          <p:cNvSpPr/>
          <p:nvPr/>
        </p:nvSpPr>
        <p:spPr>
          <a:xfrm>
            <a:off x="2604573" y="547749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0" name="pl145">
            <a:extLst>
              <a:ext uri="{FF2B5EF4-FFF2-40B4-BE49-F238E27FC236}">
                <a16:creationId xmlns:a16="http://schemas.microsoft.com/office/drawing/2014/main" id="{0FD0E36A-0DB7-321B-A602-A433652CA912}"/>
              </a:ext>
            </a:extLst>
          </p:cNvPr>
          <p:cNvSpPr/>
          <p:nvPr/>
        </p:nvSpPr>
        <p:spPr>
          <a:xfrm>
            <a:off x="2604573" y="5063623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1" name="pl146">
            <a:extLst>
              <a:ext uri="{FF2B5EF4-FFF2-40B4-BE49-F238E27FC236}">
                <a16:creationId xmlns:a16="http://schemas.microsoft.com/office/drawing/2014/main" id="{AF8B0DE8-4CFD-C220-9366-937AFD739073}"/>
              </a:ext>
            </a:extLst>
          </p:cNvPr>
          <p:cNvSpPr/>
          <p:nvPr/>
        </p:nvSpPr>
        <p:spPr>
          <a:xfrm>
            <a:off x="2604573" y="4649752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2" name="pl147">
            <a:extLst>
              <a:ext uri="{FF2B5EF4-FFF2-40B4-BE49-F238E27FC236}">
                <a16:creationId xmlns:a16="http://schemas.microsoft.com/office/drawing/2014/main" id="{246AF246-76DC-E7D3-7E6B-CF157D07E78F}"/>
              </a:ext>
            </a:extLst>
          </p:cNvPr>
          <p:cNvSpPr/>
          <p:nvPr/>
        </p:nvSpPr>
        <p:spPr>
          <a:xfrm>
            <a:off x="2604573" y="4235881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3" name="pl148">
            <a:extLst>
              <a:ext uri="{FF2B5EF4-FFF2-40B4-BE49-F238E27FC236}">
                <a16:creationId xmlns:a16="http://schemas.microsoft.com/office/drawing/2014/main" id="{F2601FEF-3FB0-7DD3-0B40-51DB802599B3}"/>
              </a:ext>
            </a:extLst>
          </p:cNvPr>
          <p:cNvSpPr/>
          <p:nvPr/>
        </p:nvSpPr>
        <p:spPr>
          <a:xfrm>
            <a:off x="2658885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4" name="pl149">
            <a:extLst>
              <a:ext uri="{FF2B5EF4-FFF2-40B4-BE49-F238E27FC236}">
                <a16:creationId xmlns:a16="http://schemas.microsoft.com/office/drawing/2014/main" id="{B1608715-8F63-7ACB-8BC2-51D0121282BC}"/>
              </a:ext>
            </a:extLst>
          </p:cNvPr>
          <p:cNvSpPr/>
          <p:nvPr/>
        </p:nvSpPr>
        <p:spPr>
          <a:xfrm>
            <a:off x="3745120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5" name="pl150">
            <a:extLst>
              <a:ext uri="{FF2B5EF4-FFF2-40B4-BE49-F238E27FC236}">
                <a16:creationId xmlns:a16="http://schemas.microsoft.com/office/drawing/2014/main" id="{F9D25429-9E17-4C1C-657D-2AC9BAA11EFF}"/>
              </a:ext>
            </a:extLst>
          </p:cNvPr>
          <p:cNvSpPr/>
          <p:nvPr/>
        </p:nvSpPr>
        <p:spPr>
          <a:xfrm>
            <a:off x="4831355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6" name="pl151">
            <a:extLst>
              <a:ext uri="{FF2B5EF4-FFF2-40B4-BE49-F238E27FC236}">
                <a16:creationId xmlns:a16="http://schemas.microsoft.com/office/drawing/2014/main" id="{76CCF7C4-E859-9987-5765-4AC148F65B17}"/>
              </a:ext>
            </a:extLst>
          </p:cNvPr>
          <p:cNvSpPr/>
          <p:nvPr/>
        </p:nvSpPr>
        <p:spPr>
          <a:xfrm>
            <a:off x="5917589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7" name="pl152">
            <a:extLst>
              <a:ext uri="{FF2B5EF4-FFF2-40B4-BE49-F238E27FC236}">
                <a16:creationId xmlns:a16="http://schemas.microsoft.com/office/drawing/2014/main" id="{9703D342-9E9D-C3AD-F851-61788D71544A}"/>
              </a:ext>
            </a:extLst>
          </p:cNvPr>
          <p:cNvSpPr/>
          <p:nvPr/>
        </p:nvSpPr>
        <p:spPr>
          <a:xfrm>
            <a:off x="7003824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8" name="pl153">
            <a:extLst>
              <a:ext uri="{FF2B5EF4-FFF2-40B4-BE49-F238E27FC236}">
                <a16:creationId xmlns:a16="http://schemas.microsoft.com/office/drawing/2014/main" id="{AC22CB4F-AC3B-0439-EBB3-9F0305EF13C8}"/>
              </a:ext>
            </a:extLst>
          </p:cNvPr>
          <p:cNvSpPr/>
          <p:nvPr/>
        </p:nvSpPr>
        <p:spPr>
          <a:xfrm>
            <a:off x="8090059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49" name="pl154">
            <a:extLst>
              <a:ext uri="{FF2B5EF4-FFF2-40B4-BE49-F238E27FC236}">
                <a16:creationId xmlns:a16="http://schemas.microsoft.com/office/drawing/2014/main" id="{259874A6-7A4F-524A-63C8-D7F2EF108549}"/>
              </a:ext>
            </a:extLst>
          </p:cNvPr>
          <p:cNvSpPr/>
          <p:nvPr/>
        </p:nvSpPr>
        <p:spPr>
          <a:xfrm>
            <a:off x="9176293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0" name="pl155">
            <a:extLst>
              <a:ext uri="{FF2B5EF4-FFF2-40B4-BE49-F238E27FC236}">
                <a16:creationId xmlns:a16="http://schemas.microsoft.com/office/drawing/2014/main" id="{AA252C1B-0BFD-02C5-B98A-FB607FC377A8}"/>
              </a:ext>
            </a:extLst>
          </p:cNvPr>
          <p:cNvSpPr/>
          <p:nvPr/>
        </p:nvSpPr>
        <p:spPr>
          <a:xfrm>
            <a:off x="2604573" y="5684430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1" name="pl156">
            <a:extLst>
              <a:ext uri="{FF2B5EF4-FFF2-40B4-BE49-F238E27FC236}">
                <a16:creationId xmlns:a16="http://schemas.microsoft.com/office/drawing/2014/main" id="{CAAE7534-8C10-2D7E-EEF0-1791CC571781}"/>
              </a:ext>
            </a:extLst>
          </p:cNvPr>
          <p:cNvSpPr/>
          <p:nvPr/>
        </p:nvSpPr>
        <p:spPr>
          <a:xfrm>
            <a:off x="2604573" y="527055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2" name="pl157">
            <a:extLst>
              <a:ext uri="{FF2B5EF4-FFF2-40B4-BE49-F238E27FC236}">
                <a16:creationId xmlns:a16="http://schemas.microsoft.com/office/drawing/2014/main" id="{F20DA234-C236-ADFA-CDE8-745C136571A4}"/>
              </a:ext>
            </a:extLst>
          </p:cNvPr>
          <p:cNvSpPr/>
          <p:nvPr/>
        </p:nvSpPr>
        <p:spPr>
          <a:xfrm>
            <a:off x="2604573" y="4856688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3" name="pl158">
            <a:extLst>
              <a:ext uri="{FF2B5EF4-FFF2-40B4-BE49-F238E27FC236}">
                <a16:creationId xmlns:a16="http://schemas.microsoft.com/office/drawing/2014/main" id="{70077B72-C3F9-B0B5-EC6C-792F6D6EA99D}"/>
              </a:ext>
            </a:extLst>
          </p:cNvPr>
          <p:cNvSpPr/>
          <p:nvPr/>
        </p:nvSpPr>
        <p:spPr>
          <a:xfrm>
            <a:off x="2604573" y="4442817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4" name="pl159">
            <a:extLst>
              <a:ext uri="{FF2B5EF4-FFF2-40B4-BE49-F238E27FC236}">
                <a16:creationId xmlns:a16="http://schemas.microsoft.com/office/drawing/2014/main" id="{64AC738B-89E6-A194-CDDB-21CD9AD3F8DE}"/>
              </a:ext>
            </a:extLst>
          </p:cNvPr>
          <p:cNvSpPr/>
          <p:nvPr/>
        </p:nvSpPr>
        <p:spPr>
          <a:xfrm>
            <a:off x="3202003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5" name="pl160">
            <a:extLst>
              <a:ext uri="{FF2B5EF4-FFF2-40B4-BE49-F238E27FC236}">
                <a16:creationId xmlns:a16="http://schemas.microsoft.com/office/drawing/2014/main" id="{8C3A131B-608E-B5ED-F7A0-B85943C3CA08}"/>
              </a:ext>
            </a:extLst>
          </p:cNvPr>
          <p:cNvSpPr/>
          <p:nvPr/>
        </p:nvSpPr>
        <p:spPr>
          <a:xfrm>
            <a:off x="4288237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6" name="pl161">
            <a:extLst>
              <a:ext uri="{FF2B5EF4-FFF2-40B4-BE49-F238E27FC236}">
                <a16:creationId xmlns:a16="http://schemas.microsoft.com/office/drawing/2014/main" id="{D351840C-C8D8-48FF-A680-AA24CFC9678C}"/>
              </a:ext>
            </a:extLst>
          </p:cNvPr>
          <p:cNvSpPr/>
          <p:nvPr/>
        </p:nvSpPr>
        <p:spPr>
          <a:xfrm>
            <a:off x="5374472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7" name="pl162">
            <a:extLst>
              <a:ext uri="{FF2B5EF4-FFF2-40B4-BE49-F238E27FC236}">
                <a16:creationId xmlns:a16="http://schemas.microsoft.com/office/drawing/2014/main" id="{4D63A843-1CF0-162F-DC64-2552F364F550}"/>
              </a:ext>
            </a:extLst>
          </p:cNvPr>
          <p:cNvSpPr/>
          <p:nvPr/>
        </p:nvSpPr>
        <p:spPr>
          <a:xfrm>
            <a:off x="6460707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8" name="pl163">
            <a:extLst>
              <a:ext uri="{FF2B5EF4-FFF2-40B4-BE49-F238E27FC236}">
                <a16:creationId xmlns:a16="http://schemas.microsoft.com/office/drawing/2014/main" id="{C5D1AE0D-BC93-42F8-38A2-08289456C740}"/>
              </a:ext>
            </a:extLst>
          </p:cNvPr>
          <p:cNvSpPr/>
          <p:nvPr/>
        </p:nvSpPr>
        <p:spPr>
          <a:xfrm>
            <a:off x="7546941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59" name="pl164">
            <a:extLst>
              <a:ext uri="{FF2B5EF4-FFF2-40B4-BE49-F238E27FC236}">
                <a16:creationId xmlns:a16="http://schemas.microsoft.com/office/drawing/2014/main" id="{EB556578-222E-8EEB-0443-D85D943D8CDA}"/>
              </a:ext>
            </a:extLst>
          </p:cNvPr>
          <p:cNvSpPr/>
          <p:nvPr/>
        </p:nvSpPr>
        <p:spPr>
          <a:xfrm>
            <a:off x="8633176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0" name="pl165">
            <a:extLst>
              <a:ext uri="{FF2B5EF4-FFF2-40B4-BE49-F238E27FC236}">
                <a16:creationId xmlns:a16="http://schemas.microsoft.com/office/drawing/2014/main" id="{EA534A33-0FD5-F387-6B6A-7E7A3E7E566B}"/>
              </a:ext>
            </a:extLst>
          </p:cNvPr>
          <p:cNvSpPr/>
          <p:nvPr/>
        </p:nvSpPr>
        <p:spPr>
          <a:xfrm>
            <a:off x="9719411" y="406915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1" name="pl166">
            <a:extLst>
              <a:ext uri="{FF2B5EF4-FFF2-40B4-BE49-F238E27FC236}">
                <a16:creationId xmlns:a16="http://schemas.microsoft.com/office/drawing/2014/main" id="{E32FD514-7B23-B8DF-9D65-4024496EC0C1}"/>
              </a:ext>
            </a:extLst>
          </p:cNvPr>
          <p:cNvSpPr/>
          <p:nvPr/>
        </p:nvSpPr>
        <p:spPr>
          <a:xfrm>
            <a:off x="2756647" y="4146071"/>
            <a:ext cx="6886727" cy="1533765"/>
          </a:xfrm>
          <a:custGeom>
            <a:avLst/>
            <a:gdLst/>
            <a:ahLst/>
            <a:cxnLst/>
            <a:rect l="0" t="0" r="0" b="0"/>
            <a:pathLst>
              <a:path w="10330091" h="2300647">
                <a:moveTo>
                  <a:pt x="0" y="2300647"/>
                </a:moveTo>
                <a:lnTo>
                  <a:pt x="162935" y="2300647"/>
                </a:lnTo>
                <a:lnTo>
                  <a:pt x="162935" y="2289969"/>
                </a:lnTo>
                <a:lnTo>
                  <a:pt x="293283" y="2289969"/>
                </a:lnTo>
                <a:lnTo>
                  <a:pt x="293283" y="2271904"/>
                </a:lnTo>
                <a:lnTo>
                  <a:pt x="325870" y="2271904"/>
                </a:lnTo>
                <a:lnTo>
                  <a:pt x="325870" y="2271904"/>
                </a:lnTo>
                <a:lnTo>
                  <a:pt x="439925" y="2271904"/>
                </a:lnTo>
                <a:lnTo>
                  <a:pt x="439925" y="2228385"/>
                </a:lnTo>
                <a:lnTo>
                  <a:pt x="472512" y="2228385"/>
                </a:lnTo>
                <a:lnTo>
                  <a:pt x="472512" y="2224350"/>
                </a:lnTo>
                <a:lnTo>
                  <a:pt x="570273" y="2224350"/>
                </a:lnTo>
                <a:lnTo>
                  <a:pt x="570273" y="2065672"/>
                </a:lnTo>
                <a:lnTo>
                  <a:pt x="749501" y="2065672"/>
                </a:lnTo>
                <a:lnTo>
                  <a:pt x="749501" y="2065672"/>
                </a:lnTo>
                <a:lnTo>
                  <a:pt x="912437" y="2065672"/>
                </a:lnTo>
                <a:lnTo>
                  <a:pt x="912437" y="2052262"/>
                </a:lnTo>
                <a:lnTo>
                  <a:pt x="993904" y="2052262"/>
                </a:lnTo>
                <a:lnTo>
                  <a:pt x="993904" y="2052262"/>
                </a:lnTo>
                <a:lnTo>
                  <a:pt x="1107959" y="2052262"/>
                </a:lnTo>
                <a:lnTo>
                  <a:pt x="1107959" y="2052262"/>
                </a:lnTo>
                <a:lnTo>
                  <a:pt x="1124252" y="2052262"/>
                </a:lnTo>
                <a:lnTo>
                  <a:pt x="1124252" y="2046054"/>
                </a:lnTo>
                <a:lnTo>
                  <a:pt x="1254601" y="2046054"/>
                </a:lnTo>
                <a:lnTo>
                  <a:pt x="1254601" y="2042764"/>
                </a:lnTo>
                <a:lnTo>
                  <a:pt x="1352362" y="2042764"/>
                </a:lnTo>
                <a:lnTo>
                  <a:pt x="1352362" y="2020167"/>
                </a:lnTo>
                <a:lnTo>
                  <a:pt x="1466416" y="2020167"/>
                </a:lnTo>
                <a:lnTo>
                  <a:pt x="1466416" y="2009240"/>
                </a:lnTo>
                <a:lnTo>
                  <a:pt x="1580471" y="2009240"/>
                </a:lnTo>
                <a:lnTo>
                  <a:pt x="1580471" y="2006074"/>
                </a:lnTo>
                <a:lnTo>
                  <a:pt x="1694526" y="2006074"/>
                </a:lnTo>
                <a:lnTo>
                  <a:pt x="1694526" y="2006074"/>
                </a:lnTo>
                <a:lnTo>
                  <a:pt x="1792287" y="2006074"/>
                </a:lnTo>
                <a:lnTo>
                  <a:pt x="1792287" y="1993286"/>
                </a:lnTo>
                <a:lnTo>
                  <a:pt x="1938928" y="1993286"/>
                </a:lnTo>
                <a:lnTo>
                  <a:pt x="1938928" y="1857950"/>
                </a:lnTo>
                <a:lnTo>
                  <a:pt x="2134451" y="1857950"/>
                </a:lnTo>
                <a:lnTo>
                  <a:pt x="2134451" y="1826537"/>
                </a:lnTo>
                <a:lnTo>
                  <a:pt x="2248505" y="1826537"/>
                </a:lnTo>
                <a:lnTo>
                  <a:pt x="2248505" y="1813500"/>
                </a:lnTo>
                <a:lnTo>
                  <a:pt x="2362560" y="1813500"/>
                </a:lnTo>
                <a:lnTo>
                  <a:pt x="2362560" y="1813500"/>
                </a:lnTo>
                <a:lnTo>
                  <a:pt x="2476614" y="1813500"/>
                </a:lnTo>
                <a:lnTo>
                  <a:pt x="2476614" y="1799532"/>
                </a:lnTo>
                <a:lnTo>
                  <a:pt x="2590669" y="1799532"/>
                </a:lnTo>
                <a:lnTo>
                  <a:pt x="2590669" y="1788295"/>
                </a:lnTo>
                <a:lnTo>
                  <a:pt x="2704724" y="1788295"/>
                </a:lnTo>
                <a:lnTo>
                  <a:pt x="2704724" y="1788295"/>
                </a:lnTo>
                <a:lnTo>
                  <a:pt x="2818778" y="1788295"/>
                </a:lnTo>
                <a:lnTo>
                  <a:pt x="2818778" y="1544691"/>
                </a:lnTo>
                <a:lnTo>
                  <a:pt x="2932833" y="1544691"/>
                </a:lnTo>
                <a:lnTo>
                  <a:pt x="2932833" y="1544691"/>
                </a:lnTo>
                <a:lnTo>
                  <a:pt x="3046888" y="1544691"/>
                </a:lnTo>
                <a:lnTo>
                  <a:pt x="3046888" y="1544691"/>
                </a:lnTo>
                <a:lnTo>
                  <a:pt x="3160942" y="1544691"/>
                </a:lnTo>
                <a:lnTo>
                  <a:pt x="3160942" y="1544691"/>
                </a:lnTo>
                <a:lnTo>
                  <a:pt x="3274997" y="1544691"/>
                </a:lnTo>
                <a:lnTo>
                  <a:pt x="3274997" y="1538731"/>
                </a:lnTo>
                <a:lnTo>
                  <a:pt x="3389052" y="1538731"/>
                </a:lnTo>
                <a:lnTo>
                  <a:pt x="3389052" y="1477023"/>
                </a:lnTo>
                <a:lnTo>
                  <a:pt x="3503106" y="1477023"/>
                </a:lnTo>
                <a:lnTo>
                  <a:pt x="3503106" y="1477023"/>
                </a:lnTo>
                <a:lnTo>
                  <a:pt x="3617161" y="1477023"/>
                </a:lnTo>
                <a:lnTo>
                  <a:pt x="3617161" y="1477023"/>
                </a:lnTo>
                <a:lnTo>
                  <a:pt x="3731216" y="1477023"/>
                </a:lnTo>
                <a:lnTo>
                  <a:pt x="3731216" y="1477023"/>
                </a:lnTo>
                <a:lnTo>
                  <a:pt x="3943031" y="1477023"/>
                </a:lnTo>
                <a:lnTo>
                  <a:pt x="3943031" y="1356711"/>
                </a:lnTo>
                <a:lnTo>
                  <a:pt x="4285195" y="1356711"/>
                </a:lnTo>
                <a:lnTo>
                  <a:pt x="4285195" y="1356711"/>
                </a:lnTo>
                <a:lnTo>
                  <a:pt x="4399250" y="1356711"/>
                </a:lnTo>
                <a:lnTo>
                  <a:pt x="4399250" y="1346529"/>
                </a:lnTo>
                <a:lnTo>
                  <a:pt x="4855468" y="1346529"/>
                </a:lnTo>
                <a:lnTo>
                  <a:pt x="4855468" y="1346529"/>
                </a:lnTo>
                <a:lnTo>
                  <a:pt x="5539796" y="1346529"/>
                </a:lnTo>
                <a:lnTo>
                  <a:pt x="5539796" y="1188410"/>
                </a:lnTo>
                <a:lnTo>
                  <a:pt x="5996015" y="1188410"/>
                </a:lnTo>
                <a:lnTo>
                  <a:pt x="5996015" y="1137193"/>
                </a:lnTo>
                <a:lnTo>
                  <a:pt x="6142656" y="1137193"/>
                </a:lnTo>
                <a:lnTo>
                  <a:pt x="6142656" y="1137193"/>
                </a:lnTo>
                <a:lnTo>
                  <a:pt x="6680343" y="1137193"/>
                </a:lnTo>
                <a:lnTo>
                  <a:pt x="6680343" y="1137193"/>
                </a:lnTo>
                <a:lnTo>
                  <a:pt x="6810691" y="1137193"/>
                </a:lnTo>
                <a:lnTo>
                  <a:pt x="6810691" y="1103546"/>
                </a:lnTo>
                <a:lnTo>
                  <a:pt x="7250616" y="1103546"/>
                </a:lnTo>
                <a:lnTo>
                  <a:pt x="7250616" y="1103546"/>
                </a:lnTo>
                <a:lnTo>
                  <a:pt x="7364670" y="1103546"/>
                </a:lnTo>
                <a:lnTo>
                  <a:pt x="7364670" y="1093240"/>
                </a:lnTo>
                <a:lnTo>
                  <a:pt x="7592780" y="1093240"/>
                </a:lnTo>
                <a:lnTo>
                  <a:pt x="7592780" y="1069960"/>
                </a:lnTo>
                <a:lnTo>
                  <a:pt x="7820889" y="1069960"/>
                </a:lnTo>
                <a:lnTo>
                  <a:pt x="7820889" y="1069960"/>
                </a:lnTo>
                <a:lnTo>
                  <a:pt x="7934944" y="1069960"/>
                </a:lnTo>
                <a:lnTo>
                  <a:pt x="7934944" y="1069960"/>
                </a:lnTo>
                <a:lnTo>
                  <a:pt x="8048998" y="1069960"/>
                </a:lnTo>
                <a:lnTo>
                  <a:pt x="8048998" y="1069960"/>
                </a:lnTo>
                <a:lnTo>
                  <a:pt x="8163053" y="1069960"/>
                </a:lnTo>
                <a:lnTo>
                  <a:pt x="8163053" y="1048356"/>
                </a:lnTo>
                <a:lnTo>
                  <a:pt x="8277108" y="1048356"/>
                </a:lnTo>
                <a:lnTo>
                  <a:pt x="8277108" y="1048356"/>
                </a:lnTo>
                <a:lnTo>
                  <a:pt x="8391162" y="1048356"/>
                </a:lnTo>
                <a:lnTo>
                  <a:pt x="8391162" y="22411"/>
                </a:lnTo>
                <a:lnTo>
                  <a:pt x="8521510" y="22411"/>
                </a:lnTo>
                <a:lnTo>
                  <a:pt x="8521510" y="22411"/>
                </a:lnTo>
                <a:lnTo>
                  <a:pt x="8619271" y="22411"/>
                </a:lnTo>
                <a:lnTo>
                  <a:pt x="8619271" y="13781"/>
                </a:lnTo>
                <a:lnTo>
                  <a:pt x="8847381" y="13781"/>
                </a:lnTo>
                <a:lnTo>
                  <a:pt x="8847381" y="0"/>
                </a:lnTo>
                <a:lnTo>
                  <a:pt x="8961435" y="0"/>
                </a:lnTo>
                <a:lnTo>
                  <a:pt x="8961435" y="0"/>
                </a:lnTo>
                <a:lnTo>
                  <a:pt x="9645763" y="0"/>
                </a:lnTo>
                <a:lnTo>
                  <a:pt x="9645763" y="0"/>
                </a:lnTo>
                <a:lnTo>
                  <a:pt x="10330091" y="0"/>
                </a:lnTo>
                <a:lnTo>
                  <a:pt x="10330091" y="0"/>
                </a:lnTo>
              </a:path>
            </a:pathLst>
          </a:custGeom>
          <a:ln w="54202" cap="flat">
            <a:solidFill>
              <a:srgbClr val="B047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2" name="pl167">
            <a:extLst>
              <a:ext uri="{FF2B5EF4-FFF2-40B4-BE49-F238E27FC236}">
                <a16:creationId xmlns:a16="http://schemas.microsoft.com/office/drawing/2014/main" id="{084D6B64-171B-5591-8C72-6CB3231C54D4}"/>
              </a:ext>
            </a:extLst>
          </p:cNvPr>
          <p:cNvSpPr/>
          <p:nvPr/>
        </p:nvSpPr>
        <p:spPr>
          <a:xfrm>
            <a:off x="2756647" y="5346629"/>
            <a:ext cx="7049663" cy="337801"/>
          </a:xfrm>
          <a:custGeom>
            <a:avLst/>
            <a:gdLst/>
            <a:ahLst/>
            <a:cxnLst/>
            <a:rect l="0" t="0" r="0" b="0"/>
            <a:pathLst>
              <a:path w="10574494" h="506702">
                <a:moveTo>
                  <a:pt x="0" y="506702"/>
                </a:moveTo>
                <a:lnTo>
                  <a:pt x="162935" y="506702"/>
                </a:lnTo>
                <a:lnTo>
                  <a:pt x="162935" y="506702"/>
                </a:lnTo>
                <a:lnTo>
                  <a:pt x="325870" y="506702"/>
                </a:lnTo>
                <a:lnTo>
                  <a:pt x="325870" y="506702"/>
                </a:lnTo>
                <a:lnTo>
                  <a:pt x="456218" y="506702"/>
                </a:lnTo>
                <a:lnTo>
                  <a:pt x="456218" y="506702"/>
                </a:lnTo>
                <a:lnTo>
                  <a:pt x="912437" y="506702"/>
                </a:lnTo>
                <a:lnTo>
                  <a:pt x="912437" y="506702"/>
                </a:lnTo>
                <a:lnTo>
                  <a:pt x="993904" y="506702"/>
                </a:lnTo>
                <a:lnTo>
                  <a:pt x="993904" y="506702"/>
                </a:lnTo>
                <a:lnTo>
                  <a:pt x="1107959" y="506702"/>
                </a:lnTo>
                <a:lnTo>
                  <a:pt x="1107959" y="506702"/>
                </a:lnTo>
                <a:lnTo>
                  <a:pt x="1254601" y="506702"/>
                </a:lnTo>
                <a:lnTo>
                  <a:pt x="1254601" y="506702"/>
                </a:lnTo>
                <a:lnTo>
                  <a:pt x="1352362" y="506702"/>
                </a:lnTo>
                <a:lnTo>
                  <a:pt x="1352362" y="506702"/>
                </a:lnTo>
                <a:lnTo>
                  <a:pt x="1694526" y="506702"/>
                </a:lnTo>
                <a:lnTo>
                  <a:pt x="1694526" y="506702"/>
                </a:lnTo>
                <a:lnTo>
                  <a:pt x="1792287" y="506702"/>
                </a:lnTo>
                <a:lnTo>
                  <a:pt x="1792287" y="506702"/>
                </a:lnTo>
                <a:lnTo>
                  <a:pt x="1938928" y="506702"/>
                </a:lnTo>
                <a:lnTo>
                  <a:pt x="1938928" y="506702"/>
                </a:lnTo>
                <a:lnTo>
                  <a:pt x="2020396" y="506702"/>
                </a:lnTo>
                <a:lnTo>
                  <a:pt x="2020396" y="479511"/>
                </a:lnTo>
                <a:lnTo>
                  <a:pt x="2134451" y="479511"/>
                </a:lnTo>
                <a:lnTo>
                  <a:pt x="2134451" y="479511"/>
                </a:lnTo>
                <a:lnTo>
                  <a:pt x="2248505" y="479511"/>
                </a:lnTo>
                <a:lnTo>
                  <a:pt x="2248505" y="479511"/>
                </a:lnTo>
                <a:lnTo>
                  <a:pt x="2590669" y="479511"/>
                </a:lnTo>
                <a:lnTo>
                  <a:pt x="2590669" y="479511"/>
                </a:lnTo>
                <a:lnTo>
                  <a:pt x="2704724" y="479511"/>
                </a:lnTo>
                <a:lnTo>
                  <a:pt x="2704724" y="479511"/>
                </a:lnTo>
                <a:lnTo>
                  <a:pt x="2818778" y="479511"/>
                </a:lnTo>
                <a:lnTo>
                  <a:pt x="2818778" y="425376"/>
                </a:lnTo>
                <a:lnTo>
                  <a:pt x="2932833" y="425376"/>
                </a:lnTo>
                <a:lnTo>
                  <a:pt x="2932833" y="425376"/>
                </a:lnTo>
                <a:lnTo>
                  <a:pt x="3046888" y="425376"/>
                </a:lnTo>
                <a:lnTo>
                  <a:pt x="3046888" y="425376"/>
                </a:lnTo>
                <a:lnTo>
                  <a:pt x="3160942" y="425376"/>
                </a:lnTo>
                <a:lnTo>
                  <a:pt x="3160942" y="425376"/>
                </a:lnTo>
                <a:lnTo>
                  <a:pt x="3274997" y="425376"/>
                </a:lnTo>
                <a:lnTo>
                  <a:pt x="3274997" y="425376"/>
                </a:lnTo>
                <a:lnTo>
                  <a:pt x="3389052" y="425376"/>
                </a:lnTo>
                <a:lnTo>
                  <a:pt x="3389052" y="425376"/>
                </a:lnTo>
                <a:lnTo>
                  <a:pt x="3503106" y="425376"/>
                </a:lnTo>
                <a:lnTo>
                  <a:pt x="3503106" y="425376"/>
                </a:lnTo>
                <a:lnTo>
                  <a:pt x="3617161" y="425376"/>
                </a:lnTo>
                <a:lnTo>
                  <a:pt x="3617161" y="425376"/>
                </a:lnTo>
                <a:lnTo>
                  <a:pt x="4057086" y="425376"/>
                </a:lnTo>
                <a:lnTo>
                  <a:pt x="4057086" y="425376"/>
                </a:lnTo>
                <a:lnTo>
                  <a:pt x="4285195" y="425376"/>
                </a:lnTo>
                <a:lnTo>
                  <a:pt x="4285195" y="417368"/>
                </a:lnTo>
                <a:lnTo>
                  <a:pt x="4334076" y="417368"/>
                </a:lnTo>
                <a:lnTo>
                  <a:pt x="4334076" y="417368"/>
                </a:lnTo>
                <a:lnTo>
                  <a:pt x="4399250" y="417368"/>
                </a:lnTo>
                <a:lnTo>
                  <a:pt x="4399250" y="417368"/>
                </a:lnTo>
                <a:lnTo>
                  <a:pt x="4529598" y="417368"/>
                </a:lnTo>
                <a:lnTo>
                  <a:pt x="4529598" y="417368"/>
                </a:lnTo>
                <a:lnTo>
                  <a:pt x="4643653" y="417368"/>
                </a:lnTo>
                <a:lnTo>
                  <a:pt x="4643653" y="161844"/>
                </a:lnTo>
                <a:lnTo>
                  <a:pt x="4741414" y="161844"/>
                </a:lnTo>
                <a:lnTo>
                  <a:pt x="4741414" y="161844"/>
                </a:lnTo>
                <a:lnTo>
                  <a:pt x="4855468" y="161844"/>
                </a:lnTo>
                <a:lnTo>
                  <a:pt x="4855468" y="161844"/>
                </a:lnTo>
                <a:lnTo>
                  <a:pt x="5083578" y="161844"/>
                </a:lnTo>
                <a:lnTo>
                  <a:pt x="5083578" y="150731"/>
                </a:lnTo>
                <a:lnTo>
                  <a:pt x="5197632" y="150731"/>
                </a:lnTo>
                <a:lnTo>
                  <a:pt x="5197632" y="150731"/>
                </a:lnTo>
                <a:lnTo>
                  <a:pt x="5425742" y="150731"/>
                </a:lnTo>
                <a:lnTo>
                  <a:pt x="5425742" y="150731"/>
                </a:lnTo>
                <a:lnTo>
                  <a:pt x="5539796" y="150731"/>
                </a:lnTo>
                <a:lnTo>
                  <a:pt x="5539796" y="150731"/>
                </a:lnTo>
                <a:lnTo>
                  <a:pt x="5767905" y="150731"/>
                </a:lnTo>
                <a:lnTo>
                  <a:pt x="5767905" y="150731"/>
                </a:lnTo>
                <a:lnTo>
                  <a:pt x="5881960" y="150731"/>
                </a:lnTo>
                <a:lnTo>
                  <a:pt x="5881960" y="150731"/>
                </a:lnTo>
                <a:lnTo>
                  <a:pt x="5996015" y="150731"/>
                </a:lnTo>
                <a:lnTo>
                  <a:pt x="5996015" y="148496"/>
                </a:lnTo>
                <a:lnTo>
                  <a:pt x="6142656" y="148496"/>
                </a:lnTo>
                <a:lnTo>
                  <a:pt x="6142656" y="148496"/>
                </a:lnTo>
                <a:lnTo>
                  <a:pt x="6566288" y="148496"/>
                </a:lnTo>
                <a:lnTo>
                  <a:pt x="6566288" y="148496"/>
                </a:lnTo>
                <a:lnTo>
                  <a:pt x="6582581" y="148496"/>
                </a:lnTo>
                <a:lnTo>
                  <a:pt x="6582581" y="148496"/>
                </a:lnTo>
                <a:lnTo>
                  <a:pt x="6810691" y="148496"/>
                </a:lnTo>
                <a:lnTo>
                  <a:pt x="6810691" y="61708"/>
                </a:lnTo>
                <a:lnTo>
                  <a:pt x="6908452" y="61708"/>
                </a:lnTo>
                <a:lnTo>
                  <a:pt x="6908452" y="61708"/>
                </a:lnTo>
                <a:lnTo>
                  <a:pt x="7152855" y="61708"/>
                </a:lnTo>
                <a:lnTo>
                  <a:pt x="7152855" y="61708"/>
                </a:lnTo>
                <a:lnTo>
                  <a:pt x="7478725" y="61708"/>
                </a:lnTo>
                <a:lnTo>
                  <a:pt x="7478725" y="61708"/>
                </a:lnTo>
                <a:lnTo>
                  <a:pt x="7592780" y="61708"/>
                </a:lnTo>
                <a:lnTo>
                  <a:pt x="7592780" y="61708"/>
                </a:lnTo>
                <a:lnTo>
                  <a:pt x="7820889" y="61708"/>
                </a:lnTo>
                <a:lnTo>
                  <a:pt x="7820889" y="61708"/>
                </a:lnTo>
                <a:lnTo>
                  <a:pt x="8521510" y="61708"/>
                </a:lnTo>
                <a:lnTo>
                  <a:pt x="8521510" y="21976"/>
                </a:lnTo>
                <a:lnTo>
                  <a:pt x="8619271" y="21976"/>
                </a:lnTo>
                <a:lnTo>
                  <a:pt x="8619271" y="21976"/>
                </a:lnTo>
                <a:lnTo>
                  <a:pt x="9303599" y="21976"/>
                </a:lnTo>
                <a:lnTo>
                  <a:pt x="9303599" y="21976"/>
                </a:lnTo>
                <a:lnTo>
                  <a:pt x="9417654" y="21976"/>
                </a:lnTo>
                <a:lnTo>
                  <a:pt x="9417654" y="21976"/>
                </a:lnTo>
                <a:lnTo>
                  <a:pt x="9759818" y="21976"/>
                </a:lnTo>
                <a:lnTo>
                  <a:pt x="9759818" y="21976"/>
                </a:lnTo>
                <a:lnTo>
                  <a:pt x="10264917" y="21976"/>
                </a:lnTo>
                <a:lnTo>
                  <a:pt x="10264917" y="21976"/>
                </a:lnTo>
                <a:lnTo>
                  <a:pt x="10330091" y="21976"/>
                </a:lnTo>
                <a:lnTo>
                  <a:pt x="10330091" y="21976"/>
                </a:lnTo>
                <a:lnTo>
                  <a:pt x="10574494" y="21976"/>
                </a:lnTo>
                <a:lnTo>
                  <a:pt x="10574494" y="0"/>
                </a:lnTo>
              </a:path>
            </a:pathLst>
          </a:custGeom>
          <a:ln w="54202" cap="flat">
            <a:solidFill>
              <a:srgbClr val="73AE9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3" name="tx168">
            <a:extLst>
              <a:ext uri="{FF2B5EF4-FFF2-40B4-BE49-F238E27FC236}">
                <a16:creationId xmlns:a16="http://schemas.microsoft.com/office/drawing/2014/main" id="{E86828A3-16D9-D399-4CC4-9CEED8A7588D}"/>
              </a:ext>
            </a:extLst>
          </p:cNvPr>
          <p:cNvSpPr/>
          <p:nvPr/>
        </p:nvSpPr>
        <p:spPr>
          <a:xfrm>
            <a:off x="8888286" y="5530086"/>
            <a:ext cx="698915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38"/>
              </a:lnSpc>
            </a:pPr>
            <a:r>
              <a:rPr sz="1800" b="1" dirty="0">
                <a:solidFill>
                  <a:srgbClr val="73AE95">
                    <a:alpha val="100000"/>
                  </a:srgbClr>
                </a:solidFill>
                <a:latin typeface="Arial"/>
                <a:cs typeface="Arial"/>
              </a:rPr>
              <a:t>RCT: 8</a:t>
            </a:r>
            <a:r>
              <a:rPr lang="en-US" sz="1800" b="1" dirty="0">
                <a:solidFill>
                  <a:srgbClr val="73AE95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3AE95">
                    <a:alpha val="100000"/>
                  </a:srgbClr>
                </a:solidFill>
                <a:latin typeface="Arial"/>
                <a:cs typeface="Arial"/>
              </a:rPr>
              <a:t>162</a:t>
            </a:r>
          </a:p>
        </p:txBody>
      </p:sp>
      <p:sp>
        <p:nvSpPr>
          <p:cNvPr id="164" name="tx169">
            <a:extLst>
              <a:ext uri="{FF2B5EF4-FFF2-40B4-BE49-F238E27FC236}">
                <a16:creationId xmlns:a16="http://schemas.microsoft.com/office/drawing/2014/main" id="{24920B39-8CA0-C110-CC26-5DBB1D4B7889}"/>
              </a:ext>
            </a:extLst>
          </p:cNvPr>
          <p:cNvSpPr/>
          <p:nvPr/>
        </p:nvSpPr>
        <p:spPr>
          <a:xfrm>
            <a:off x="8921201" y="4352907"/>
            <a:ext cx="819459" cy="1070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38"/>
              </a:lnSpc>
            </a:pPr>
            <a:r>
              <a:rPr sz="1800" b="1" dirty="0">
                <a:solidFill>
                  <a:srgbClr val="B04782">
                    <a:alpha val="100000"/>
                  </a:srgbClr>
                </a:solidFill>
                <a:latin typeface="Arial"/>
                <a:cs typeface="Arial"/>
              </a:rPr>
              <a:t>RWS: 37</a:t>
            </a:r>
            <a:r>
              <a:rPr lang="en-US" sz="1800" b="1" dirty="0">
                <a:solidFill>
                  <a:srgbClr val="B04782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B04782">
                    <a:alpha val="100000"/>
                  </a:srgbClr>
                </a:solidFill>
                <a:latin typeface="Arial"/>
                <a:cs typeface="Arial"/>
              </a:rPr>
              <a:t>170</a:t>
            </a:r>
          </a:p>
        </p:txBody>
      </p:sp>
      <p:sp>
        <p:nvSpPr>
          <p:cNvPr id="165" name="rc170">
            <a:extLst>
              <a:ext uri="{FF2B5EF4-FFF2-40B4-BE49-F238E27FC236}">
                <a16:creationId xmlns:a16="http://schemas.microsoft.com/office/drawing/2014/main" id="{BAD0C584-28D4-74D8-1FE0-6EE811A08B58}"/>
              </a:ext>
            </a:extLst>
          </p:cNvPr>
          <p:cNvSpPr/>
          <p:nvPr/>
        </p:nvSpPr>
        <p:spPr>
          <a:xfrm>
            <a:off x="2604573" y="4069153"/>
            <a:ext cx="7549331" cy="1692195"/>
          </a:xfrm>
          <a:prstGeom prst="rect">
            <a:avLst/>
          </a:prstGeom>
          <a:ln w="27101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6" name="pl171">
            <a:extLst>
              <a:ext uri="{FF2B5EF4-FFF2-40B4-BE49-F238E27FC236}">
                <a16:creationId xmlns:a16="http://schemas.microsoft.com/office/drawing/2014/main" id="{21845E81-3A9B-3B2F-C854-E1CF46AF0F3E}"/>
              </a:ext>
            </a:extLst>
          </p:cNvPr>
          <p:cNvSpPr/>
          <p:nvPr/>
        </p:nvSpPr>
        <p:spPr>
          <a:xfrm>
            <a:off x="3202003" y="366164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7" name="pl172">
            <a:extLst>
              <a:ext uri="{FF2B5EF4-FFF2-40B4-BE49-F238E27FC236}">
                <a16:creationId xmlns:a16="http://schemas.microsoft.com/office/drawing/2014/main" id="{D5B1A094-99DF-6A67-6190-23F746CFCEDC}"/>
              </a:ext>
            </a:extLst>
          </p:cNvPr>
          <p:cNvSpPr/>
          <p:nvPr/>
        </p:nvSpPr>
        <p:spPr>
          <a:xfrm>
            <a:off x="4288237" y="366164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8" name="pl173">
            <a:extLst>
              <a:ext uri="{FF2B5EF4-FFF2-40B4-BE49-F238E27FC236}">
                <a16:creationId xmlns:a16="http://schemas.microsoft.com/office/drawing/2014/main" id="{65EBB74A-1BEF-97A0-6940-64F772E4F82A}"/>
              </a:ext>
            </a:extLst>
          </p:cNvPr>
          <p:cNvSpPr/>
          <p:nvPr/>
        </p:nvSpPr>
        <p:spPr>
          <a:xfrm>
            <a:off x="5374472" y="366164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69" name="pl174">
            <a:extLst>
              <a:ext uri="{FF2B5EF4-FFF2-40B4-BE49-F238E27FC236}">
                <a16:creationId xmlns:a16="http://schemas.microsoft.com/office/drawing/2014/main" id="{04337FCC-572E-5DDF-ADAF-896DCCAD1026}"/>
              </a:ext>
            </a:extLst>
          </p:cNvPr>
          <p:cNvSpPr/>
          <p:nvPr/>
        </p:nvSpPr>
        <p:spPr>
          <a:xfrm>
            <a:off x="6460707" y="366164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70" name="pl175">
            <a:extLst>
              <a:ext uri="{FF2B5EF4-FFF2-40B4-BE49-F238E27FC236}">
                <a16:creationId xmlns:a16="http://schemas.microsoft.com/office/drawing/2014/main" id="{DE86780A-0CBA-2A7C-AAE8-AC8E0058437D}"/>
              </a:ext>
            </a:extLst>
          </p:cNvPr>
          <p:cNvSpPr/>
          <p:nvPr/>
        </p:nvSpPr>
        <p:spPr>
          <a:xfrm>
            <a:off x="7546941" y="366164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71" name="pl176">
            <a:extLst>
              <a:ext uri="{FF2B5EF4-FFF2-40B4-BE49-F238E27FC236}">
                <a16:creationId xmlns:a16="http://schemas.microsoft.com/office/drawing/2014/main" id="{DE08D5D1-1705-8B78-980A-E91739B08A57}"/>
              </a:ext>
            </a:extLst>
          </p:cNvPr>
          <p:cNvSpPr/>
          <p:nvPr/>
        </p:nvSpPr>
        <p:spPr>
          <a:xfrm>
            <a:off x="8633176" y="366164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72" name="pl177">
            <a:extLst>
              <a:ext uri="{FF2B5EF4-FFF2-40B4-BE49-F238E27FC236}">
                <a16:creationId xmlns:a16="http://schemas.microsoft.com/office/drawing/2014/main" id="{BAA707F6-DE63-AABB-07BE-BC7659824704}"/>
              </a:ext>
            </a:extLst>
          </p:cNvPr>
          <p:cNvSpPr/>
          <p:nvPr/>
        </p:nvSpPr>
        <p:spPr>
          <a:xfrm>
            <a:off x="9719411" y="366164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73" name="tx178">
            <a:extLst>
              <a:ext uri="{FF2B5EF4-FFF2-40B4-BE49-F238E27FC236}">
                <a16:creationId xmlns:a16="http://schemas.microsoft.com/office/drawing/2014/main" id="{4F6B36C1-798F-91C6-4901-6B3C02FC237C}"/>
              </a:ext>
            </a:extLst>
          </p:cNvPr>
          <p:cNvSpPr/>
          <p:nvPr/>
        </p:nvSpPr>
        <p:spPr>
          <a:xfrm>
            <a:off x="3077691" y="3803273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174" name="tx179">
            <a:extLst>
              <a:ext uri="{FF2B5EF4-FFF2-40B4-BE49-F238E27FC236}">
                <a16:creationId xmlns:a16="http://schemas.microsoft.com/office/drawing/2014/main" id="{0E7BA96F-649B-A643-B8C8-6D216683229E}"/>
              </a:ext>
            </a:extLst>
          </p:cNvPr>
          <p:cNvSpPr/>
          <p:nvPr/>
        </p:nvSpPr>
        <p:spPr>
          <a:xfrm>
            <a:off x="4163926" y="3803201"/>
            <a:ext cx="248622" cy="1089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300</a:t>
            </a:r>
          </a:p>
        </p:txBody>
      </p:sp>
      <p:sp>
        <p:nvSpPr>
          <p:cNvPr id="175" name="tx180">
            <a:extLst>
              <a:ext uri="{FF2B5EF4-FFF2-40B4-BE49-F238E27FC236}">
                <a16:creationId xmlns:a16="http://schemas.microsoft.com/office/drawing/2014/main" id="{6786C82A-EDB3-CBCF-FA04-114F519C92BB}"/>
              </a:ext>
            </a:extLst>
          </p:cNvPr>
          <p:cNvSpPr/>
          <p:nvPr/>
        </p:nvSpPr>
        <p:spPr>
          <a:xfrm>
            <a:off x="5250161" y="3803273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400</a:t>
            </a:r>
          </a:p>
        </p:txBody>
      </p:sp>
      <p:sp>
        <p:nvSpPr>
          <p:cNvPr id="176" name="tx181">
            <a:extLst>
              <a:ext uri="{FF2B5EF4-FFF2-40B4-BE49-F238E27FC236}">
                <a16:creationId xmlns:a16="http://schemas.microsoft.com/office/drawing/2014/main" id="{89ADB52F-4C18-90C4-1C0D-D6CD221CFB90}"/>
              </a:ext>
            </a:extLst>
          </p:cNvPr>
          <p:cNvSpPr/>
          <p:nvPr/>
        </p:nvSpPr>
        <p:spPr>
          <a:xfrm>
            <a:off x="6336395" y="3803273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500</a:t>
            </a:r>
          </a:p>
        </p:txBody>
      </p:sp>
      <p:sp>
        <p:nvSpPr>
          <p:cNvPr id="177" name="tx182">
            <a:extLst>
              <a:ext uri="{FF2B5EF4-FFF2-40B4-BE49-F238E27FC236}">
                <a16:creationId xmlns:a16="http://schemas.microsoft.com/office/drawing/2014/main" id="{AA1DD11A-1B72-9223-6F41-AE728D7EE289}"/>
              </a:ext>
            </a:extLst>
          </p:cNvPr>
          <p:cNvSpPr/>
          <p:nvPr/>
        </p:nvSpPr>
        <p:spPr>
          <a:xfrm>
            <a:off x="7422630" y="3803273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600</a:t>
            </a:r>
          </a:p>
        </p:txBody>
      </p:sp>
      <p:sp>
        <p:nvSpPr>
          <p:cNvPr id="178" name="tx183">
            <a:extLst>
              <a:ext uri="{FF2B5EF4-FFF2-40B4-BE49-F238E27FC236}">
                <a16:creationId xmlns:a16="http://schemas.microsoft.com/office/drawing/2014/main" id="{040D774C-D052-6BF4-8EFD-FCBB350CAE6C}"/>
              </a:ext>
            </a:extLst>
          </p:cNvPr>
          <p:cNvSpPr/>
          <p:nvPr/>
        </p:nvSpPr>
        <p:spPr>
          <a:xfrm>
            <a:off x="8508865" y="3803273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700</a:t>
            </a:r>
          </a:p>
        </p:txBody>
      </p:sp>
      <p:sp>
        <p:nvSpPr>
          <p:cNvPr id="179" name="tx184">
            <a:extLst>
              <a:ext uri="{FF2B5EF4-FFF2-40B4-BE49-F238E27FC236}">
                <a16:creationId xmlns:a16="http://schemas.microsoft.com/office/drawing/2014/main" id="{2207C0C9-BB1C-EB8B-6B6F-E7B58F86264B}"/>
              </a:ext>
            </a:extLst>
          </p:cNvPr>
          <p:cNvSpPr/>
          <p:nvPr/>
        </p:nvSpPr>
        <p:spPr>
          <a:xfrm>
            <a:off x="9595099" y="3803273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800</a:t>
            </a:r>
          </a:p>
        </p:txBody>
      </p:sp>
      <p:sp>
        <p:nvSpPr>
          <p:cNvPr id="180" name="pl185">
            <a:extLst>
              <a:ext uri="{FF2B5EF4-FFF2-40B4-BE49-F238E27FC236}">
                <a16:creationId xmlns:a16="http://schemas.microsoft.com/office/drawing/2014/main" id="{865E85E3-F380-D6AA-1CED-2CA6A82004A4}"/>
              </a:ext>
            </a:extLst>
          </p:cNvPr>
          <p:cNvSpPr/>
          <p:nvPr/>
        </p:nvSpPr>
        <p:spPr>
          <a:xfrm>
            <a:off x="3202003" y="576134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81" name="pl186">
            <a:extLst>
              <a:ext uri="{FF2B5EF4-FFF2-40B4-BE49-F238E27FC236}">
                <a16:creationId xmlns:a16="http://schemas.microsoft.com/office/drawing/2014/main" id="{293FAAAA-98BC-916E-B716-356E8FDB5DBA}"/>
              </a:ext>
            </a:extLst>
          </p:cNvPr>
          <p:cNvSpPr/>
          <p:nvPr/>
        </p:nvSpPr>
        <p:spPr>
          <a:xfrm>
            <a:off x="4288237" y="576134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82" name="pl187">
            <a:extLst>
              <a:ext uri="{FF2B5EF4-FFF2-40B4-BE49-F238E27FC236}">
                <a16:creationId xmlns:a16="http://schemas.microsoft.com/office/drawing/2014/main" id="{081F5204-8237-D729-880B-A01EB0925B48}"/>
              </a:ext>
            </a:extLst>
          </p:cNvPr>
          <p:cNvSpPr/>
          <p:nvPr/>
        </p:nvSpPr>
        <p:spPr>
          <a:xfrm>
            <a:off x="5374472" y="576134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83" name="pl188">
            <a:extLst>
              <a:ext uri="{FF2B5EF4-FFF2-40B4-BE49-F238E27FC236}">
                <a16:creationId xmlns:a16="http://schemas.microsoft.com/office/drawing/2014/main" id="{1A23A023-224D-0FC2-9801-EF9338798106}"/>
              </a:ext>
            </a:extLst>
          </p:cNvPr>
          <p:cNvSpPr/>
          <p:nvPr/>
        </p:nvSpPr>
        <p:spPr>
          <a:xfrm>
            <a:off x="6460707" y="576134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84" name="pl189">
            <a:extLst>
              <a:ext uri="{FF2B5EF4-FFF2-40B4-BE49-F238E27FC236}">
                <a16:creationId xmlns:a16="http://schemas.microsoft.com/office/drawing/2014/main" id="{4987F9B8-6711-C813-92D8-6B91B6E89507}"/>
              </a:ext>
            </a:extLst>
          </p:cNvPr>
          <p:cNvSpPr/>
          <p:nvPr/>
        </p:nvSpPr>
        <p:spPr>
          <a:xfrm>
            <a:off x="7546941" y="576134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85" name="pl190">
            <a:extLst>
              <a:ext uri="{FF2B5EF4-FFF2-40B4-BE49-F238E27FC236}">
                <a16:creationId xmlns:a16="http://schemas.microsoft.com/office/drawing/2014/main" id="{4398F7BA-E365-539D-ED2E-6902B20B9A7C}"/>
              </a:ext>
            </a:extLst>
          </p:cNvPr>
          <p:cNvSpPr/>
          <p:nvPr/>
        </p:nvSpPr>
        <p:spPr>
          <a:xfrm>
            <a:off x="8633176" y="576134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86" name="pl191">
            <a:extLst>
              <a:ext uri="{FF2B5EF4-FFF2-40B4-BE49-F238E27FC236}">
                <a16:creationId xmlns:a16="http://schemas.microsoft.com/office/drawing/2014/main" id="{66A8A54C-164E-5DF9-9E46-87D8C7ADC57E}"/>
              </a:ext>
            </a:extLst>
          </p:cNvPr>
          <p:cNvSpPr/>
          <p:nvPr/>
        </p:nvSpPr>
        <p:spPr>
          <a:xfrm>
            <a:off x="9719411" y="576134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187" name="tx199">
            <a:extLst>
              <a:ext uri="{FF2B5EF4-FFF2-40B4-BE49-F238E27FC236}">
                <a16:creationId xmlns:a16="http://schemas.microsoft.com/office/drawing/2014/main" id="{F2F434ED-3C4F-3678-2A0D-A810D92C57EF}"/>
              </a:ext>
            </a:extLst>
          </p:cNvPr>
          <p:cNvSpPr/>
          <p:nvPr/>
        </p:nvSpPr>
        <p:spPr>
          <a:xfrm>
            <a:off x="5796297" y="6173047"/>
            <a:ext cx="1211279" cy="1725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67"/>
              </a:lnSpc>
            </a:pPr>
            <a:r>
              <a:rPr sz="2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Pandemic Day</a:t>
            </a:r>
          </a:p>
        </p:txBody>
      </p:sp>
      <p:sp>
        <p:nvSpPr>
          <p:cNvPr id="188" name="tx178">
            <a:extLst>
              <a:ext uri="{FF2B5EF4-FFF2-40B4-BE49-F238E27FC236}">
                <a16:creationId xmlns:a16="http://schemas.microsoft.com/office/drawing/2014/main" id="{4E45D266-D02E-B9C3-8B21-ACA3C6C233FC}"/>
              </a:ext>
            </a:extLst>
          </p:cNvPr>
          <p:cNvSpPr/>
          <p:nvPr/>
        </p:nvSpPr>
        <p:spPr>
          <a:xfrm>
            <a:off x="3092071" y="5905236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200</a:t>
            </a:r>
            <a:endParaRPr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89" name="tx179">
            <a:extLst>
              <a:ext uri="{FF2B5EF4-FFF2-40B4-BE49-F238E27FC236}">
                <a16:creationId xmlns:a16="http://schemas.microsoft.com/office/drawing/2014/main" id="{543D4C22-9F70-70F1-4D9E-3F592BDFABC7}"/>
              </a:ext>
            </a:extLst>
          </p:cNvPr>
          <p:cNvSpPr/>
          <p:nvPr/>
        </p:nvSpPr>
        <p:spPr>
          <a:xfrm>
            <a:off x="4178306" y="5905164"/>
            <a:ext cx="248622" cy="1089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300</a:t>
            </a:r>
          </a:p>
        </p:txBody>
      </p:sp>
      <p:sp>
        <p:nvSpPr>
          <p:cNvPr id="190" name="tx180">
            <a:extLst>
              <a:ext uri="{FF2B5EF4-FFF2-40B4-BE49-F238E27FC236}">
                <a16:creationId xmlns:a16="http://schemas.microsoft.com/office/drawing/2014/main" id="{9F5F068B-D131-317B-8C76-D42ED74237C9}"/>
              </a:ext>
            </a:extLst>
          </p:cNvPr>
          <p:cNvSpPr/>
          <p:nvPr/>
        </p:nvSpPr>
        <p:spPr>
          <a:xfrm>
            <a:off x="5264541" y="5905236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4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400</a:t>
            </a:r>
            <a:endParaRPr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91" name="tx181">
            <a:extLst>
              <a:ext uri="{FF2B5EF4-FFF2-40B4-BE49-F238E27FC236}">
                <a16:creationId xmlns:a16="http://schemas.microsoft.com/office/drawing/2014/main" id="{060985CC-ADCA-E517-14F3-7F17746DF98C}"/>
              </a:ext>
            </a:extLst>
          </p:cNvPr>
          <p:cNvSpPr/>
          <p:nvPr/>
        </p:nvSpPr>
        <p:spPr>
          <a:xfrm>
            <a:off x="6350775" y="5905236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500</a:t>
            </a:r>
            <a:endParaRPr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92" name="tx182">
            <a:extLst>
              <a:ext uri="{FF2B5EF4-FFF2-40B4-BE49-F238E27FC236}">
                <a16:creationId xmlns:a16="http://schemas.microsoft.com/office/drawing/2014/main" id="{EDAA74DF-BC09-F16F-B579-7CFE9449900E}"/>
              </a:ext>
            </a:extLst>
          </p:cNvPr>
          <p:cNvSpPr/>
          <p:nvPr/>
        </p:nvSpPr>
        <p:spPr>
          <a:xfrm>
            <a:off x="7437010" y="5905236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600</a:t>
            </a:r>
            <a:endParaRPr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93" name="tx183">
            <a:extLst>
              <a:ext uri="{FF2B5EF4-FFF2-40B4-BE49-F238E27FC236}">
                <a16:creationId xmlns:a16="http://schemas.microsoft.com/office/drawing/2014/main" id="{E2F5E639-4055-0CDC-FA32-D4499B499C11}"/>
              </a:ext>
            </a:extLst>
          </p:cNvPr>
          <p:cNvSpPr/>
          <p:nvPr/>
        </p:nvSpPr>
        <p:spPr>
          <a:xfrm>
            <a:off x="8523245" y="5905236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700</a:t>
            </a:r>
            <a:endParaRPr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94" name="tx184">
            <a:extLst>
              <a:ext uri="{FF2B5EF4-FFF2-40B4-BE49-F238E27FC236}">
                <a16:creationId xmlns:a16="http://schemas.microsoft.com/office/drawing/2014/main" id="{F7F2416F-286D-5778-0B7C-DEA2F7D9DAF9}"/>
              </a:ext>
            </a:extLst>
          </p:cNvPr>
          <p:cNvSpPr/>
          <p:nvPr/>
        </p:nvSpPr>
        <p:spPr>
          <a:xfrm>
            <a:off x="9609479" y="5905236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800</a:t>
            </a:r>
            <a:endParaRPr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95" name="tx26">
            <a:extLst>
              <a:ext uri="{FF2B5EF4-FFF2-40B4-BE49-F238E27FC236}">
                <a16:creationId xmlns:a16="http://schemas.microsoft.com/office/drawing/2014/main" id="{FC5F1131-7943-C291-E905-4D0FBA403AD4}"/>
              </a:ext>
            </a:extLst>
          </p:cNvPr>
          <p:cNvSpPr/>
          <p:nvPr/>
        </p:nvSpPr>
        <p:spPr>
          <a:xfrm>
            <a:off x="2245439" y="622825"/>
            <a:ext cx="2161748" cy="16545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6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Tocilizumab</a:t>
            </a:r>
            <a:endParaRPr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0" name="rc3">
            <a:extLst>
              <a:ext uri="{FF2B5EF4-FFF2-40B4-BE49-F238E27FC236}">
                <a16:creationId xmlns:a16="http://schemas.microsoft.com/office/drawing/2014/main" id="{5BEF3D40-664A-B229-44E7-C5D761BDEA9A}"/>
              </a:ext>
            </a:extLst>
          </p:cNvPr>
          <p:cNvSpPr/>
          <p:nvPr/>
        </p:nvSpPr>
        <p:spPr>
          <a:xfrm>
            <a:off x="1965496" y="6584952"/>
            <a:ext cx="8301380" cy="5729817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51" name="tx4">
            <a:extLst>
              <a:ext uri="{FF2B5EF4-FFF2-40B4-BE49-F238E27FC236}">
                <a16:creationId xmlns:a16="http://schemas.microsoft.com/office/drawing/2014/main" id="{A4299C45-5FEC-FA04-E163-C5201D7BE5AF}"/>
              </a:ext>
            </a:extLst>
          </p:cNvPr>
          <p:cNvSpPr/>
          <p:nvPr/>
        </p:nvSpPr>
        <p:spPr>
          <a:xfrm>
            <a:off x="2292705" y="9625529"/>
            <a:ext cx="248549" cy="1103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1/4</a:t>
            </a:r>
          </a:p>
        </p:txBody>
      </p:sp>
      <p:sp>
        <p:nvSpPr>
          <p:cNvPr id="552" name="tx5">
            <a:extLst>
              <a:ext uri="{FF2B5EF4-FFF2-40B4-BE49-F238E27FC236}">
                <a16:creationId xmlns:a16="http://schemas.microsoft.com/office/drawing/2014/main" id="{88928455-F3D0-47BF-B022-5C92E03DAE7A}"/>
              </a:ext>
            </a:extLst>
          </p:cNvPr>
          <p:cNvSpPr/>
          <p:nvPr/>
        </p:nvSpPr>
        <p:spPr>
          <a:xfrm>
            <a:off x="2292705" y="8954626"/>
            <a:ext cx="248549" cy="1103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1/2</a:t>
            </a:r>
          </a:p>
        </p:txBody>
      </p:sp>
      <p:sp>
        <p:nvSpPr>
          <p:cNvPr id="553" name="tx6">
            <a:extLst>
              <a:ext uri="{FF2B5EF4-FFF2-40B4-BE49-F238E27FC236}">
                <a16:creationId xmlns:a16="http://schemas.microsoft.com/office/drawing/2014/main" id="{26DE906A-720D-5040-E91D-87A3B944A4C4}"/>
              </a:ext>
            </a:extLst>
          </p:cNvPr>
          <p:cNvSpPr/>
          <p:nvPr/>
        </p:nvSpPr>
        <p:spPr>
          <a:xfrm>
            <a:off x="2458380" y="8286925"/>
            <a:ext cx="82874" cy="10710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54" name="tx7">
            <a:extLst>
              <a:ext uri="{FF2B5EF4-FFF2-40B4-BE49-F238E27FC236}">
                <a16:creationId xmlns:a16="http://schemas.microsoft.com/office/drawing/2014/main" id="{28CC0DD3-62D6-47CA-0BE9-49C2BA7C6CF2}"/>
              </a:ext>
            </a:extLst>
          </p:cNvPr>
          <p:cNvSpPr/>
          <p:nvPr/>
        </p:nvSpPr>
        <p:spPr>
          <a:xfrm>
            <a:off x="2458380" y="7616022"/>
            <a:ext cx="82874" cy="10710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55" name="tx8">
            <a:extLst>
              <a:ext uri="{FF2B5EF4-FFF2-40B4-BE49-F238E27FC236}">
                <a16:creationId xmlns:a16="http://schemas.microsoft.com/office/drawing/2014/main" id="{4F7B019C-B4D1-8E5E-B3BD-C81452CEFEC0}"/>
              </a:ext>
            </a:extLst>
          </p:cNvPr>
          <p:cNvSpPr/>
          <p:nvPr/>
        </p:nvSpPr>
        <p:spPr>
          <a:xfrm>
            <a:off x="2375579" y="7221677"/>
            <a:ext cx="165675" cy="1089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 3</a:t>
            </a:r>
          </a:p>
        </p:txBody>
      </p:sp>
      <p:sp>
        <p:nvSpPr>
          <p:cNvPr id="556" name="tx9">
            <a:extLst>
              <a:ext uri="{FF2B5EF4-FFF2-40B4-BE49-F238E27FC236}">
                <a16:creationId xmlns:a16="http://schemas.microsoft.com/office/drawing/2014/main" id="{38616DC6-C885-D4B5-933B-97DBF72B5875}"/>
              </a:ext>
            </a:extLst>
          </p:cNvPr>
          <p:cNvSpPr/>
          <p:nvPr/>
        </p:nvSpPr>
        <p:spPr>
          <a:xfrm>
            <a:off x="2375579" y="6945555"/>
            <a:ext cx="165675" cy="10666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 4</a:t>
            </a:r>
          </a:p>
        </p:txBody>
      </p:sp>
      <p:sp>
        <p:nvSpPr>
          <p:cNvPr id="557" name="pl10">
            <a:extLst>
              <a:ext uri="{FF2B5EF4-FFF2-40B4-BE49-F238E27FC236}">
                <a16:creationId xmlns:a16="http://schemas.microsoft.com/office/drawing/2014/main" id="{4ADB353F-596B-7B07-66F8-58BC8EEF7351}"/>
              </a:ext>
            </a:extLst>
          </p:cNvPr>
          <p:cNvSpPr/>
          <p:nvPr/>
        </p:nvSpPr>
        <p:spPr>
          <a:xfrm>
            <a:off x="2578368" y="9682501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58" name="pl11">
            <a:extLst>
              <a:ext uri="{FF2B5EF4-FFF2-40B4-BE49-F238E27FC236}">
                <a16:creationId xmlns:a16="http://schemas.microsoft.com/office/drawing/2014/main" id="{B8B7D5C3-ACFF-240B-E54E-81645954D19E}"/>
              </a:ext>
            </a:extLst>
          </p:cNvPr>
          <p:cNvSpPr/>
          <p:nvPr/>
        </p:nvSpPr>
        <p:spPr>
          <a:xfrm>
            <a:off x="2578368" y="9011597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59" name="pl12">
            <a:extLst>
              <a:ext uri="{FF2B5EF4-FFF2-40B4-BE49-F238E27FC236}">
                <a16:creationId xmlns:a16="http://schemas.microsoft.com/office/drawing/2014/main" id="{05ABECC7-78F8-70FC-8A70-6CDAB6D64BF3}"/>
              </a:ext>
            </a:extLst>
          </p:cNvPr>
          <p:cNvSpPr/>
          <p:nvPr/>
        </p:nvSpPr>
        <p:spPr>
          <a:xfrm>
            <a:off x="2578368" y="8340695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60" name="pl13">
            <a:extLst>
              <a:ext uri="{FF2B5EF4-FFF2-40B4-BE49-F238E27FC236}">
                <a16:creationId xmlns:a16="http://schemas.microsoft.com/office/drawing/2014/main" id="{51613883-20FC-C047-F53C-C80AAE1555AB}"/>
              </a:ext>
            </a:extLst>
          </p:cNvPr>
          <p:cNvSpPr/>
          <p:nvPr/>
        </p:nvSpPr>
        <p:spPr>
          <a:xfrm>
            <a:off x="2578368" y="7669791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61" name="pl14">
            <a:extLst>
              <a:ext uri="{FF2B5EF4-FFF2-40B4-BE49-F238E27FC236}">
                <a16:creationId xmlns:a16="http://schemas.microsoft.com/office/drawing/2014/main" id="{69EA24E6-A477-2755-E573-AA07CBD7FD6E}"/>
              </a:ext>
            </a:extLst>
          </p:cNvPr>
          <p:cNvSpPr/>
          <p:nvPr/>
        </p:nvSpPr>
        <p:spPr>
          <a:xfrm>
            <a:off x="2578368" y="7277339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62" name="pl15">
            <a:extLst>
              <a:ext uri="{FF2B5EF4-FFF2-40B4-BE49-F238E27FC236}">
                <a16:creationId xmlns:a16="http://schemas.microsoft.com/office/drawing/2014/main" id="{5B522DA0-E8AD-98E4-5669-9871BE20A720}"/>
              </a:ext>
            </a:extLst>
          </p:cNvPr>
          <p:cNvSpPr/>
          <p:nvPr/>
        </p:nvSpPr>
        <p:spPr>
          <a:xfrm>
            <a:off x="2578368" y="6998889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63" name="tx16">
            <a:extLst>
              <a:ext uri="{FF2B5EF4-FFF2-40B4-BE49-F238E27FC236}">
                <a16:creationId xmlns:a16="http://schemas.microsoft.com/office/drawing/2014/main" id="{CC02E5FA-14D5-8661-41E8-F08E4A6230F7}"/>
              </a:ext>
            </a:extLst>
          </p:cNvPr>
          <p:cNvSpPr/>
          <p:nvPr/>
        </p:nvSpPr>
        <p:spPr>
          <a:xfrm rot="16200000">
            <a:off x="1310933" y="8259759"/>
            <a:ext cx="1656573" cy="137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67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Odds-ratio for death</a:t>
            </a:r>
          </a:p>
        </p:txBody>
      </p:sp>
      <p:sp>
        <p:nvSpPr>
          <p:cNvPr id="564" name="tx17">
            <a:extLst>
              <a:ext uri="{FF2B5EF4-FFF2-40B4-BE49-F238E27FC236}">
                <a16:creationId xmlns:a16="http://schemas.microsoft.com/office/drawing/2014/main" id="{DD227126-BE83-F7AC-5E53-1EE012311B46}"/>
              </a:ext>
            </a:extLst>
          </p:cNvPr>
          <p:cNvSpPr/>
          <p:nvPr/>
        </p:nvSpPr>
        <p:spPr>
          <a:xfrm>
            <a:off x="2458380" y="11649702"/>
            <a:ext cx="82874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65" name="tx18">
            <a:extLst>
              <a:ext uri="{FF2B5EF4-FFF2-40B4-BE49-F238E27FC236}">
                <a16:creationId xmlns:a16="http://schemas.microsoft.com/office/drawing/2014/main" id="{2DC03391-7E72-ED97-9069-458A51B0C7FC}"/>
              </a:ext>
            </a:extLst>
          </p:cNvPr>
          <p:cNvSpPr/>
          <p:nvPr/>
        </p:nvSpPr>
        <p:spPr>
          <a:xfrm>
            <a:off x="2358989" y="11244581"/>
            <a:ext cx="182265" cy="1084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5K</a:t>
            </a:r>
          </a:p>
        </p:txBody>
      </p:sp>
      <p:sp>
        <p:nvSpPr>
          <p:cNvPr id="566" name="tx19">
            <a:extLst>
              <a:ext uri="{FF2B5EF4-FFF2-40B4-BE49-F238E27FC236}">
                <a16:creationId xmlns:a16="http://schemas.microsoft.com/office/drawing/2014/main" id="{7E2ADE74-B141-10CB-1A11-3B4366E0F3B7}"/>
              </a:ext>
            </a:extLst>
          </p:cNvPr>
          <p:cNvSpPr/>
          <p:nvPr/>
        </p:nvSpPr>
        <p:spPr>
          <a:xfrm>
            <a:off x="2276115" y="10838588"/>
            <a:ext cx="265139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10K</a:t>
            </a:r>
          </a:p>
        </p:txBody>
      </p:sp>
      <p:sp>
        <p:nvSpPr>
          <p:cNvPr id="567" name="tx20">
            <a:extLst>
              <a:ext uri="{FF2B5EF4-FFF2-40B4-BE49-F238E27FC236}">
                <a16:creationId xmlns:a16="http://schemas.microsoft.com/office/drawing/2014/main" id="{A9D01ECE-FBAA-A017-0E0B-67EB6B754661}"/>
              </a:ext>
            </a:extLst>
          </p:cNvPr>
          <p:cNvSpPr/>
          <p:nvPr/>
        </p:nvSpPr>
        <p:spPr>
          <a:xfrm>
            <a:off x="2276115" y="10433030"/>
            <a:ext cx="265139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1173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15K</a:t>
            </a:r>
          </a:p>
        </p:txBody>
      </p:sp>
      <p:sp>
        <p:nvSpPr>
          <p:cNvPr id="568" name="pl21">
            <a:extLst>
              <a:ext uri="{FF2B5EF4-FFF2-40B4-BE49-F238E27FC236}">
                <a16:creationId xmlns:a16="http://schemas.microsoft.com/office/drawing/2014/main" id="{A1D4A55C-3824-C515-163A-94F020831E6B}"/>
              </a:ext>
            </a:extLst>
          </p:cNvPr>
          <p:cNvSpPr/>
          <p:nvPr/>
        </p:nvSpPr>
        <p:spPr>
          <a:xfrm>
            <a:off x="2578368" y="11705290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69" name="pl22">
            <a:extLst>
              <a:ext uri="{FF2B5EF4-FFF2-40B4-BE49-F238E27FC236}">
                <a16:creationId xmlns:a16="http://schemas.microsoft.com/office/drawing/2014/main" id="{A32217D7-E6C2-E513-3A7A-2246E4726ADF}"/>
              </a:ext>
            </a:extLst>
          </p:cNvPr>
          <p:cNvSpPr/>
          <p:nvPr/>
        </p:nvSpPr>
        <p:spPr>
          <a:xfrm>
            <a:off x="2578368" y="11299733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70" name="pl23">
            <a:extLst>
              <a:ext uri="{FF2B5EF4-FFF2-40B4-BE49-F238E27FC236}">
                <a16:creationId xmlns:a16="http://schemas.microsoft.com/office/drawing/2014/main" id="{D1B962A3-4915-7DFC-D512-090145A49A6C}"/>
              </a:ext>
            </a:extLst>
          </p:cNvPr>
          <p:cNvSpPr/>
          <p:nvPr/>
        </p:nvSpPr>
        <p:spPr>
          <a:xfrm>
            <a:off x="2578368" y="10894176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71" name="pl24">
            <a:extLst>
              <a:ext uri="{FF2B5EF4-FFF2-40B4-BE49-F238E27FC236}">
                <a16:creationId xmlns:a16="http://schemas.microsoft.com/office/drawing/2014/main" id="{776C36FF-F28E-2A46-03E3-EA26B70090C8}"/>
              </a:ext>
            </a:extLst>
          </p:cNvPr>
          <p:cNvSpPr/>
          <p:nvPr/>
        </p:nvSpPr>
        <p:spPr>
          <a:xfrm>
            <a:off x="2578368" y="10488619"/>
            <a:ext cx="46393" cy="0"/>
          </a:xfrm>
          <a:custGeom>
            <a:avLst/>
            <a:gdLst/>
            <a:ahLst/>
            <a:cxnLst/>
            <a:rect l="0" t="0" r="0" b="0"/>
            <a:pathLst>
              <a:path w="69589">
                <a:moveTo>
                  <a:pt x="0" y="0"/>
                </a:moveTo>
                <a:lnTo>
                  <a:pt x="69589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72" name="tx25">
            <a:extLst>
              <a:ext uri="{FF2B5EF4-FFF2-40B4-BE49-F238E27FC236}">
                <a16:creationId xmlns:a16="http://schemas.microsoft.com/office/drawing/2014/main" id="{0B9D1645-D558-D393-DEB6-8DAE694A4B03}"/>
              </a:ext>
            </a:extLst>
          </p:cNvPr>
          <p:cNvSpPr/>
          <p:nvPr/>
        </p:nvSpPr>
        <p:spPr>
          <a:xfrm rot="16200000">
            <a:off x="1563694" y="10867170"/>
            <a:ext cx="1117963" cy="13788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67"/>
              </a:lnSpc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Cumulative N</a:t>
            </a:r>
          </a:p>
        </p:txBody>
      </p:sp>
      <p:sp>
        <p:nvSpPr>
          <p:cNvPr id="573" name="tx26">
            <a:extLst>
              <a:ext uri="{FF2B5EF4-FFF2-40B4-BE49-F238E27FC236}">
                <a16:creationId xmlns:a16="http://schemas.microsoft.com/office/drawing/2014/main" id="{73FB95A7-659C-A085-1527-23F547957D55}"/>
              </a:ext>
            </a:extLst>
          </p:cNvPr>
          <p:cNvSpPr/>
          <p:nvPr/>
        </p:nvSpPr>
        <p:spPr>
          <a:xfrm>
            <a:off x="2950489" y="6663438"/>
            <a:ext cx="2161748" cy="16545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60"/>
              </a:lnSpc>
            </a:pPr>
            <a:r>
              <a:rPr sz="2200" b="1" dirty="0">
                <a:latin typeface="Arial" panose="020B0604020202020204" pitchFamily="34" charset="0"/>
                <a:cs typeface="Arial" panose="020B0604020202020204" pitchFamily="34" charset="0"/>
              </a:rPr>
              <a:t>Convalescent Plasma</a:t>
            </a:r>
          </a:p>
        </p:txBody>
      </p:sp>
      <p:sp>
        <p:nvSpPr>
          <p:cNvPr id="574" name="rc27">
            <a:extLst>
              <a:ext uri="{FF2B5EF4-FFF2-40B4-BE49-F238E27FC236}">
                <a16:creationId xmlns:a16="http://schemas.microsoft.com/office/drawing/2014/main" id="{28919DDA-DFD0-065A-2931-35DB91DC9FEF}"/>
              </a:ext>
            </a:extLst>
          </p:cNvPr>
          <p:cNvSpPr/>
          <p:nvPr/>
        </p:nvSpPr>
        <p:spPr>
          <a:xfrm>
            <a:off x="2624760" y="6974989"/>
            <a:ext cx="7549331" cy="270751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575" name="pl28">
            <a:extLst>
              <a:ext uri="{FF2B5EF4-FFF2-40B4-BE49-F238E27FC236}">
                <a16:creationId xmlns:a16="http://schemas.microsoft.com/office/drawing/2014/main" id="{A4D936DC-88F5-0A13-BD51-36A0BAB34878}"/>
              </a:ext>
            </a:extLst>
          </p:cNvPr>
          <p:cNvSpPr/>
          <p:nvPr/>
        </p:nvSpPr>
        <p:spPr>
          <a:xfrm>
            <a:off x="2624760" y="934704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76" name="pl29">
            <a:extLst>
              <a:ext uri="{FF2B5EF4-FFF2-40B4-BE49-F238E27FC236}">
                <a16:creationId xmlns:a16="http://schemas.microsoft.com/office/drawing/2014/main" id="{2422A395-EAD6-E098-9DFC-410342720997}"/>
              </a:ext>
            </a:extLst>
          </p:cNvPr>
          <p:cNvSpPr/>
          <p:nvPr/>
        </p:nvSpPr>
        <p:spPr>
          <a:xfrm>
            <a:off x="2624760" y="8676146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77" name="pl30">
            <a:extLst>
              <a:ext uri="{FF2B5EF4-FFF2-40B4-BE49-F238E27FC236}">
                <a16:creationId xmlns:a16="http://schemas.microsoft.com/office/drawing/2014/main" id="{9E8963AC-2FB7-EBA3-DF57-605ACEAD0435}"/>
              </a:ext>
            </a:extLst>
          </p:cNvPr>
          <p:cNvSpPr/>
          <p:nvPr/>
        </p:nvSpPr>
        <p:spPr>
          <a:xfrm>
            <a:off x="2624760" y="8005243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78" name="pl31">
            <a:extLst>
              <a:ext uri="{FF2B5EF4-FFF2-40B4-BE49-F238E27FC236}">
                <a16:creationId xmlns:a16="http://schemas.microsoft.com/office/drawing/2014/main" id="{0F889021-35BC-891A-C951-C7F6425687C8}"/>
              </a:ext>
            </a:extLst>
          </p:cNvPr>
          <p:cNvSpPr/>
          <p:nvPr/>
        </p:nvSpPr>
        <p:spPr>
          <a:xfrm>
            <a:off x="2624760" y="747356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79" name="pl32">
            <a:extLst>
              <a:ext uri="{FF2B5EF4-FFF2-40B4-BE49-F238E27FC236}">
                <a16:creationId xmlns:a16="http://schemas.microsoft.com/office/drawing/2014/main" id="{E2F5C479-89C6-D61F-6CB0-3E03DCF2A98F}"/>
              </a:ext>
            </a:extLst>
          </p:cNvPr>
          <p:cNvSpPr/>
          <p:nvPr/>
        </p:nvSpPr>
        <p:spPr>
          <a:xfrm>
            <a:off x="2624760" y="7138113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0" name="pl33">
            <a:extLst>
              <a:ext uri="{FF2B5EF4-FFF2-40B4-BE49-F238E27FC236}">
                <a16:creationId xmlns:a16="http://schemas.microsoft.com/office/drawing/2014/main" id="{EF467444-2A54-AD16-12E0-53F2A7F82983}"/>
              </a:ext>
            </a:extLst>
          </p:cNvPr>
          <p:cNvSpPr/>
          <p:nvPr/>
        </p:nvSpPr>
        <p:spPr>
          <a:xfrm>
            <a:off x="2679072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1" name="pl34">
            <a:extLst>
              <a:ext uri="{FF2B5EF4-FFF2-40B4-BE49-F238E27FC236}">
                <a16:creationId xmlns:a16="http://schemas.microsoft.com/office/drawing/2014/main" id="{59C3F3FD-4C0E-245B-CE64-7F584B19BC89}"/>
              </a:ext>
            </a:extLst>
          </p:cNvPr>
          <p:cNvSpPr/>
          <p:nvPr/>
        </p:nvSpPr>
        <p:spPr>
          <a:xfrm>
            <a:off x="3765307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2" name="pl35">
            <a:extLst>
              <a:ext uri="{FF2B5EF4-FFF2-40B4-BE49-F238E27FC236}">
                <a16:creationId xmlns:a16="http://schemas.microsoft.com/office/drawing/2014/main" id="{0701915A-73A2-916C-0DB5-9E7A7419C3D7}"/>
              </a:ext>
            </a:extLst>
          </p:cNvPr>
          <p:cNvSpPr/>
          <p:nvPr/>
        </p:nvSpPr>
        <p:spPr>
          <a:xfrm>
            <a:off x="4851542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3" name="pl36">
            <a:extLst>
              <a:ext uri="{FF2B5EF4-FFF2-40B4-BE49-F238E27FC236}">
                <a16:creationId xmlns:a16="http://schemas.microsoft.com/office/drawing/2014/main" id="{DEB4C1B4-DEF6-30A8-5482-ADC9EF5AFB0A}"/>
              </a:ext>
            </a:extLst>
          </p:cNvPr>
          <p:cNvSpPr/>
          <p:nvPr/>
        </p:nvSpPr>
        <p:spPr>
          <a:xfrm>
            <a:off x="5937776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4" name="pl37">
            <a:extLst>
              <a:ext uri="{FF2B5EF4-FFF2-40B4-BE49-F238E27FC236}">
                <a16:creationId xmlns:a16="http://schemas.microsoft.com/office/drawing/2014/main" id="{6E2CD310-7C79-605E-2226-75CCC0FCC073}"/>
              </a:ext>
            </a:extLst>
          </p:cNvPr>
          <p:cNvSpPr/>
          <p:nvPr/>
        </p:nvSpPr>
        <p:spPr>
          <a:xfrm>
            <a:off x="7024011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5" name="pl38">
            <a:extLst>
              <a:ext uri="{FF2B5EF4-FFF2-40B4-BE49-F238E27FC236}">
                <a16:creationId xmlns:a16="http://schemas.microsoft.com/office/drawing/2014/main" id="{C6BB027A-A4B7-A892-8238-E2446B65BE99}"/>
              </a:ext>
            </a:extLst>
          </p:cNvPr>
          <p:cNvSpPr/>
          <p:nvPr/>
        </p:nvSpPr>
        <p:spPr>
          <a:xfrm>
            <a:off x="8110246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6" name="pl39">
            <a:extLst>
              <a:ext uri="{FF2B5EF4-FFF2-40B4-BE49-F238E27FC236}">
                <a16:creationId xmlns:a16="http://schemas.microsoft.com/office/drawing/2014/main" id="{B8DCA634-546C-1520-93F4-E22F3F7227C0}"/>
              </a:ext>
            </a:extLst>
          </p:cNvPr>
          <p:cNvSpPr/>
          <p:nvPr/>
        </p:nvSpPr>
        <p:spPr>
          <a:xfrm>
            <a:off x="9196480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7" name="pl40">
            <a:extLst>
              <a:ext uri="{FF2B5EF4-FFF2-40B4-BE49-F238E27FC236}">
                <a16:creationId xmlns:a16="http://schemas.microsoft.com/office/drawing/2014/main" id="{C8B6A57F-FAE5-6413-A28D-D43D62770294}"/>
              </a:ext>
            </a:extLst>
          </p:cNvPr>
          <p:cNvSpPr/>
          <p:nvPr/>
        </p:nvSpPr>
        <p:spPr>
          <a:xfrm>
            <a:off x="2624760" y="9682501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8" name="pl41">
            <a:extLst>
              <a:ext uri="{FF2B5EF4-FFF2-40B4-BE49-F238E27FC236}">
                <a16:creationId xmlns:a16="http://schemas.microsoft.com/office/drawing/2014/main" id="{10D81E60-279A-B52F-3763-CA1CC5D8D275}"/>
              </a:ext>
            </a:extLst>
          </p:cNvPr>
          <p:cNvSpPr/>
          <p:nvPr/>
        </p:nvSpPr>
        <p:spPr>
          <a:xfrm>
            <a:off x="2624760" y="9011597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89" name="pl42">
            <a:extLst>
              <a:ext uri="{FF2B5EF4-FFF2-40B4-BE49-F238E27FC236}">
                <a16:creationId xmlns:a16="http://schemas.microsoft.com/office/drawing/2014/main" id="{FF3BA0F8-0904-0A54-175F-ADE4249B5FBC}"/>
              </a:ext>
            </a:extLst>
          </p:cNvPr>
          <p:cNvSpPr/>
          <p:nvPr/>
        </p:nvSpPr>
        <p:spPr>
          <a:xfrm>
            <a:off x="2624760" y="834069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0" name="pl43">
            <a:extLst>
              <a:ext uri="{FF2B5EF4-FFF2-40B4-BE49-F238E27FC236}">
                <a16:creationId xmlns:a16="http://schemas.microsoft.com/office/drawing/2014/main" id="{048772AD-BF47-7DE5-FE0D-3D73EF29A951}"/>
              </a:ext>
            </a:extLst>
          </p:cNvPr>
          <p:cNvSpPr/>
          <p:nvPr/>
        </p:nvSpPr>
        <p:spPr>
          <a:xfrm>
            <a:off x="2624760" y="7669791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1" name="pl44">
            <a:extLst>
              <a:ext uri="{FF2B5EF4-FFF2-40B4-BE49-F238E27FC236}">
                <a16:creationId xmlns:a16="http://schemas.microsoft.com/office/drawing/2014/main" id="{22381F1C-4309-D78A-4E59-1C0FC429119E}"/>
              </a:ext>
            </a:extLst>
          </p:cNvPr>
          <p:cNvSpPr/>
          <p:nvPr/>
        </p:nvSpPr>
        <p:spPr>
          <a:xfrm>
            <a:off x="2624760" y="727733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2" name="pl45">
            <a:extLst>
              <a:ext uri="{FF2B5EF4-FFF2-40B4-BE49-F238E27FC236}">
                <a16:creationId xmlns:a16="http://schemas.microsoft.com/office/drawing/2014/main" id="{2E51CC0D-B323-E923-02F8-F50683C64B87}"/>
              </a:ext>
            </a:extLst>
          </p:cNvPr>
          <p:cNvSpPr/>
          <p:nvPr/>
        </p:nvSpPr>
        <p:spPr>
          <a:xfrm>
            <a:off x="2624760" y="699888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3" name="pl46">
            <a:extLst>
              <a:ext uri="{FF2B5EF4-FFF2-40B4-BE49-F238E27FC236}">
                <a16:creationId xmlns:a16="http://schemas.microsoft.com/office/drawing/2014/main" id="{F1C181DC-D4C1-38C1-E8DE-50A8ECF8179D}"/>
              </a:ext>
            </a:extLst>
          </p:cNvPr>
          <p:cNvSpPr/>
          <p:nvPr/>
        </p:nvSpPr>
        <p:spPr>
          <a:xfrm>
            <a:off x="3222190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4" name="pl47">
            <a:extLst>
              <a:ext uri="{FF2B5EF4-FFF2-40B4-BE49-F238E27FC236}">
                <a16:creationId xmlns:a16="http://schemas.microsoft.com/office/drawing/2014/main" id="{945A02A0-9561-8CEF-E687-305748CCA44F}"/>
              </a:ext>
            </a:extLst>
          </p:cNvPr>
          <p:cNvSpPr/>
          <p:nvPr/>
        </p:nvSpPr>
        <p:spPr>
          <a:xfrm>
            <a:off x="4308424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5" name="pl48">
            <a:extLst>
              <a:ext uri="{FF2B5EF4-FFF2-40B4-BE49-F238E27FC236}">
                <a16:creationId xmlns:a16="http://schemas.microsoft.com/office/drawing/2014/main" id="{A078EFD0-DFA2-C657-DF56-B498D5E5FC19}"/>
              </a:ext>
            </a:extLst>
          </p:cNvPr>
          <p:cNvSpPr/>
          <p:nvPr/>
        </p:nvSpPr>
        <p:spPr>
          <a:xfrm>
            <a:off x="5394659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6" name="pl49">
            <a:extLst>
              <a:ext uri="{FF2B5EF4-FFF2-40B4-BE49-F238E27FC236}">
                <a16:creationId xmlns:a16="http://schemas.microsoft.com/office/drawing/2014/main" id="{37C208C6-96F1-77DB-AA3F-28D0D448DBD0}"/>
              </a:ext>
            </a:extLst>
          </p:cNvPr>
          <p:cNvSpPr/>
          <p:nvPr/>
        </p:nvSpPr>
        <p:spPr>
          <a:xfrm>
            <a:off x="6480894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7" name="pl50">
            <a:extLst>
              <a:ext uri="{FF2B5EF4-FFF2-40B4-BE49-F238E27FC236}">
                <a16:creationId xmlns:a16="http://schemas.microsoft.com/office/drawing/2014/main" id="{C893A848-7501-B9F2-FB47-D5E5D56E8B4B}"/>
              </a:ext>
            </a:extLst>
          </p:cNvPr>
          <p:cNvSpPr/>
          <p:nvPr/>
        </p:nvSpPr>
        <p:spPr>
          <a:xfrm>
            <a:off x="7567128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8" name="pl51">
            <a:extLst>
              <a:ext uri="{FF2B5EF4-FFF2-40B4-BE49-F238E27FC236}">
                <a16:creationId xmlns:a16="http://schemas.microsoft.com/office/drawing/2014/main" id="{371EFD39-1B68-971F-D328-3D4B5C8EA389}"/>
              </a:ext>
            </a:extLst>
          </p:cNvPr>
          <p:cNvSpPr/>
          <p:nvPr/>
        </p:nvSpPr>
        <p:spPr>
          <a:xfrm>
            <a:off x="8653363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599" name="pl52">
            <a:extLst>
              <a:ext uri="{FF2B5EF4-FFF2-40B4-BE49-F238E27FC236}">
                <a16:creationId xmlns:a16="http://schemas.microsoft.com/office/drawing/2014/main" id="{12C89E67-AE1E-3865-D581-D9E4963E8207}"/>
              </a:ext>
            </a:extLst>
          </p:cNvPr>
          <p:cNvSpPr/>
          <p:nvPr/>
        </p:nvSpPr>
        <p:spPr>
          <a:xfrm>
            <a:off x="9739598" y="6974989"/>
            <a:ext cx="0" cy="2707511"/>
          </a:xfrm>
          <a:custGeom>
            <a:avLst/>
            <a:gdLst/>
            <a:ahLst/>
            <a:cxnLst/>
            <a:rect l="0" t="0" r="0" b="0"/>
            <a:pathLst>
              <a:path h="4061267">
                <a:moveTo>
                  <a:pt x="0" y="406126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00" name="pg53">
            <a:extLst>
              <a:ext uri="{FF2B5EF4-FFF2-40B4-BE49-F238E27FC236}">
                <a16:creationId xmlns:a16="http://schemas.microsoft.com/office/drawing/2014/main" id="{97318F21-1FF3-E68E-6E2C-FEF2ADDBA612}"/>
              </a:ext>
            </a:extLst>
          </p:cNvPr>
          <p:cNvSpPr/>
          <p:nvPr/>
        </p:nvSpPr>
        <p:spPr>
          <a:xfrm>
            <a:off x="6213512" y="9436231"/>
            <a:ext cx="56819" cy="49206"/>
          </a:xfrm>
          <a:custGeom>
            <a:avLst/>
            <a:gdLst/>
            <a:ahLst/>
            <a:cxnLst/>
            <a:rect l="0" t="0" r="0" b="0"/>
            <a:pathLst>
              <a:path w="85228" h="73809">
                <a:moveTo>
                  <a:pt x="42614" y="0"/>
                </a:moveTo>
                <a:lnTo>
                  <a:pt x="85228" y="73809"/>
                </a:lnTo>
                <a:lnTo>
                  <a:pt x="0" y="73809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1" name="pg54">
            <a:extLst>
              <a:ext uri="{FF2B5EF4-FFF2-40B4-BE49-F238E27FC236}">
                <a16:creationId xmlns:a16="http://schemas.microsoft.com/office/drawing/2014/main" id="{A44A107B-5569-5D88-F70A-547A8F76CF23}"/>
              </a:ext>
            </a:extLst>
          </p:cNvPr>
          <p:cNvSpPr/>
          <p:nvPr/>
        </p:nvSpPr>
        <p:spPr>
          <a:xfrm>
            <a:off x="6220201" y="9573199"/>
            <a:ext cx="43443" cy="37623"/>
          </a:xfrm>
          <a:custGeom>
            <a:avLst/>
            <a:gdLst/>
            <a:ahLst/>
            <a:cxnLst/>
            <a:rect l="0" t="0" r="0" b="0"/>
            <a:pathLst>
              <a:path w="65165" h="56434">
                <a:moveTo>
                  <a:pt x="32582" y="0"/>
                </a:moveTo>
                <a:lnTo>
                  <a:pt x="65165" y="56434"/>
                </a:lnTo>
                <a:lnTo>
                  <a:pt x="0" y="56434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2" name="pg55">
            <a:extLst>
              <a:ext uri="{FF2B5EF4-FFF2-40B4-BE49-F238E27FC236}">
                <a16:creationId xmlns:a16="http://schemas.microsoft.com/office/drawing/2014/main" id="{805E127E-C847-25AA-27D3-5811C0849A2E}"/>
              </a:ext>
            </a:extLst>
          </p:cNvPr>
          <p:cNvSpPr/>
          <p:nvPr/>
        </p:nvSpPr>
        <p:spPr>
          <a:xfrm>
            <a:off x="6207872" y="8887917"/>
            <a:ext cx="68100" cy="58977"/>
          </a:xfrm>
          <a:custGeom>
            <a:avLst/>
            <a:gdLst/>
            <a:ahLst/>
            <a:cxnLst/>
            <a:rect l="0" t="0" r="0" b="0"/>
            <a:pathLst>
              <a:path w="102150" h="88465">
                <a:moveTo>
                  <a:pt x="51075" y="0"/>
                </a:moveTo>
                <a:lnTo>
                  <a:pt x="102150" y="88465"/>
                </a:lnTo>
                <a:lnTo>
                  <a:pt x="0" y="88465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3" name="pt56">
            <a:extLst>
              <a:ext uri="{FF2B5EF4-FFF2-40B4-BE49-F238E27FC236}">
                <a16:creationId xmlns:a16="http://schemas.microsoft.com/office/drawing/2014/main" id="{05CF583F-EBF4-BB36-CB2D-8AAC57FA36AE}"/>
              </a:ext>
            </a:extLst>
          </p:cNvPr>
          <p:cNvSpPr/>
          <p:nvPr/>
        </p:nvSpPr>
        <p:spPr>
          <a:xfrm>
            <a:off x="3651553" y="8910820"/>
            <a:ext cx="53711" cy="5371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4" name="pg57">
            <a:extLst>
              <a:ext uri="{FF2B5EF4-FFF2-40B4-BE49-F238E27FC236}">
                <a16:creationId xmlns:a16="http://schemas.microsoft.com/office/drawing/2014/main" id="{EE0517FA-EE93-A064-8461-F52079508123}"/>
              </a:ext>
            </a:extLst>
          </p:cNvPr>
          <p:cNvSpPr/>
          <p:nvPr/>
        </p:nvSpPr>
        <p:spPr>
          <a:xfrm>
            <a:off x="4783580" y="9035625"/>
            <a:ext cx="49025" cy="42457"/>
          </a:xfrm>
          <a:custGeom>
            <a:avLst/>
            <a:gdLst/>
            <a:ahLst/>
            <a:cxnLst/>
            <a:rect l="0" t="0" r="0" b="0"/>
            <a:pathLst>
              <a:path w="73538" h="63686">
                <a:moveTo>
                  <a:pt x="36769" y="0"/>
                </a:moveTo>
                <a:lnTo>
                  <a:pt x="73538" y="63686"/>
                </a:lnTo>
                <a:lnTo>
                  <a:pt x="0" y="63686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5" name="pt58">
            <a:extLst>
              <a:ext uri="{FF2B5EF4-FFF2-40B4-BE49-F238E27FC236}">
                <a16:creationId xmlns:a16="http://schemas.microsoft.com/office/drawing/2014/main" id="{553804D6-907F-7339-DC0C-4FD372B348B5}"/>
              </a:ext>
            </a:extLst>
          </p:cNvPr>
          <p:cNvSpPr/>
          <p:nvPr/>
        </p:nvSpPr>
        <p:spPr>
          <a:xfrm>
            <a:off x="4386481" y="8451668"/>
            <a:ext cx="82858" cy="82858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6" name="pt59">
            <a:extLst>
              <a:ext uri="{FF2B5EF4-FFF2-40B4-BE49-F238E27FC236}">
                <a16:creationId xmlns:a16="http://schemas.microsoft.com/office/drawing/2014/main" id="{3A639459-4CF6-6E1A-30C8-5E89CBAB068A}"/>
              </a:ext>
            </a:extLst>
          </p:cNvPr>
          <p:cNvSpPr/>
          <p:nvPr/>
        </p:nvSpPr>
        <p:spPr>
          <a:xfrm>
            <a:off x="7967265" y="8186434"/>
            <a:ext cx="46989" cy="4698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7" name="pt60">
            <a:extLst>
              <a:ext uri="{FF2B5EF4-FFF2-40B4-BE49-F238E27FC236}">
                <a16:creationId xmlns:a16="http://schemas.microsoft.com/office/drawing/2014/main" id="{0340C2FE-3DBC-1F0D-0BD1-8DFE045CEC87}"/>
              </a:ext>
            </a:extLst>
          </p:cNvPr>
          <p:cNvSpPr/>
          <p:nvPr/>
        </p:nvSpPr>
        <p:spPr>
          <a:xfrm>
            <a:off x="7207481" y="9102686"/>
            <a:ext cx="45829" cy="4582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8" name="pt61">
            <a:extLst>
              <a:ext uri="{FF2B5EF4-FFF2-40B4-BE49-F238E27FC236}">
                <a16:creationId xmlns:a16="http://schemas.microsoft.com/office/drawing/2014/main" id="{4F34EE0B-D18E-9C91-C40C-49A3F94EA5AB}"/>
              </a:ext>
            </a:extLst>
          </p:cNvPr>
          <p:cNvSpPr/>
          <p:nvPr/>
        </p:nvSpPr>
        <p:spPr>
          <a:xfrm>
            <a:off x="7214780" y="8325079"/>
            <a:ext cx="31231" cy="3123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09" name="pt62">
            <a:extLst>
              <a:ext uri="{FF2B5EF4-FFF2-40B4-BE49-F238E27FC236}">
                <a16:creationId xmlns:a16="http://schemas.microsoft.com/office/drawing/2014/main" id="{59CEA6E2-C893-15FD-DFDC-6038FB77DAB4}"/>
              </a:ext>
            </a:extLst>
          </p:cNvPr>
          <p:cNvSpPr/>
          <p:nvPr/>
        </p:nvSpPr>
        <p:spPr>
          <a:xfrm>
            <a:off x="7211599" y="9601237"/>
            <a:ext cx="37592" cy="37592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0" name="pt63">
            <a:extLst>
              <a:ext uri="{FF2B5EF4-FFF2-40B4-BE49-F238E27FC236}">
                <a16:creationId xmlns:a16="http://schemas.microsoft.com/office/drawing/2014/main" id="{5C50D248-9516-4132-E24E-9EC85D9C9682}"/>
              </a:ext>
            </a:extLst>
          </p:cNvPr>
          <p:cNvSpPr/>
          <p:nvPr/>
        </p:nvSpPr>
        <p:spPr>
          <a:xfrm>
            <a:off x="7206590" y="8846522"/>
            <a:ext cx="47611" cy="4761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1" name="pt64">
            <a:extLst>
              <a:ext uri="{FF2B5EF4-FFF2-40B4-BE49-F238E27FC236}">
                <a16:creationId xmlns:a16="http://schemas.microsoft.com/office/drawing/2014/main" id="{EB7F6F91-0C1D-3A09-F13C-71C543C19C00}"/>
              </a:ext>
            </a:extLst>
          </p:cNvPr>
          <p:cNvSpPr/>
          <p:nvPr/>
        </p:nvSpPr>
        <p:spPr>
          <a:xfrm>
            <a:off x="7206687" y="8301980"/>
            <a:ext cx="47417" cy="4741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2" name="pt66">
            <a:extLst>
              <a:ext uri="{FF2B5EF4-FFF2-40B4-BE49-F238E27FC236}">
                <a16:creationId xmlns:a16="http://schemas.microsoft.com/office/drawing/2014/main" id="{6A4B09DC-797C-6C99-8B93-2FFA18BE0159}"/>
              </a:ext>
            </a:extLst>
          </p:cNvPr>
          <p:cNvSpPr/>
          <p:nvPr/>
        </p:nvSpPr>
        <p:spPr>
          <a:xfrm>
            <a:off x="7214570" y="9062551"/>
            <a:ext cx="31651" cy="3165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3" name="pt68">
            <a:extLst>
              <a:ext uri="{FF2B5EF4-FFF2-40B4-BE49-F238E27FC236}">
                <a16:creationId xmlns:a16="http://schemas.microsoft.com/office/drawing/2014/main" id="{00A9D85E-C5F3-898E-203C-A4BB68CD5F1F}"/>
              </a:ext>
            </a:extLst>
          </p:cNvPr>
          <p:cNvSpPr/>
          <p:nvPr/>
        </p:nvSpPr>
        <p:spPr>
          <a:xfrm>
            <a:off x="5978510" y="8666878"/>
            <a:ext cx="70607" cy="7060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4" name="pg69">
            <a:extLst>
              <a:ext uri="{FF2B5EF4-FFF2-40B4-BE49-F238E27FC236}">
                <a16:creationId xmlns:a16="http://schemas.microsoft.com/office/drawing/2014/main" id="{5D1CFFE8-BD0E-17CF-5C26-E83B935125AA}"/>
              </a:ext>
            </a:extLst>
          </p:cNvPr>
          <p:cNvSpPr/>
          <p:nvPr/>
        </p:nvSpPr>
        <p:spPr>
          <a:xfrm>
            <a:off x="7967424" y="8192603"/>
            <a:ext cx="46671" cy="40418"/>
          </a:xfrm>
          <a:custGeom>
            <a:avLst/>
            <a:gdLst/>
            <a:ahLst/>
            <a:cxnLst/>
            <a:rect l="0" t="0" r="0" b="0"/>
            <a:pathLst>
              <a:path w="70006" h="60627">
                <a:moveTo>
                  <a:pt x="35003" y="0"/>
                </a:moveTo>
                <a:lnTo>
                  <a:pt x="70006" y="60627"/>
                </a:lnTo>
                <a:lnTo>
                  <a:pt x="0" y="60627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5" name="pg70">
            <a:extLst>
              <a:ext uri="{FF2B5EF4-FFF2-40B4-BE49-F238E27FC236}">
                <a16:creationId xmlns:a16="http://schemas.microsoft.com/office/drawing/2014/main" id="{081D33D8-C392-414F-9E2A-5CA5AED73844}"/>
              </a:ext>
            </a:extLst>
          </p:cNvPr>
          <p:cNvSpPr/>
          <p:nvPr/>
        </p:nvSpPr>
        <p:spPr>
          <a:xfrm>
            <a:off x="6840076" y="8523253"/>
            <a:ext cx="63724" cy="55187"/>
          </a:xfrm>
          <a:custGeom>
            <a:avLst/>
            <a:gdLst/>
            <a:ahLst/>
            <a:cxnLst/>
            <a:rect l="0" t="0" r="0" b="0"/>
            <a:pathLst>
              <a:path w="95586" h="82780">
                <a:moveTo>
                  <a:pt x="47793" y="0"/>
                </a:moveTo>
                <a:lnTo>
                  <a:pt x="95586" y="82780"/>
                </a:lnTo>
                <a:lnTo>
                  <a:pt x="0" y="8278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6" name="pt71">
            <a:extLst>
              <a:ext uri="{FF2B5EF4-FFF2-40B4-BE49-F238E27FC236}">
                <a16:creationId xmlns:a16="http://schemas.microsoft.com/office/drawing/2014/main" id="{703330F2-DFF0-3AAF-217C-985EAE536F0B}"/>
              </a:ext>
            </a:extLst>
          </p:cNvPr>
          <p:cNvSpPr/>
          <p:nvPr/>
        </p:nvSpPr>
        <p:spPr>
          <a:xfrm>
            <a:off x="7201584" y="8132933"/>
            <a:ext cx="57623" cy="5762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7" name="pg72">
            <a:extLst>
              <a:ext uri="{FF2B5EF4-FFF2-40B4-BE49-F238E27FC236}">
                <a16:creationId xmlns:a16="http://schemas.microsoft.com/office/drawing/2014/main" id="{FAB8EC86-7CFE-602E-DA35-946DA66A1EF1}"/>
              </a:ext>
            </a:extLst>
          </p:cNvPr>
          <p:cNvSpPr/>
          <p:nvPr/>
        </p:nvSpPr>
        <p:spPr>
          <a:xfrm>
            <a:off x="7335184" y="8147009"/>
            <a:ext cx="94569" cy="81899"/>
          </a:xfrm>
          <a:custGeom>
            <a:avLst/>
            <a:gdLst/>
            <a:ahLst/>
            <a:cxnLst/>
            <a:rect l="0" t="0" r="0" b="0"/>
            <a:pathLst>
              <a:path w="141853" h="122849">
                <a:moveTo>
                  <a:pt x="70926" y="0"/>
                </a:moveTo>
                <a:lnTo>
                  <a:pt x="141853" y="122849"/>
                </a:lnTo>
                <a:lnTo>
                  <a:pt x="0" y="122849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8" name="pg73">
            <a:extLst>
              <a:ext uri="{FF2B5EF4-FFF2-40B4-BE49-F238E27FC236}">
                <a16:creationId xmlns:a16="http://schemas.microsoft.com/office/drawing/2014/main" id="{A6A0D677-5F87-219D-CF68-F6B454A38F71}"/>
              </a:ext>
            </a:extLst>
          </p:cNvPr>
          <p:cNvSpPr/>
          <p:nvPr/>
        </p:nvSpPr>
        <p:spPr>
          <a:xfrm>
            <a:off x="3411068" y="8359625"/>
            <a:ext cx="56736" cy="49135"/>
          </a:xfrm>
          <a:custGeom>
            <a:avLst/>
            <a:gdLst/>
            <a:ahLst/>
            <a:cxnLst/>
            <a:rect l="0" t="0" r="0" b="0"/>
            <a:pathLst>
              <a:path w="85104" h="73702">
                <a:moveTo>
                  <a:pt x="42552" y="0"/>
                </a:moveTo>
                <a:lnTo>
                  <a:pt x="85104" y="73702"/>
                </a:lnTo>
                <a:lnTo>
                  <a:pt x="0" y="73702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19" name="pg75">
            <a:extLst>
              <a:ext uri="{FF2B5EF4-FFF2-40B4-BE49-F238E27FC236}">
                <a16:creationId xmlns:a16="http://schemas.microsoft.com/office/drawing/2014/main" id="{3687ED42-74BF-BA5D-65EA-51419399A035}"/>
              </a:ext>
            </a:extLst>
          </p:cNvPr>
          <p:cNvSpPr/>
          <p:nvPr/>
        </p:nvSpPr>
        <p:spPr>
          <a:xfrm>
            <a:off x="7805828" y="8086769"/>
            <a:ext cx="65719" cy="56915"/>
          </a:xfrm>
          <a:custGeom>
            <a:avLst/>
            <a:gdLst/>
            <a:ahLst/>
            <a:cxnLst/>
            <a:rect l="0" t="0" r="0" b="0"/>
            <a:pathLst>
              <a:path w="98579" h="85372">
                <a:moveTo>
                  <a:pt x="49289" y="0"/>
                </a:moveTo>
                <a:lnTo>
                  <a:pt x="98579" y="85372"/>
                </a:lnTo>
                <a:lnTo>
                  <a:pt x="0" y="85372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0" name="pg77">
            <a:extLst>
              <a:ext uri="{FF2B5EF4-FFF2-40B4-BE49-F238E27FC236}">
                <a16:creationId xmlns:a16="http://schemas.microsoft.com/office/drawing/2014/main" id="{62C75E65-E374-E389-8513-FD1D739F5ED2}"/>
              </a:ext>
            </a:extLst>
          </p:cNvPr>
          <p:cNvSpPr/>
          <p:nvPr/>
        </p:nvSpPr>
        <p:spPr>
          <a:xfrm>
            <a:off x="9630194" y="8469462"/>
            <a:ext cx="66735" cy="57793"/>
          </a:xfrm>
          <a:custGeom>
            <a:avLst/>
            <a:gdLst/>
            <a:ahLst/>
            <a:cxnLst/>
            <a:rect l="0" t="0" r="0" b="0"/>
            <a:pathLst>
              <a:path w="100102" h="86690">
                <a:moveTo>
                  <a:pt x="50051" y="0"/>
                </a:moveTo>
                <a:lnTo>
                  <a:pt x="100102" y="86690"/>
                </a:lnTo>
                <a:lnTo>
                  <a:pt x="0" y="8669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1" name="pg78">
            <a:extLst>
              <a:ext uri="{FF2B5EF4-FFF2-40B4-BE49-F238E27FC236}">
                <a16:creationId xmlns:a16="http://schemas.microsoft.com/office/drawing/2014/main" id="{A461A511-7BE4-C5FB-842F-6E465391A845}"/>
              </a:ext>
            </a:extLst>
          </p:cNvPr>
          <p:cNvSpPr/>
          <p:nvPr/>
        </p:nvSpPr>
        <p:spPr>
          <a:xfrm>
            <a:off x="4932541" y="9004841"/>
            <a:ext cx="55249" cy="47847"/>
          </a:xfrm>
          <a:custGeom>
            <a:avLst/>
            <a:gdLst/>
            <a:ahLst/>
            <a:cxnLst/>
            <a:rect l="0" t="0" r="0" b="0"/>
            <a:pathLst>
              <a:path w="82873" h="71770">
                <a:moveTo>
                  <a:pt x="41436" y="0"/>
                </a:moveTo>
                <a:lnTo>
                  <a:pt x="82873" y="71770"/>
                </a:lnTo>
                <a:lnTo>
                  <a:pt x="0" y="7177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2" name="pg79">
            <a:extLst>
              <a:ext uri="{FF2B5EF4-FFF2-40B4-BE49-F238E27FC236}">
                <a16:creationId xmlns:a16="http://schemas.microsoft.com/office/drawing/2014/main" id="{2B1B0C2A-19C7-B687-4BA8-550EE8373D07}"/>
              </a:ext>
            </a:extLst>
          </p:cNvPr>
          <p:cNvSpPr/>
          <p:nvPr/>
        </p:nvSpPr>
        <p:spPr>
          <a:xfrm>
            <a:off x="4707238" y="7015259"/>
            <a:ext cx="49635" cy="42985"/>
          </a:xfrm>
          <a:custGeom>
            <a:avLst/>
            <a:gdLst/>
            <a:ahLst/>
            <a:cxnLst/>
            <a:rect l="0" t="0" r="0" b="0"/>
            <a:pathLst>
              <a:path w="74452" h="64478">
                <a:moveTo>
                  <a:pt x="37226" y="0"/>
                </a:moveTo>
                <a:lnTo>
                  <a:pt x="74452" y="64478"/>
                </a:lnTo>
                <a:lnTo>
                  <a:pt x="0" y="64478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3" name="pg81">
            <a:extLst>
              <a:ext uri="{FF2B5EF4-FFF2-40B4-BE49-F238E27FC236}">
                <a16:creationId xmlns:a16="http://schemas.microsoft.com/office/drawing/2014/main" id="{804C214E-3CA9-04D9-74FA-23EE984AC26D}"/>
              </a:ext>
            </a:extLst>
          </p:cNvPr>
          <p:cNvSpPr/>
          <p:nvPr/>
        </p:nvSpPr>
        <p:spPr>
          <a:xfrm>
            <a:off x="3049368" y="8622154"/>
            <a:ext cx="63223" cy="54753"/>
          </a:xfrm>
          <a:custGeom>
            <a:avLst/>
            <a:gdLst/>
            <a:ahLst/>
            <a:cxnLst/>
            <a:rect l="0" t="0" r="0" b="0"/>
            <a:pathLst>
              <a:path w="94835" h="82129">
                <a:moveTo>
                  <a:pt x="47417" y="0"/>
                </a:moveTo>
                <a:lnTo>
                  <a:pt x="94835" y="82129"/>
                </a:lnTo>
                <a:lnTo>
                  <a:pt x="0" y="82129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4" name="pt82">
            <a:extLst>
              <a:ext uri="{FF2B5EF4-FFF2-40B4-BE49-F238E27FC236}">
                <a16:creationId xmlns:a16="http://schemas.microsoft.com/office/drawing/2014/main" id="{5E52A77C-75DF-F8B0-CAD0-8E3287403E09}"/>
              </a:ext>
            </a:extLst>
          </p:cNvPr>
          <p:cNvSpPr/>
          <p:nvPr/>
        </p:nvSpPr>
        <p:spPr>
          <a:xfrm>
            <a:off x="2948035" y="9075044"/>
            <a:ext cx="48641" cy="48641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5" name="pt83">
            <a:extLst>
              <a:ext uri="{FF2B5EF4-FFF2-40B4-BE49-F238E27FC236}">
                <a16:creationId xmlns:a16="http://schemas.microsoft.com/office/drawing/2014/main" id="{2E545D95-8020-FE3D-2B23-A8145870DB46}"/>
              </a:ext>
            </a:extLst>
          </p:cNvPr>
          <p:cNvSpPr/>
          <p:nvPr/>
        </p:nvSpPr>
        <p:spPr>
          <a:xfrm>
            <a:off x="5162310" y="9582045"/>
            <a:ext cx="51928" cy="51928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6" name="pt84">
            <a:extLst>
              <a:ext uri="{FF2B5EF4-FFF2-40B4-BE49-F238E27FC236}">
                <a16:creationId xmlns:a16="http://schemas.microsoft.com/office/drawing/2014/main" id="{BD77C3C5-70E6-8377-53E5-42EDB148E93D}"/>
              </a:ext>
            </a:extLst>
          </p:cNvPr>
          <p:cNvSpPr/>
          <p:nvPr/>
        </p:nvSpPr>
        <p:spPr>
          <a:xfrm>
            <a:off x="5163842" y="9252795"/>
            <a:ext cx="48865" cy="4886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7" name="pt87">
            <a:extLst>
              <a:ext uri="{FF2B5EF4-FFF2-40B4-BE49-F238E27FC236}">
                <a16:creationId xmlns:a16="http://schemas.microsoft.com/office/drawing/2014/main" id="{942D2D81-BA32-3B20-C5A4-D5A93187A92C}"/>
              </a:ext>
            </a:extLst>
          </p:cNvPr>
          <p:cNvSpPr/>
          <p:nvPr/>
        </p:nvSpPr>
        <p:spPr>
          <a:xfrm>
            <a:off x="3048529" y="10096099"/>
            <a:ext cx="43175" cy="4317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8" name="pg88">
            <a:extLst>
              <a:ext uri="{FF2B5EF4-FFF2-40B4-BE49-F238E27FC236}">
                <a16:creationId xmlns:a16="http://schemas.microsoft.com/office/drawing/2014/main" id="{6C5B959B-7B3A-47D7-0F70-50F43D8F6C0E}"/>
              </a:ext>
            </a:extLst>
          </p:cNvPr>
          <p:cNvSpPr/>
          <p:nvPr/>
        </p:nvSpPr>
        <p:spPr>
          <a:xfrm>
            <a:off x="4159908" y="8247405"/>
            <a:ext cx="79787" cy="69098"/>
          </a:xfrm>
          <a:custGeom>
            <a:avLst/>
            <a:gdLst/>
            <a:ahLst/>
            <a:cxnLst/>
            <a:rect l="0" t="0" r="0" b="0"/>
            <a:pathLst>
              <a:path w="119681" h="103647">
                <a:moveTo>
                  <a:pt x="59840" y="0"/>
                </a:moveTo>
                <a:lnTo>
                  <a:pt x="119681" y="103647"/>
                </a:lnTo>
                <a:lnTo>
                  <a:pt x="0" y="103647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29" name="pg89">
            <a:extLst>
              <a:ext uri="{FF2B5EF4-FFF2-40B4-BE49-F238E27FC236}">
                <a16:creationId xmlns:a16="http://schemas.microsoft.com/office/drawing/2014/main" id="{62295991-78A3-81E4-FA8C-7BD176A9960A}"/>
              </a:ext>
            </a:extLst>
          </p:cNvPr>
          <p:cNvSpPr/>
          <p:nvPr/>
        </p:nvSpPr>
        <p:spPr>
          <a:xfrm>
            <a:off x="7510035" y="7909806"/>
            <a:ext cx="70737" cy="61260"/>
          </a:xfrm>
          <a:custGeom>
            <a:avLst/>
            <a:gdLst/>
            <a:ahLst/>
            <a:cxnLst/>
            <a:rect l="0" t="0" r="0" b="0"/>
            <a:pathLst>
              <a:path w="106106" h="91890">
                <a:moveTo>
                  <a:pt x="53053" y="0"/>
                </a:moveTo>
                <a:lnTo>
                  <a:pt x="106106" y="91890"/>
                </a:lnTo>
                <a:lnTo>
                  <a:pt x="0" y="9189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0" name="pg90">
            <a:extLst>
              <a:ext uri="{FF2B5EF4-FFF2-40B4-BE49-F238E27FC236}">
                <a16:creationId xmlns:a16="http://schemas.microsoft.com/office/drawing/2014/main" id="{2A2AF7CE-FB66-53A1-7808-4892DE17D151}"/>
              </a:ext>
            </a:extLst>
          </p:cNvPr>
          <p:cNvSpPr/>
          <p:nvPr/>
        </p:nvSpPr>
        <p:spPr>
          <a:xfrm>
            <a:off x="4999890" y="8343906"/>
            <a:ext cx="72624" cy="62894"/>
          </a:xfrm>
          <a:custGeom>
            <a:avLst/>
            <a:gdLst/>
            <a:ahLst/>
            <a:cxnLst/>
            <a:rect l="0" t="0" r="0" b="0"/>
            <a:pathLst>
              <a:path w="108936" h="94341">
                <a:moveTo>
                  <a:pt x="54468" y="0"/>
                </a:moveTo>
                <a:lnTo>
                  <a:pt x="108936" y="94341"/>
                </a:lnTo>
                <a:lnTo>
                  <a:pt x="0" y="94341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1" name="pg91">
            <a:extLst>
              <a:ext uri="{FF2B5EF4-FFF2-40B4-BE49-F238E27FC236}">
                <a16:creationId xmlns:a16="http://schemas.microsoft.com/office/drawing/2014/main" id="{8239BEA9-6EDD-CB80-3E47-5F99967B515C}"/>
              </a:ext>
            </a:extLst>
          </p:cNvPr>
          <p:cNvSpPr/>
          <p:nvPr/>
        </p:nvSpPr>
        <p:spPr>
          <a:xfrm>
            <a:off x="6448510" y="9465180"/>
            <a:ext cx="43043" cy="37277"/>
          </a:xfrm>
          <a:custGeom>
            <a:avLst/>
            <a:gdLst/>
            <a:ahLst/>
            <a:cxnLst/>
            <a:rect l="0" t="0" r="0" b="0"/>
            <a:pathLst>
              <a:path w="64565" h="55915">
                <a:moveTo>
                  <a:pt x="32282" y="0"/>
                </a:moveTo>
                <a:lnTo>
                  <a:pt x="64565" y="55915"/>
                </a:lnTo>
                <a:lnTo>
                  <a:pt x="0" y="55915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2" name="pt92">
            <a:extLst>
              <a:ext uri="{FF2B5EF4-FFF2-40B4-BE49-F238E27FC236}">
                <a16:creationId xmlns:a16="http://schemas.microsoft.com/office/drawing/2014/main" id="{AC7BD2BB-E89E-F0AB-2082-E0D9144F4AA0}"/>
              </a:ext>
            </a:extLst>
          </p:cNvPr>
          <p:cNvSpPr/>
          <p:nvPr/>
        </p:nvSpPr>
        <p:spPr>
          <a:xfrm>
            <a:off x="3366073" y="10334351"/>
            <a:ext cx="38104" cy="38104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3" name="pg93">
            <a:extLst>
              <a:ext uri="{FF2B5EF4-FFF2-40B4-BE49-F238E27FC236}">
                <a16:creationId xmlns:a16="http://schemas.microsoft.com/office/drawing/2014/main" id="{D7AF8A85-8693-EA81-0353-986F284A81F5}"/>
              </a:ext>
            </a:extLst>
          </p:cNvPr>
          <p:cNvSpPr/>
          <p:nvPr/>
        </p:nvSpPr>
        <p:spPr>
          <a:xfrm>
            <a:off x="5003014" y="8766555"/>
            <a:ext cx="66376" cy="57483"/>
          </a:xfrm>
          <a:custGeom>
            <a:avLst/>
            <a:gdLst/>
            <a:ahLst/>
            <a:cxnLst/>
            <a:rect l="0" t="0" r="0" b="0"/>
            <a:pathLst>
              <a:path w="99564" h="86225">
                <a:moveTo>
                  <a:pt x="49782" y="0"/>
                </a:moveTo>
                <a:lnTo>
                  <a:pt x="99564" y="86225"/>
                </a:lnTo>
                <a:lnTo>
                  <a:pt x="0" y="86225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4" name="pg94">
            <a:extLst>
              <a:ext uri="{FF2B5EF4-FFF2-40B4-BE49-F238E27FC236}">
                <a16:creationId xmlns:a16="http://schemas.microsoft.com/office/drawing/2014/main" id="{93A5C5AD-D0E6-A2EB-040E-9049A7E9EC26}"/>
              </a:ext>
            </a:extLst>
          </p:cNvPr>
          <p:cNvSpPr/>
          <p:nvPr/>
        </p:nvSpPr>
        <p:spPr>
          <a:xfrm>
            <a:off x="6117644" y="8041226"/>
            <a:ext cx="96483" cy="83557"/>
          </a:xfrm>
          <a:custGeom>
            <a:avLst/>
            <a:gdLst/>
            <a:ahLst/>
            <a:cxnLst/>
            <a:rect l="0" t="0" r="0" b="0"/>
            <a:pathLst>
              <a:path w="144725" h="125335">
                <a:moveTo>
                  <a:pt x="72362" y="0"/>
                </a:moveTo>
                <a:lnTo>
                  <a:pt x="144725" y="125335"/>
                </a:lnTo>
                <a:lnTo>
                  <a:pt x="0" y="125335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5" name="pg95">
            <a:extLst>
              <a:ext uri="{FF2B5EF4-FFF2-40B4-BE49-F238E27FC236}">
                <a16:creationId xmlns:a16="http://schemas.microsoft.com/office/drawing/2014/main" id="{99A10CE5-2686-A309-E788-F3CD1E9FE596}"/>
              </a:ext>
            </a:extLst>
          </p:cNvPr>
          <p:cNvSpPr/>
          <p:nvPr/>
        </p:nvSpPr>
        <p:spPr>
          <a:xfrm>
            <a:off x="6120640" y="8490505"/>
            <a:ext cx="90491" cy="78367"/>
          </a:xfrm>
          <a:custGeom>
            <a:avLst/>
            <a:gdLst/>
            <a:ahLst/>
            <a:cxnLst/>
            <a:rect l="0" t="0" r="0" b="0"/>
            <a:pathLst>
              <a:path w="135736" h="117550">
                <a:moveTo>
                  <a:pt x="67868" y="0"/>
                </a:moveTo>
                <a:lnTo>
                  <a:pt x="135736" y="117550"/>
                </a:lnTo>
                <a:lnTo>
                  <a:pt x="0" y="11755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6" name="pg96">
            <a:extLst>
              <a:ext uri="{FF2B5EF4-FFF2-40B4-BE49-F238E27FC236}">
                <a16:creationId xmlns:a16="http://schemas.microsoft.com/office/drawing/2014/main" id="{624656F9-400E-ADC1-D2D2-B40372A18872}"/>
              </a:ext>
            </a:extLst>
          </p:cNvPr>
          <p:cNvSpPr/>
          <p:nvPr/>
        </p:nvSpPr>
        <p:spPr>
          <a:xfrm>
            <a:off x="6088847" y="8277050"/>
            <a:ext cx="154077" cy="133435"/>
          </a:xfrm>
          <a:custGeom>
            <a:avLst/>
            <a:gdLst/>
            <a:ahLst/>
            <a:cxnLst/>
            <a:rect l="0" t="0" r="0" b="0"/>
            <a:pathLst>
              <a:path w="231116" h="200152">
                <a:moveTo>
                  <a:pt x="115558" y="0"/>
                </a:moveTo>
                <a:lnTo>
                  <a:pt x="231116" y="200152"/>
                </a:lnTo>
                <a:lnTo>
                  <a:pt x="0" y="200152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7" name="pg97">
            <a:extLst>
              <a:ext uri="{FF2B5EF4-FFF2-40B4-BE49-F238E27FC236}">
                <a16:creationId xmlns:a16="http://schemas.microsoft.com/office/drawing/2014/main" id="{2D8F9754-066D-3E4B-50D0-401AEF835AD3}"/>
              </a:ext>
            </a:extLst>
          </p:cNvPr>
          <p:cNvSpPr/>
          <p:nvPr/>
        </p:nvSpPr>
        <p:spPr>
          <a:xfrm>
            <a:off x="7108300" y="8237005"/>
            <a:ext cx="113843" cy="98591"/>
          </a:xfrm>
          <a:custGeom>
            <a:avLst/>
            <a:gdLst/>
            <a:ahLst/>
            <a:cxnLst/>
            <a:rect l="0" t="0" r="0" b="0"/>
            <a:pathLst>
              <a:path w="170765" h="147887">
                <a:moveTo>
                  <a:pt x="85382" y="0"/>
                </a:moveTo>
                <a:lnTo>
                  <a:pt x="170765" y="147887"/>
                </a:lnTo>
                <a:lnTo>
                  <a:pt x="0" y="147887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8" name="pt98">
            <a:extLst>
              <a:ext uri="{FF2B5EF4-FFF2-40B4-BE49-F238E27FC236}">
                <a16:creationId xmlns:a16="http://schemas.microsoft.com/office/drawing/2014/main" id="{695833DC-46D3-86A0-BEA3-26B6EEFCA83A}"/>
              </a:ext>
            </a:extLst>
          </p:cNvPr>
          <p:cNvSpPr/>
          <p:nvPr/>
        </p:nvSpPr>
        <p:spPr>
          <a:xfrm>
            <a:off x="3945953" y="8580326"/>
            <a:ext cx="51477" cy="5147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39" name="pt99">
            <a:extLst>
              <a:ext uri="{FF2B5EF4-FFF2-40B4-BE49-F238E27FC236}">
                <a16:creationId xmlns:a16="http://schemas.microsoft.com/office/drawing/2014/main" id="{5EF995C0-D3CF-02FC-76AC-52050999D557}"/>
              </a:ext>
            </a:extLst>
          </p:cNvPr>
          <p:cNvSpPr/>
          <p:nvPr/>
        </p:nvSpPr>
        <p:spPr>
          <a:xfrm>
            <a:off x="8650666" y="9052160"/>
            <a:ext cx="48844" cy="48844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0" name="pt100">
            <a:extLst>
              <a:ext uri="{FF2B5EF4-FFF2-40B4-BE49-F238E27FC236}">
                <a16:creationId xmlns:a16="http://schemas.microsoft.com/office/drawing/2014/main" id="{FDDF165D-7621-85F5-DFBE-C40BB0895D6E}"/>
              </a:ext>
            </a:extLst>
          </p:cNvPr>
          <p:cNvSpPr/>
          <p:nvPr/>
        </p:nvSpPr>
        <p:spPr>
          <a:xfrm>
            <a:off x="3882203" y="9055340"/>
            <a:ext cx="48630" cy="48630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1" name="pt101">
            <a:extLst>
              <a:ext uri="{FF2B5EF4-FFF2-40B4-BE49-F238E27FC236}">
                <a16:creationId xmlns:a16="http://schemas.microsoft.com/office/drawing/2014/main" id="{B31A8BE7-3C65-5E99-9BC6-FF772883A078}"/>
              </a:ext>
            </a:extLst>
          </p:cNvPr>
          <p:cNvSpPr/>
          <p:nvPr/>
        </p:nvSpPr>
        <p:spPr>
          <a:xfrm>
            <a:off x="4461277" y="8568763"/>
            <a:ext cx="85339" cy="8533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2" name="pg103">
            <a:extLst>
              <a:ext uri="{FF2B5EF4-FFF2-40B4-BE49-F238E27FC236}">
                <a16:creationId xmlns:a16="http://schemas.microsoft.com/office/drawing/2014/main" id="{AF838978-BC4B-A8A3-F2EE-E2C6BE1F2BCC}"/>
              </a:ext>
            </a:extLst>
          </p:cNvPr>
          <p:cNvSpPr/>
          <p:nvPr/>
        </p:nvSpPr>
        <p:spPr>
          <a:xfrm>
            <a:off x="6594136" y="7924706"/>
            <a:ext cx="55936" cy="48442"/>
          </a:xfrm>
          <a:custGeom>
            <a:avLst/>
            <a:gdLst/>
            <a:ahLst/>
            <a:cxnLst/>
            <a:rect l="0" t="0" r="0" b="0"/>
            <a:pathLst>
              <a:path w="83904" h="72663">
                <a:moveTo>
                  <a:pt x="41952" y="0"/>
                </a:moveTo>
                <a:lnTo>
                  <a:pt x="83904" y="72663"/>
                </a:lnTo>
                <a:lnTo>
                  <a:pt x="0" y="72663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3" name="pt104">
            <a:extLst>
              <a:ext uri="{FF2B5EF4-FFF2-40B4-BE49-F238E27FC236}">
                <a16:creationId xmlns:a16="http://schemas.microsoft.com/office/drawing/2014/main" id="{0A3E88EE-A314-168D-441F-E142722FF32D}"/>
              </a:ext>
            </a:extLst>
          </p:cNvPr>
          <p:cNvSpPr/>
          <p:nvPr/>
        </p:nvSpPr>
        <p:spPr>
          <a:xfrm>
            <a:off x="5600306" y="8383454"/>
            <a:ext cx="66649" cy="66649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4" name="pg105">
            <a:extLst>
              <a:ext uri="{FF2B5EF4-FFF2-40B4-BE49-F238E27FC236}">
                <a16:creationId xmlns:a16="http://schemas.microsoft.com/office/drawing/2014/main" id="{872BA26D-EFE6-2E03-4718-4B86C1F50C14}"/>
              </a:ext>
            </a:extLst>
          </p:cNvPr>
          <p:cNvSpPr/>
          <p:nvPr/>
        </p:nvSpPr>
        <p:spPr>
          <a:xfrm>
            <a:off x="7968418" y="7259117"/>
            <a:ext cx="44683" cy="38697"/>
          </a:xfrm>
          <a:custGeom>
            <a:avLst/>
            <a:gdLst/>
            <a:ahLst/>
            <a:cxnLst/>
            <a:rect l="0" t="0" r="0" b="0"/>
            <a:pathLst>
              <a:path w="67025" h="58046">
                <a:moveTo>
                  <a:pt x="33512" y="0"/>
                </a:moveTo>
                <a:lnTo>
                  <a:pt x="67025" y="58046"/>
                </a:lnTo>
                <a:lnTo>
                  <a:pt x="0" y="58046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5" name="pg106">
            <a:extLst>
              <a:ext uri="{FF2B5EF4-FFF2-40B4-BE49-F238E27FC236}">
                <a16:creationId xmlns:a16="http://schemas.microsoft.com/office/drawing/2014/main" id="{8790D349-CD80-3109-330E-31E1EF7FF3CC}"/>
              </a:ext>
            </a:extLst>
          </p:cNvPr>
          <p:cNvSpPr/>
          <p:nvPr/>
        </p:nvSpPr>
        <p:spPr>
          <a:xfrm>
            <a:off x="9018705" y="8576374"/>
            <a:ext cx="73131" cy="63333"/>
          </a:xfrm>
          <a:custGeom>
            <a:avLst/>
            <a:gdLst/>
            <a:ahLst/>
            <a:cxnLst/>
            <a:rect l="0" t="0" r="0" b="0"/>
            <a:pathLst>
              <a:path w="109697" h="95000">
                <a:moveTo>
                  <a:pt x="54848" y="0"/>
                </a:moveTo>
                <a:lnTo>
                  <a:pt x="109697" y="95000"/>
                </a:lnTo>
                <a:lnTo>
                  <a:pt x="0" y="95000"/>
                </a:lnTo>
                <a:close/>
              </a:path>
            </a:pathLst>
          </a:custGeom>
          <a:solidFill>
            <a:srgbClr val="73AE95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6" name="pt107">
            <a:extLst>
              <a:ext uri="{FF2B5EF4-FFF2-40B4-BE49-F238E27FC236}">
                <a16:creationId xmlns:a16="http://schemas.microsoft.com/office/drawing/2014/main" id="{EDF67B8D-7828-AB40-B651-473AB37472A6}"/>
              </a:ext>
            </a:extLst>
          </p:cNvPr>
          <p:cNvSpPr/>
          <p:nvPr/>
        </p:nvSpPr>
        <p:spPr>
          <a:xfrm>
            <a:off x="5991691" y="9660378"/>
            <a:ext cx="44245" cy="44245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7" name="pt108">
            <a:extLst>
              <a:ext uri="{FF2B5EF4-FFF2-40B4-BE49-F238E27FC236}">
                <a16:creationId xmlns:a16="http://schemas.microsoft.com/office/drawing/2014/main" id="{58D0F7BB-5F48-51BD-702D-018397C43F54}"/>
              </a:ext>
            </a:extLst>
          </p:cNvPr>
          <p:cNvSpPr/>
          <p:nvPr/>
        </p:nvSpPr>
        <p:spPr>
          <a:xfrm>
            <a:off x="3361951" y="8957215"/>
            <a:ext cx="46348" cy="46348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8" name="pt109">
            <a:extLst>
              <a:ext uri="{FF2B5EF4-FFF2-40B4-BE49-F238E27FC236}">
                <a16:creationId xmlns:a16="http://schemas.microsoft.com/office/drawing/2014/main" id="{715DF9E7-5CE0-3F6F-93E8-4997A922130C}"/>
              </a:ext>
            </a:extLst>
          </p:cNvPr>
          <p:cNvSpPr/>
          <p:nvPr/>
        </p:nvSpPr>
        <p:spPr>
          <a:xfrm>
            <a:off x="5092827" y="9317861"/>
            <a:ext cx="38823" cy="38823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49" name="pt110">
            <a:extLst>
              <a:ext uri="{FF2B5EF4-FFF2-40B4-BE49-F238E27FC236}">
                <a16:creationId xmlns:a16="http://schemas.microsoft.com/office/drawing/2014/main" id="{A44F59A6-595F-4AC6-9EC9-292486147EAB}"/>
              </a:ext>
            </a:extLst>
          </p:cNvPr>
          <p:cNvSpPr/>
          <p:nvPr/>
        </p:nvSpPr>
        <p:spPr>
          <a:xfrm>
            <a:off x="5085229" y="8512932"/>
            <a:ext cx="54017" cy="54017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50" name="pt111">
            <a:extLst>
              <a:ext uri="{FF2B5EF4-FFF2-40B4-BE49-F238E27FC236}">
                <a16:creationId xmlns:a16="http://schemas.microsoft.com/office/drawing/2014/main" id="{06E371C9-BEEF-61EA-FF2C-9E9F66D70322}"/>
              </a:ext>
            </a:extLst>
          </p:cNvPr>
          <p:cNvSpPr/>
          <p:nvPr/>
        </p:nvSpPr>
        <p:spPr>
          <a:xfrm>
            <a:off x="2759717" y="9320155"/>
            <a:ext cx="34232" cy="34232"/>
          </a:xfrm>
          <a:prstGeom prst="ellipse">
            <a:avLst/>
          </a:prstGeom>
          <a:solidFill>
            <a:srgbClr val="B04782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51" name="pg112">
            <a:extLst>
              <a:ext uri="{FF2B5EF4-FFF2-40B4-BE49-F238E27FC236}">
                <a16:creationId xmlns:a16="http://schemas.microsoft.com/office/drawing/2014/main" id="{C1C99DD5-7CD6-C25D-11E5-064D44A6DE1E}"/>
              </a:ext>
            </a:extLst>
          </p:cNvPr>
          <p:cNvSpPr/>
          <p:nvPr/>
        </p:nvSpPr>
        <p:spPr>
          <a:xfrm>
            <a:off x="2831145" y="6974989"/>
            <a:ext cx="7006213" cy="2707511"/>
          </a:xfrm>
          <a:custGeom>
            <a:avLst/>
            <a:gdLst/>
            <a:ahLst/>
            <a:cxnLst/>
            <a:rect l="0" t="0" r="0" b="0"/>
            <a:pathLst>
              <a:path w="10509320" h="4061267">
                <a:moveTo>
                  <a:pt x="0" y="0"/>
                </a:moveTo>
                <a:lnTo>
                  <a:pt x="146641" y="0"/>
                </a:lnTo>
                <a:lnTo>
                  <a:pt x="228109" y="0"/>
                </a:lnTo>
                <a:lnTo>
                  <a:pt x="228109" y="600779"/>
                </a:lnTo>
                <a:lnTo>
                  <a:pt x="301430" y="600779"/>
                </a:lnTo>
                <a:lnTo>
                  <a:pt x="301430" y="651639"/>
                </a:lnTo>
                <a:lnTo>
                  <a:pt x="366604" y="651639"/>
                </a:lnTo>
                <a:lnTo>
                  <a:pt x="366604" y="1634334"/>
                </a:lnTo>
                <a:lnTo>
                  <a:pt x="382897" y="1634334"/>
                </a:lnTo>
                <a:lnTo>
                  <a:pt x="382897" y="1811999"/>
                </a:lnTo>
                <a:lnTo>
                  <a:pt x="439925" y="1811999"/>
                </a:lnTo>
                <a:lnTo>
                  <a:pt x="439925" y="1829969"/>
                </a:lnTo>
                <a:lnTo>
                  <a:pt x="578419" y="1829969"/>
                </a:lnTo>
                <a:lnTo>
                  <a:pt x="578419" y="1870866"/>
                </a:lnTo>
                <a:lnTo>
                  <a:pt x="749501" y="1870866"/>
                </a:lnTo>
                <a:lnTo>
                  <a:pt x="749501" y="1881987"/>
                </a:lnTo>
                <a:lnTo>
                  <a:pt x="871703" y="1881987"/>
                </a:lnTo>
                <a:lnTo>
                  <a:pt x="871703" y="2196414"/>
                </a:lnTo>
                <a:lnTo>
                  <a:pt x="969464" y="2196414"/>
                </a:lnTo>
                <a:lnTo>
                  <a:pt x="969464" y="2113135"/>
                </a:lnTo>
                <a:lnTo>
                  <a:pt x="1034638" y="2113135"/>
                </a:lnTo>
                <a:lnTo>
                  <a:pt x="1034638" y="2119081"/>
                </a:lnTo>
                <a:lnTo>
                  <a:pt x="1107959" y="2119081"/>
                </a:lnTo>
                <a:lnTo>
                  <a:pt x="1107959" y="2121171"/>
                </a:lnTo>
                <a:lnTo>
                  <a:pt x="1222013" y="2121171"/>
                </a:lnTo>
                <a:lnTo>
                  <a:pt x="1222013" y="2152351"/>
                </a:lnTo>
                <a:lnTo>
                  <a:pt x="1327921" y="2152351"/>
                </a:lnTo>
                <a:lnTo>
                  <a:pt x="1327921" y="2202717"/>
                </a:lnTo>
                <a:lnTo>
                  <a:pt x="1441976" y="2202717"/>
                </a:lnTo>
                <a:lnTo>
                  <a:pt x="1441976" y="2213005"/>
                </a:lnTo>
                <a:lnTo>
                  <a:pt x="1556031" y="2213005"/>
                </a:lnTo>
                <a:lnTo>
                  <a:pt x="1556031" y="2218633"/>
                </a:lnTo>
                <a:lnTo>
                  <a:pt x="1661939" y="2218633"/>
                </a:lnTo>
                <a:lnTo>
                  <a:pt x="1661939" y="2282464"/>
                </a:lnTo>
                <a:lnTo>
                  <a:pt x="1784140" y="2282464"/>
                </a:lnTo>
                <a:lnTo>
                  <a:pt x="1784140" y="2258436"/>
                </a:lnTo>
                <a:lnTo>
                  <a:pt x="1898195" y="2258436"/>
                </a:lnTo>
                <a:lnTo>
                  <a:pt x="1898195" y="2327027"/>
                </a:lnTo>
                <a:lnTo>
                  <a:pt x="1995956" y="2327027"/>
                </a:lnTo>
                <a:lnTo>
                  <a:pt x="1995956" y="2329877"/>
                </a:lnTo>
                <a:lnTo>
                  <a:pt x="2110010" y="2329877"/>
                </a:lnTo>
                <a:lnTo>
                  <a:pt x="2110010" y="2010992"/>
                </a:lnTo>
                <a:lnTo>
                  <a:pt x="2224065" y="2010992"/>
                </a:lnTo>
                <a:lnTo>
                  <a:pt x="2224065" y="2013741"/>
                </a:lnTo>
                <a:lnTo>
                  <a:pt x="2338120" y="2013741"/>
                </a:lnTo>
                <a:lnTo>
                  <a:pt x="2338120" y="2066341"/>
                </a:lnTo>
                <a:lnTo>
                  <a:pt x="2452174" y="2066341"/>
                </a:lnTo>
                <a:lnTo>
                  <a:pt x="2452174" y="2075326"/>
                </a:lnTo>
                <a:lnTo>
                  <a:pt x="2566229" y="2075326"/>
                </a:lnTo>
                <a:lnTo>
                  <a:pt x="2566229" y="2082543"/>
                </a:lnTo>
                <a:lnTo>
                  <a:pt x="2680283" y="2082543"/>
                </a:lnTo>
                <a:lnTo>
                  <a:pt x="2680283" y="2083627"/>
                </a:lnTo>
                <a:lnTo>
                  <a:pt x="2794338" y="2083627"/>
                </a:lnTo>
                <a:lnTo>
                  <a:pt x="2794338" y="2088658"/>
                </a:lnTo>
                <a:lnTo>
                  <a:pt x="2908393" y="2088658"/>
                </a:lnTo>
                <a:lnTo>
                  <a:pt x="2908393" y="2051979"/>
                </a:lnTo>
                <a:lnTo>
                  <a:pt x="3022447" y="2051979"/>
                </a:lnTo>
                <a:lnTo>
                  <a:pt x="3022447" y="2066883"/>
                </a:lnTo>
                <a:lnTo>
                  <a:pt x="3136502" y="2066883"/>
                </a:lnTo>
                <a:lnTo>
                  <a:pt x="3136502" y="2061326"/>
                </a:lnTo>
                <a:lnTo>
                  <a:pt x="3250557" y="2061326"/>
                </a:lnTo>
                <a:lnTo>
                  <a:pt x="3250557" y="2090007"/>
                </a:lnTo>
                <a:lnTo>
                  <a:pt x="3364611" y="2090007"/>
                </a:lnTo>
                <a:lnTo>
                  <a:pt x="3364611" y="2098664"/>
                </a:lnTo>
                <a:lnTo>
                  <a:pt x="3478666" y="2098664"/>
                </a:lnTo>
                <a:lnTo>
                  <a:pt x="3478666" y="2109270"/>
                </a:lnTo>
                <a:lnTo>
                  <a:pt x="3592721" y="2109270"/>
                </a:lnTo>
                <a:lnTo>
                  <a:pt x="3592721" y="2166354"/>
                </a:lnTo>
                <a:lnTo>
                  <a:pt x="3755656" y="2166354"/>
                </a:lnTo>
                <a:lnTo>
                  <a:pt x="3755656" y="2147815"/>
                </a:lnTo>
                <a:lnTo>
                  <a:pt x="3918591" y="2147815"/>
                </a:lnTo>
                <a:lnTo>
                  <a:pt x="3918591" y="2148955"/>
                </a:lnTo>
                <a:lnTo>
                  <a:pt x="4089673" y="2148955"/>
                </a:lnTo>
                <a:lnTo>
                  <a:pt x="4089673" y="2149167"/>
                </a:lnTo>
                <a:lnTo>
                  <a:pt x="4228168" y="2149167"/>
                </a:lnTo>
                <a:lnTo>
                  <a:pt x="4228168" y="2142440"/>
                </a:lnTo>
                <a:lnTo>
                  <a:pt x="4285195" y="2142510"/>
                </a:lnTo>
                <a:lnTo>
                  <a:pt x="4382956" y="2142510"/>
                </a:lnTo>
                <a:lnTo>
                  <a:pt x="4382956" y="2144414"/>
                </a:lnTo>
                <a:lnTo>
                  <a:pt x="4505158" y="2144414"/>
                </a:lnTo>
                <a:lnTo>
                  <a:pt x="4505158" y="2144826"/>
                </a:lnTo>
                <a:lnTo>
                  <a:pt x="4611066" y="2144826"/>
                </a:lnTo>
                <a:lnTo>
                  <a:pt x="4611066" y="2143524"/>
                </a:lnTo>
                <a:lnTo>
                  <a:pt x="4716973" y="2143524"/>
                </a:lnTo>
                <a:lnTo>
                  <a:pt x="4716973" y="2143870"/>
                </a:lnTo>
                <a:lnTo>
                  <a:pt x="4888055" y="2143870"/>
                </a:lnTo>
                <a:lnTo>
                  <a:pt x="4888055" y="2190498"/>
                </a:lnTo>
                <a:lnTo>
                  <a:pt x="5059137" y="2190498"/>
                </a:lnTo>
                <a:lnTo>
                  <a:pt x="5059137" y="1997175"/>
                </a:lnTo>
                <a:lnTo>
                  <a:pt x="5230219" y="1997175"/>
                </a:lnTo>
                <a:lnTo>
                  <a:pt x="5230219" y="2010053"/>
                </a:lnTo>
                <a:lnTo>
                  <a:pt x="5401301" y="2010064"/>
                </a:lnTo>
                <a:lnTo>
                  <a:pt x="5572383" y="2010064"/>
                </a:lnTo>
                <a:lnTo>
                  <a:pt x="5572383" y="2010846"/>
                </a:lnTo>
                <a:lnTo>
                  <a:pt x="5743465" y="2010846"/>
                </a:lnTo>
                <a:lnTo>
                  <a:pt x="5743465" y="2011456"/>
                </a:lnTo>
                <a:lnTo>
                  <a:pt x="5857520" y="2011467"/>
                </a:lnTo>
                <a:lnTo>
                  <a:pt x="5987868" y="2011467"/>
                </a:lnTo>
                <a:lnTo>
                  <a:pt x="5987868" y="2011802"/>
                </a:lnTo>
                <a:lnTo>
                  <a:pt x="6273005" y="2011802"/>
                </a:lnTo>
                <a:lnTo>
                  <a:pt x="6273005" y="2013857"/>
                </a:lnTo>
                <a:lnTo>
                  <a:pt x="6492967" y="2013878"/>
                </a:lnTo>
                <a:lnTo>
                  <a:pt x="6549994" y="2013878"/>
                </a:lnTo>
                <a:lnTo>
                  <a:pt x="6549994" y="2002622"/>
                </a:lnTo>
                <a:lnTo>
                  <a:pt x="6664049" y="2002622"/>
                </a:lnTo>
                <a:lnTo>
                  <a:pt x="6664049" y="2003570"/>
                </a:lnTo>
                <a:lnTo>
                  <a:pt x="6778104" y="2003570"/>
                </a:lnTo>
                <a:lnTo>
                  <a:pt x="6778104" y="2004268"/>
                </a:lnTo>
                <a:lnTo>
                  <a:pt x="6949186" y="2004268"/>
                </a:lnTo>
                <a:lnTo>
                  <a:pt x="6949186" y="1993831"/>
                </a:lnTo>
                <a:lnTo>
                  <a:pt x="7120268" y="1993831"/>
                </a:lnTo>
                <a:lnTo>
                  <a:pt x="7120268" y="1988913"/>
                </a:lnTo>
                <a:lnTo>
                  <a:pt x="7226176" y="1988913"/>
                </a:lnTo>
                <a:lnTo>
                  <a:pt x="7226176" y="1989278"/>
                </a:lnTo>
                <a:lnTo>
                  <a:pt x="7340230" y="1989278"/>
                </a:lnTo>
                <a:lnTo>
                  <a:pt x="7340230" y="1989611"/>
                </a:lnTo>
                <a:lnTo>
                  <a:pt x="7454285" y="1989579"/>
                </a:lnTo>
                <a:lnTo>
                  <a:pt x="7625367" y="1989579"/>
                </a:lnTo>
                <a:lnTo>
                  <a:pt x="7625367" y="1988022"/>
                </a:lnTo>
                <a:lnTo>
                  <a:pt x="7796449" y="1988022"/>
                </a:lnTo>
                <a:lnTo>
                  <a:pt x="7796449" y="1986952"/>
                </a:lnTo>
                <a:lnTo>
                  <a:pt x="7910503" y="1986952"/>
                </a:lnTo>
                <a:lnTo>
                  <a:pt x="8024558" y="1986952"/>
                </a:lnTo>
                <a:lnTo>
                  <a:pt x="8024558" y="1987228"/>
                </a:lnTo>
                <a:lnTo>
                  <a:pt x="8138613" y="1987261"/>
                </a:lnTo>
                <a:lnTo>
                  <a:pt x="8252667" y="1987184"/>
                </a:lnTo>
                <a:lnTo>
                  <a:pt x="8374869" y="1987184"/>
                </a:lnTo>
                <a:lnTo>
                  <a:pt x="8374869" y="1987818"/>
                </a:lnTo>
                <a:lnTo>
                  <a:pt x="8488923" y="1987818"/>
                </a:lnTo>
                <a:lnTo>
                  <a:pt x="8488923" y="1988224"/>
                </a:lnTo>
                <a:lnTo>
                  <a:pt x="8651858" y="1988224"/>
                </a:lnTo>
                <a:lnTo>
                  <a:pt x="8651858" y="1987907"/>
                </a:lnTo>
                <a:lnTo>
                  <a:pt x="8822940" y="1987907"/>
                </a:lnTo>
                <a:lnTo>
                  <a:pt x="8822940" y="1990315"/>
                </a:lnTo>
                <a:lnTo>
                  <a:pt x="9051050" y="1990315"/>
                </a:lnTo>
                <a:lnTo>
                  <a:pt x="9051050" y="1990492"/>
                </a:lnTo>
                <a:lnTo>
                  <a:pt x="9279159" y="1990492"/>
                </a:lnTo>
                <a:lnTo>
                  <a:pt x="9279159" y="1996119"/>
                </a:lnTo>
                <a:lnTo>
                  <a:pt x="9450241" y="1996119"/>
                </a:lnTo>
                <a:lnTo>
                  <a:pt x="9450241" y="2000322"/>
                </a:lnTo>
                <a:lnTo>
                  <a:pt x="9621323" y="2000322"/>
                </a:lnTo>
                <a:lnTo>
                  <a:pt x="9621323" y="2000682"/>
                </a:lnTo>
                <a:lnTo>
                  <a:pt x="9930900" y="2000682"/>
                </a:lnTo>
                <a:lnTo>
                  <a:pt x="9930900" y="2002349"/>
                </a:lnTo>
                <a:lnTo>
                  <a:pt x="10216036" y="2002349"/>
                </a:lnTo>
                <a:lnTo>
                  <a:pt x="10216036" y="2002573"/>
                </a:lnTo>
                <a:lnTo>
                  <a:pt x="10370825" y="2002573"/>
                </a:lnTo>
                <a:lnTo>
                  <a:pt x="10370825" y="2003706"/>
                </a:lnTo>
                <a:lnTo>
                  <a:pt x="10509320" y="2003736"/>
                </a:lnTo>
                <a:lnTo>
                  <a:pt x="10509320" y="2214537"/>
                </a:lnTo>
                <a:lnTo>
                  <a:pt x="10370825" y="2214537"/>
                </a:lnTo>
                <a:lnTo>
                  <a:pt x="10370825" y="2213977"/>
                </a:lnTo>
                <a:lnTo>
                  <a:pt x="10216036" y="2213977"/>
                </a:lnTo>
                <a:lnTo>
                  <a:pt x="10216036" y="2213829"/>
                </a:lnTo>
                <a:lnTo>
                  <a:pt x="9930900" y="2213829"/>
                </a:lnTo>
                <a:lnTo>
                  <a:pt x="9930900" y="2212234"/>
                </a:lnTo>
                <a:lnTo>
                  <a:pt x="9621323" y="2212234"/>
                </a:lnTo>
                <a:lnTo>
                  <a:pt x="9621323" y="2211976"/>
                </a:lnTo>
                <a:lnTo>
                  <a:pt x="9450241" y="2211976"/>
                </a:lnTo>
                <a:lnTo>
                  <a:pt x="9450241" y="2208857"/>
                </a:lnTo>
                <a:lnTo>
                  <a:pt x="9279159" y="2208857"/>
                </a:lnTo>
                <a:lnTo>
                  <a:pt x="9279159" y="2203473"/>
                </a:lnTo>
                <a:lnTo>
                  <a:pt x="9051050" y="2203347"/>
                </a:lnTo>
                <a:lnTo>
                  <a:pt x="8822940" y="2203347"/>
                </a:lnTo>
                <a:lnTo>
                  <a:pt x="8822940" y="2201214"/>
                </a:lnTo>
                <a:lnTo>
                  <a:pt x="8651858" y="2201214"/>
                </a:lnTo>
                <a:lnTo>
                  <a:pt x="8651858" y="2201506"/>
                </a:lnTo>
                <a:lnTo>
                  <a:pt x="8488923" y="2201506"/>
                </a:lnTo>
                <a:lnTo>
                  <a:pt x="8488923" y="2201252"/>
                </a:lnTo>
                <a:lnTo>
                  <a:pt x="8374869" y="2201252"/>
                </a:lnTo>
                <a:lnTo>
                  <a:pt x="8374869" y="2200763"/>
                </a:lnTo>
                <a:lnTo>
                  <a:pt x="8252667" y="2200837"/>
                </a:lnTo>
                <a:lnTo>
                  <a:pt x="8138613" y="2200833"/>
                </a:lnTo>
                <a:lnTo>
                  <a:pt x="8024558" y="2200833"/>
                </a:lnTo>
                <a:lnTo>
                  <a:pt x="8024558" y="2200629"/>
                </a:lnTo>
                <a:lnTo>
                  <a:pt x="7910503" y="2200640"/>
                </a:lnTo>
                <a:lnTo>
                  <a:pt x="7796449" y="2200640"/>
                </a:lnTo>
                <a:lnTo>
                  <a:pt x="7796449" y="2202116"/>
                </a:lnTo>
                <a:lnTo>
                  <a:pt x="7625367" y="2202116"/>
                </a:lnTo>
                <a:lnTo>
                  <a:pt x="7625367" y="2204297"/>
                </a:lnTo>
                <a:lnTo>
                  <a:pt x="7454285" y="2204336"/>
                </a:lnTo>
                <a:lnTo>
                  <a:pt x="7340230" y="2204336"/>
                </a:lnTo>
                <a:lnTo>
                  <a:pt x="7340230" y="2204084"/>
                </a:lnTo>
                <a:lnTo>
                  <a:pt x="7226176" y="2204084"/>
                </a:lnTo>
                <a:lnTo>
                  <a:pt x="7226176" y="2203845"/>
                </a:lnTo>
                <a:lnTo>
                  <a:pt x="7120268" y="2203845"/>
                </a:lnTo>
                <a:lnTo>
                  <a:pt x="7120268" y="2209761"/>
                </a:lnTo>
                <a:lnTo>
                  <a:pt x="6949186" y="2209761"/>
                </a:lnTo>
                <a:lnTo>
                  <a:pt x="6949186" y="2225516"/>
                </a:lnTo>
                <a:lnTo>
                  <a:pt x="6778104" y="2225516"/>
                </a:lnTo>
                <a:lnTo>
                  <a:pt x="6778104" y="2225029"/>
                </a:lnTo>
                <a:lnTo>
                  <a:pt x="6664049" y="2225029"/>
                </a:lnTo>
                <a:lnTo>
                  <a:pt x="6664049" y="2225162"/>
                </a:lnTo>
                <a:lnTo>
                  <a:pt x="6549994" y="2225162"/>
                </a:lnTo>
                <a:lnTo>
                  <a:pt x="6549994" y="2253827"/>
                </a:lnTo>
                <a:lnTo>
                  <a:pt x="6492967" y="2253827"/>
                </a:lnTo>
                <a:lnTo>
                  <a:pt x="6273005" y="2253827"/>
                </a:lnTo>
                <a:lnTo>
                  <a:pt x="6273005" y="2252597"/>
                </a:lnTo>
                <a:lnTo>
                  <a:pt x="5987868" y="2252597"/>
                </a:lnTo>
                <a:lnTo>
                  <a:pt x="5987868" y="2252371"/>
                </a:lnTo>
                <a:lnTo>
                  <a:pt x="5857520" y="2252382"/>
                </a:lnTo>
                <a:lnTo>
                  <a:pt x="5743465" y="2252382"/>
                </a:lnTo>
                <a:lnTo>
                  <a:pt x="5743465" y="2252223"/>
                </a:lnTo>
                <a:lnTo>
                  <a:pt x="5572383" y="2252223"/>
                </a:lnTo>
                <a:lnTo>
                  <a:pt x="5572383" y="2251543"/>
                </a:lnTo>
                <a:lnTo>
                  <a:pt x="5401301" y="2251554"/>
                </a:lnTo>
                <a:lnTo>
                  <a:pt x="5230219" y="2251554"/>
                </a:lnTo>
                <a:lnTo>
                  <a:pt x="5230219" y="2240204"/>
                </a:lnTo>
                <a:lnTo>
                  <a:pt x="5059137" y="2240204"/>
                </a:lnTo>
                <a:lnTo>
                  <a:pt x="5059137" y="2966327"/>
                </a:lnTo>
                <a:lnTo>
                  <a:pt x="4888055" y="2966327"/>
                </a:lnTo>
                <a:lnTo>
                  <a:pt x="4888055" y="2946595"/>
                </a:lnTo>
                <a:lnTo>
                  <a:pt x="4716973" y="2946605"/>
                </a:lnTo>
                <a:lnTo>
                  <a:pt x="4611066" y="2946605"/>
                </a:lnTo>
                <a:lnTo>
                  <a:pt x="4611066" y="2946873"/>
                </a:lnTo>
                <a:lnTo>
                  <a:pt x="4505158" y="2946926"/>
                </a:lnTo>
                <a:lnTo>
                  <a:pt x="4382956" y="2946878"/>
                </a:lnTo>
                <a:lnTo>
                  <a:pt x="4285195" y="2946919"/>
                </a:lnTo>
                <a:lnTo>
                  <a:pt x="4228168" y="2946919"/>
                </a:lnTo>
                <a:lnTo>
                  <a:pt x="4228168" y="2971534"/>
                </a:lnTo>
                <a:lnTo>
                  <a:pt x="4089673" y="2971534"/>
                </a:lnTo>
                <a:lnTo>
                  <a:pt x="4089673" y="2971719"/>
                </a:lnTo>
                <a:lnTo>
                  <a:pt x="3918591" y="2971719"/>
                </a:lnTo>
                <a:lnTo>
                  <a:pt x="3918591" y="2971577"/>
                </a:lnTo>
                <a:lnTo>
                  <a:pt x="3755656" y="2971577"/>
                </a:lnTo>
                <a:lnTo>
                  <a:pt x="3755656" y="2975582"/>
                </a:lnTo>
                <a:lnTo>
                  <a:pt x="3592721" y="2975582"/>
                </a:lnTo>
                <a:lnTo>
                  <a:pt x="3592721" y="2935304"/>
                </a:lnTo>
                <a:lnTo>
                  <a:pt x="3478666" y="2935304"/>
                </a:lnTo>
                <a:lnTo>
                  <a:pt x="3478666" y="2945549"/>
                </a:lnTo>
                <a:lnTo>
                  <a:pt x="3364611" y="2945549"/>
                </a:lnTo>
                <a:lnTo>
                  <a:pt x="3364611" y="3062210"/>
                </a:lnTo>
                <a:lnTo>
                  <a:pt x="3250557" y="3062210"/>
                </a:lnTo>
                <a:lnTo>
                  <a:pt x="3250557" y="3052407"/>
                </a:lnTo>
                <a:lnTo>
                  <a:pt x="3136502" y="3052426"/>
                </a:lnTo>
                <a:lnTo>
                  <a:pt x="3022447" y="3052426"/>
                </a:lnTo>
                <a:lnTo>
                  <a:pt x="3022447" y="3046927"/>
                </a:lnTo>
                <a:lnTo>
                  <a:pt x="2908393" y="3046927"/>
                </a:lnTo>
                <a:lnTo>
                  <a:pt x="2908393" y="3100876"/>
                </a:lnTo>
                <a:lnTo>
                  <a:pt x="2794338" y="3100876"/>
                </a:lnTo>
                <a:lnTo>
                  <a:pt x="2794338" y="3102006"/>
                </a:lnTo>
                <a:lnTo>
                  <a:pt x="2680283" y="3102006"/>
                </a:lnTo>
                <a:lnTo>
                  <a:pt x="2680283" y="3103100"/>
                </a:lnTo>
                <a:lnTo>
                  <a:pt x="2566229" y="3103100"/>
                </a:lnTo>
                <a:lnTo>
                  <a:pt x="2566229" y="3134226"/>
                </a:lnTo>
                <a:lnTo>
                  <a:pt x="2452174" y="3134226"/>
                </a:lnTo>
                <a:lnTo>
                  <a:pt x="2452174" y="3180369"/>
                </a:lnTo>
                <a:lnTo>
                  <a:pt x="2338120" y="3180369"/>
                </a:lnTo>
                <a:lnTo>
                  <a:pt x="2338120" y="3143927"/>
                </a:lnTo>
                <a:lnTo>
                  <a:pt x="2224065" y="3143927"/>
                </a:lnTo>
                <a:lnTo>
                  <a:pt x="2224065" y="3144488"/>
                </a:lnTo>
                <a:lnTo>
                  <a:pt x="2110010" y="3144488"/>
                </a:lnTo>
                <a:lnTo>
                  <a:pt x="2110010" y="3874166"/>
                </a:lnTo>
                <a:lnTo>
                  <a:pt x="1995956" y="3874166"/>
                </a:lnTo>
                <a:lnTo>
                  <a:pt x="1995956" y="3876899"/>
                </a:lnTo>
                <a:lnTo>
                  <a:pt x="1898195" y="3876899"/>
                </a:lnTo>
                <a:lnTo>
                  <a:pt x="1898195" y="3820598"/>
                </a:lnTo>
                <a:lnTo>
                  <a:pt x="1784140" y="3820598"/>
                </a:lnTo>
                <a:lnTo>
                  <a:pt x="1784140" y="3947861"/>
                </a:lnTo>
                <a:lnTo>
                  <a:pt x="1661939" y="3947861"/>
                </a:lnTo>
                <a:lnTo>
                  <a:pt x="1661939" y="3997479"/>
                </a:lnTo>
                <a:lnTo>
                  <a:pt x="1556031" y="3997479"/>
                </a:lnTo>
                <a:lnTo>
                  <a:pt x="1556031" y="4001296"/>
                </a:lnTo>
                <a:lnTo>
                  <a:pt x="1441976" y="4001296"/>
                </a:lnTo>
                <a:lnTo>
                  <a:pt x="1441976" y="4007253"/>
                </a:lnTo>
                <a:lnTo>
                  <a:pt x="1327921" y="4007253"/>
                </a:lnTo>
                <a:lnTo>
                  <a:pt x="1327921" y="4061267"/>
                </a:lnTo>
                <a:lnTo>
                  <a:pt x="1222013" y="4061267"/>
                </a:lnTo>
                <a:lnTo>
                  <a:pt x="1107959" y="4061267"/>
                </a:lnTo>
                <a:lnTo>
                  <a:pt x="1034638" y="4061267"/>
                </a:lnTo>
                <a:lnTo>
                  <a:pt x="969464" y="4061267"/>
                </a:lnTo>
                <a:lnTo>
                  <a:pt x="871703" y="4061267"/>
                </a:lnTo>
                <a:lnTo>
                  <a:pt x="749501" y="4061267"/>
                </a:lnTo>
                <a:lnTo>
                  <a:pt x="578419" y="4061267"/>
                </a:lnTo>
                <a:lnTo>
                  <a:pt x="439925" y="4061267"/>
                </a:lnTo>
                <a:lnTo>
                  <a:pt x="382897" y="4061267"/>
                </a:lnTo>
                <a:lnTo>
                  <a:pt x="366604" y="4061267"/>
                </a:lnTo>
                <a:lnTo>
                  <a:pt x="301430" y="4061267"/>
                </a:lnTo>
                <a:lnTo>
                  <a:pt x="228109" y="4061267"/>
                </a:lnTo>
                <a:lnTo>
                  <a:pt x="146641" y="4061267"/>
                </a:lnTo>
                <a:lnTo>
                  <a:pt x="0" y="4061267"/>
                </a:lnTo>
                <a:close/>
              </a:path>
            </a:pathLst>
          </a:custGeom>
          <a:solidFill>
            <a:srgbClr val="4682B4">
              <a:alpha val="50196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52" name="pl113">
            <a:extLst>
              <a:ext uri="{FF2B5EF4-FFF2-40B4-BE49-F238E27FC236}">
                <a16:creationId xmlns:a16="http://schemas.microsoft.com/office/drawing/2014/main" id="{45C2D14F-FA97-CCBF-B9FA-4E3B7C5F9A85}"/>
              </a:ext>
            </a:extLst>
          </p:cNvPr>
          <p:cNvSpPr/>
          <p:nvPr/>
        </p:nvSpPr>
        <p:spPr>
          <a:xfrm>
            <a:off x="2831145" y="6974989"/>
            <a:ext cx="7006213" cy="1553251"/>
          </a:xfrm>
          <a:custGeom>
            <a:avLst/>
            <a:gdLst/>
            <a:ahLst/>
            <a:cxnLst/>
            <a:rect l="0" t="0" r="0" b="0"/>
            <a:pathLst>
              <a:path w="10509320" h="2329877">
                <a:moveTo>
                  <a:pt x="0" y="0"/>
                </a:moveTo>
                <a:lnTo>
                  <a:pt x="146641" y="0"/>
                </a:lnTo>
                <a:lnTo>
                  <a:pt x="146641" y="0"/>
                </a:lnTo>
                <a:lnTo>
                  <a:pt x="228109" y="0"/>
                </a:lnTo>
                <a:lnTo>
                  <a:pt x="228109" y="600779"/>
                </a:lnTo>
                <a:lnTo>
                  <a:pt x="301430" y="600779"/>
                </a:lnTo>
                <a:lnTo>
                  <a:pt x="301430" y="651639"/>
                </a:lnTo>
                <a:lnTo>
                  <a:pt x="366604" y="651639"/>
                </a:lnTo>
                <a:lnTo>
                  <a:pt x="366604" y="1634334"/>
                </a:lnTo>
                <a:lnTo>
                  <a:pt x="382897" y="1634334"/>
                </a:lnTo>
                <a:lnTo>
                  <a:pt x="382897" y="1811999"/>
                </a:lnTo>
                <a:lnTo>
                  <a:pt x="439925" y="1811999"/>
                </a:lnTo>
                <a:lnTo>
                  <a:pt x="439925" y="1829969"/>
                </a:lnTo>
                <a:lnTo>
                  <a:pt x="578419" y="1829969"/>
                </a:lnTo>
                <a:lnTo>
                  <a:pt x="578419" y="1870866"/>
                </a:lnTo>
                <a:lnTo>
                  <a:pt x="749501" y="1870866"/>
                </a:lnTo>
                <a:lnTo>
                  <a:pt x="749501" y="1881987"/>
                </a:lnTo>
                <a:lnTo>
                  <a:pt x="871703" y="1881987"/>
                </a:lnTo>
                <a:lnTo>
                  <a:pt x="871703" y="2196414"/>
                </a:lnTo>
                <a:lnTo>
                  <a:pt x="969464" y="2196414"/>
                </a:lnTo>
                <a:lnTo>
                  <a:pt x="969464" y="2113135"/>
                </a:lnTo>
                <a:lnTo>
                  <a:pt x="1034638" y="2113135"/>
                </a:lnTo>
                <a:lnTo>
                  <a:pt x="1034638" y="2119081"/>
                </a:lnTo>
                <a:lnTo>
                  <a:pt x="1107959" y="2119081"/>
                </a:lnTo>
                <a:lnTo>
                  <a:pt x="1107959" y="2121171"/>
                </a:lnTo>
                <a:lnTo>
                  <a:pt x="1222013" y="2121171"/>
                </a:lnTo>
                <a:lnTo>
                  <a:pt x="1222013" y="2152351"/>
                </a:lnTo>
                <a:lnTo>
                  <a:pt x="1327921" y="2152351"/>
                </a:lnTo>
                <a:lnTo>
                  <a:pt x="1327921" y="2202717"/>
                </a:lnTo>
                <a:lnTo>
                  <a:pt x="1441976" y="2202717"/>
                </a:lnTo>
                <a:lnTo>
                  <a:pt x="1441976" y="2213005"/>
                </a:lnTo>
                <a:lnTo>
                  <a:pt x="1556031" y="2213005"/>
                </a:lnTo>
                <a:lnTo>
                  <a:pt x="1556031" y="2218633"/>
                </a:lnTo>
                <a:lnTo>
                  <a:pt x="1661939" y="2218633"/>
                </a:lnTo>
                <a:lnTo>
                  <a:pt x="1661939" y="2282464"/>
                </a:lnTo>
                <a:lnTo>
                  <a:pt x="1784140" y="2282464"/>
                </a:lnTo>
                <a:lnTo>
                  <a:pt x="1784140" y="2258436"/>
                </a:lnTo>
                <a:lnTo>
                  <a:pt x="1898195" y="2258436"/>
                </a:lnTo>
                <a:lnTo>
                  <a:pt x="1898195" y="2327027"/>
                </a:lnTo>
                <a:lnTo>
                  <a:pt x="1995956" y="2327027"/>
                </a:lnTo>
                <a:lnTo>
                  <a:pt x="1995956" y="2329877"/>
                </a:lnTo>
                <a:lnTo>
                  <a:pt x="2110010" y="2329877"/>
                </a:lnTo>
                <a:lnTo>
                  <a:pt x="2110010" y="2010992"/>
                </a:lnTo>
                <a:lnTo>
                  <a:pt x="2224065" y="2010992"/>
                </a:lnTo>
                <a:lnTo>
                  <a:pt x="2224065" y="2013741"/>
                </a:lnTo>
                <a:lnTo>
                  <a:pt x="2338120" y="2013741"/>
                </a:lnTo>
                <a:lnTo>
                  <a:pt x="2338120" y="2066341"/>
                </a:lnTo>
                <a:lnTo>
                  <a:pt x="2452174" y="2066341"/>
                </a:lnTo>
                <a:lnTo>
                  <a:pt x="2452174" y="2075326"/>
                </a:lnTo>
                <a:lnTo>
                  <a:pt x="2566229" y="2075326"/>
                </a:lnTo>
                <a:lnTo>
                  <a:pt x="2566229" y="2082543"/>
                </a:lnTo>
                <a:lnTo>
                  <a:pt x="2680283" y="2082543"/>
                </a:lnTo>
                <a:lnTo>
                  <a:pt x="2680283" y="2083627"/>
                </a:lnTo>
                <a:lnTo>
                  <a:pt x="2794338" y="2083627"/>
                </a:lnTo>
                <a:lnTo>
                  <a:pt x="2794338" y="2088658"/>
                </a:lnTo>
                <a:lnTo>
                  <a:pt x="2908393" y="2088658"/>
                </a:lnTo>
                <a:lnTo>
                  <a:pt x="2908393" y="2051979"/>
                </a:lnTo>
                <a:lnTo>
                  <a:pt x="3022447" y="2051979"/>
                </a:lnTo>
                <a:lnTo>
                  <a:pt x="3022447" y="2066883"/>
                </a:lnTo>
                <a:lnTo>
                  <a:pt x="3136502" y="2066883"/>
                </a:lnTo>
                <a:lnTo>
                  <a:pt x="3136502" y="2061326"/>
                </a:lnTo>
                <a:lnTo>
                  <a:pt x="3250557" y="2061326"/>
                </a:lnTo>
                <a:lnTo>
                  <a:pt x="3250557" y="2090007"/>
                </a:lnTo>
                <a:lnTo>
                  <a:pt x="3364611" y="2090007"/>
                </a:lnTo>
                <a:lnTo>
                  <a:pt x="3364611" y="2098664"/>
                </a:lnTo>
                <a:lnTo>
                  <a:pt x="3478666" y="2098664"/>
                </a:lnTo>
                <a:lnTo>
                  <a:pt x="3478666" y="2109270"/>
                </a:lnTo>
                <a:lnTo>
                  <a:pt x="3592721" y="2109270"/>
                </a:lnTo>
                <a:lnTo>
                  <a:pt x="3592721" y="2166354"/>
                </a:lnTo>
                <a:lnTo>
                  <a:pt x="3755656" y="2166354"/>
                </a:lnTo>
                <a:lnTo>
                  <a:pt x="3755656" y="2147815"/>
                </a:lnTo>
                <a:lnTo>
                  <a:pt x="3918591" y="2147815"/>
                </a:lnTo>
                <a:lnTo>
                  <a:pt x="3918591" y="2148955"/>
                </a:lnTo>
                <a:lnTo>
                  <a:pt x="4089673" y="2148955"/>
                </a:lnTo>
                <a:lnTo>
                  <a:pt x="4089673" y="2149167"/>
                </a:lnTo>
                <a:lnTo>
                  <a:pt x="4228168" y="2149167"/>
                </a:lnTo>
                <a:lnTo>
                  <a:pt x="4228168" y="2142440"/>
                </a:lnTo>
                <a:lnTo>
                  <a:pt x="4285195" y="2142440"/>
                </a:lnTo>
                <a:lnTo>
                  <a:pt x="4285195" y="2142510"/>
                </a:lnTo>
                <a:lnTo>
                  <a:pt x="4382956" y="2142510"/>
                </a:lnTo>
                <a:lnTo>
                  <a:pt x="4382956" y="2144414"/>
                </a:lnTo>
                <a:lnTo>
                  <a:pt x="4505158" y="2144414"/>
                </a:lnTo>
                <a:lnTo>
                  <a:pt x="4505158" y="2144826"/>
                </a:lnTo>
                <a:lnTo>
                  <a:pt x="4611066" y="2144826"/>
                </a:lnTo>
                <a:lnTo>
                  <a:pt x="4611066" y="2143524"/>
                </a:lnTo>
                <a:lnTo>
                  <a:pt x="4716973" y="2143524"/>
                </a:lnTo>
                <a:lnTo>
                  <a:pt x="4716973" y="2143870"/>
                </a:lnTo>
                <a:lnTo>
                  <a:pt x="4888055" y="2143870"/>
                </a:lnTo>
                <a:lnTo>
                  <a:pt x="4888055" y="2190498"/>
                </a:lnTo>
                <a:lnTo>
                  <a:pt x="5059137" y="2190498"/>
                </a:lnTo>
                <a:lnTo>
                  <a:pt x="5059137" y="1997175"/>
                </a:lnTo>
                <a:lnTo>
                  <a:pt x="5230219" y="1997175"/>
                </a:lnTo>
                <a:lnTo>
                  <a:pt x="5230219" y="2010053"/>
                </a:lnTo>
                <a:lnTo>
                  <a:pt x="5401301" y="2010053"/>
                </a:lnTo>
                <a:lnTo>
                  <a:pt x="5401301" y="2010064"/>
                </a:lnTo>
                <a:lnTo>
                  <a:pt x="5572383" y="2010064"/>
                </a:lnTo>
                <a:lnTo>
                  <a:pt x="5572383" y="2010846"/>
                </a:lnTo>
                <a:lnTo>
                  <a:pt x="5743465" y="2010846"/>
                </a:lnTo>
                <a:lnTo>
                  <a:pt x="5743465" y="2011456"/>
                </a:lnTo>
                <a:lnTo>
                  <a:pt x="5857520" y="2011456"/>
                </a:lnTo>
                <a:lnTo>
                  <a:pt x="5857520" y="2011467"/>
                </a:lnTo>
                <a:lnTo>
                  <a:pt x="5987868" y="2011467"/>
                </a:lnTo>
                <a:lnTo>
                  <a:pt x="5987868" y="2011802"/>
                </a:lnTo>
                <a:lnTo>
                  <a:pt x="6273005" y="2011802"/>
                </a:lnTo>
                <a:lnTo>
                  <a:pt x="6273005" y="2013857"/>
                </a:lnTo>
                <a:lnTo>
                  <a:pt x="6492967" y="2013857"/>
                </a:lnTo>
                <a:lnTo>
                  <a:pt x="6492967" y="2013878"/>
                </a:lnTo>
                <a:lnTo>
                  <a:pt x="6549994" y="2013878"/>
                </a:lnTo>
                <a:lnTo>
                  <a:pt x="6549994" y="2002622"/>
                </a:lnTo>
                <a:lnTo>
                  <a:pt x="6664049" y="2002622"/>
                </a:lnTo>
                <a:lnTo>
                  <a:pt x="6664049" y="2003570"/>
                </a:lnTo>
                <a:lnTo>
                  <a:pt x="6778104" y="2003570"/>
                </a:lnTo>
                <a:lnTo>
                  <a:pt x="6778104" y="2004268"/>
                </a:lnTo>
                <a:lnTo>
                  <a:pt x="6949186" y="2004268"/>
                </a:lnTo>
                <a:lnTo>
                  <a:pt x="6949186" y="1993831"/>
                </a:lnTo>
                <a:lnTo>
                  <a:pt x="7120268" y="1993831"/>
                </a:lnTo>
                <a:lnTo>
                  <a:pt x="7120268" y="1988913"/>
                </a:lnTo>
                <a:lnTo>
                  <a:pt x="7226176" y="1988913"/>
                </a:lnTo>
                <a:lnTo>
                  <a:pt x="7226176" y="1989278"/>
                </a:lnTo>
                <a:lnTo>
                  <a:pt x="7340230" y="1989278"/>
                </a:lnTo>
                <a:lnTo>
                  <a:pt x="7340230" y="1989611"/>
                </a:lnTo>
                <a:lnTo>
                  <a:pt x="7454285" y="1989611"/>
                </a:lnTo>
                <a:lnTo>
                  <a:pt x="7454285" y="1989579"/>
                </a:lnTo>
                <a:lnTo>
                  <a:pt x="7625367" y="1989579"/>
                </a:lnTo>
                <a:lnTo>
                  <a:pt x="7625367" y="1988022"/>
                </a:lnTo>
                <a:lnTo>
                  <a:pt x="7796449" y="1988022"/>
                </a:lnTo>
                <a:lnTo>
                  <a:pt x="7796449" y="1986952"/>
                </a:lnTo>
                <a:lnTo>
                  <a:pt x="7910503" y="1986952"/>
                </a:lnTo>
                <a:lnTo>
                  <a:pt x="7910503" y="1986952"/>
                </a:lnTo>
                <a:lnTo>
                  <a:pt x="8024558" y="1986952"/>
                </a:lnTo>
                <a:lnTo>
                  <a:pt x="8024558" y="1987228"/>
                </a:lnTo>
                <a:lnTo>
                  <a:pt x="8138613" y="1987228"/>
                </a:lnTo>
                <a:lnTo>
                  <a:pt x="8138613" y="1987261"/>
                </a:lnTo>
                <a:lnTo>
                  <a:pt x="8252667" y="1987261"/>
                </a:lnTo>
                <a:lnTo>
                  <a:pt x="8252667" y="1987184"/>
                </a:lnTo>
                <a:lnTo>
                  <a:pt x="8374869" y="1987184"/>
                </a:lnTo>
                <a:lnTo>
                  <a:pt x="8374869" y="1987818"/>
                </a:lnTo>
                <a:lnTo>
                  <a:pt x="8488923" y="1987818"/>
                </a:lnTo>
                <a:lnTo>
                  <a:pt x="8488923" y="1988224"/>
                </a:lnTo>
                <a:lnTo>
                  <a:pt x="8651858" y="1988224"/>
                </a:lnTo>
                <a:lnTo>
                  <a:pt x="8651858" y="1987907"/>
                </a:lnTo>
                <a:lnTo>
                  <a:pt x="8822940" y="1987907"/>
                </a:lnTo>
                <a:lnTo>
                  <a:pt x="8822940" y="1990315"/>
                </a:lnTo>
                <a:lnTo>
                  <a:pt x="9051050" y="1990315"/>
                </a:lnTo>
                <a:lnTo>
                  <a:pt x="9051050" y="1990492"/>
                </a:lnTo>
                <a:lnTo>
                  <a:pt x="9279159" y="1990492"/>
                </a:lnTo>
                <a:lnTo>
                  <a:pt x="9279159" y="1996119"/>
                </a:lnTo>
                <a:lnTo>
                  <a:pt x="9450241" y="1996119"/>
                </a:lnTo>
                <a:lnTo>
                  <a:pt x="9450241" y="2000322"/>
                </a:lnTo>
                <a:lnTo>
                  <a:pt x="9621323" y="2000322"/>
                </a:lnTo>
                <a:lnTo>
                  <a:pt x="9621323" y="2000682"/>
                </a:lnTo>
                <a:lnTo>
                  <a:pt x="9930900" y="2000682"/>
                </a:lnTo>
                <a:lnTo>
                  <a:pt x="9930900" y="2002349"/>
                </a:lnTo>
                <a:lnTo>
                  <a:pt x="10216036" y="2002349"/>
                </a:lnTo>
                <a:lnTo>
                  <a:pt x="10216036" y="2002573"/>
                </a:lnTo>
                <a:lnTo>
                  <a:pt x="10370825" y="2002573"/>
                </a:lnTo>
                <a:lnTo>
                  <a:pt x="10370825" y="2003706"/>
                </a:lnTo>
                <a:lnTo>
                  <a:pt x="10509320" y="2003706"/>
                </a:lnTo>
                <a:lnTo>
                  <a:pt x="10509320" y="2003736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653" name="pl114">
            <a:extLst>
              <a:ext uri="{FF2B5EF4-FFF2-40B4-BE49-F238E27FC236}">
                <a16:creationId xmlns:a16="http://schemas.microsoft.com/office/drawing/2014/main" id="{06B4A6D0-406F-A84D-A265-A181CFA1B2CF}"/>
              </a:ext>
            </a:extLst>
          </p:cNvPr>
          <p:cNvSpPr/>
          <p:nvPr/>
        </p:nvSpPr>
        <p:spPr>
          <a:xfrm>
            <a:off x="2831145" y="8442075"/>
            <a:ext cx="7006213" cy="1240425"/>
          </a:xfrm>
          <a:custGeom>
            <a:avLst/>
            <a:gdLst/>
            <a:ahLst/>
            <a:cxnLst/>
            <a:rect l="0" t="0" r="0" b="0"/>
            <a:pathLst>
              <a:path w="10509320" h="1860638">
                <a:moveTo>
                  <a:pt x="10509320" y="13923"/>
                </a:moveTo>
                <a:lnTo>
                  <a:pt x="10509320" y="13907"/>
                </a:lnTo>
                <a:lnTo>
                  <a:pt x="10370825" y="13907"/>
                </a:lnTo>
                <a:lnTo>
                  <a:pt x="10370825" y="13348"/>
                </a:lnTo>
                <a:lnTo>
                  <a:pt x="10216036" y="13348"/>
                </a:lnTo>
                <a:lnTo>
                  <a:pt x="10216036" y="13199"/>
                </a:lnTo>
                <a:lnTo>
                  <a:pt x="9930900" y="13199"/>
                </a:lnTo>
                <a:lnTo>
                  <a:pt x="9930900" y="11605"/>
                </a:lnTo>
                <a:lnTo>
                  <a:pt x="9621323" y="11605"/>
                </a:lnTo>
                <a:lnTo>
                  <a:pt x="9621323" y="11346"/>
                </a:lnTo>
                <a:lnTo>
                  <a:pt x="9450241" y="11346"/>
                </a:lnTo>
                <a:lnTo>
                  <a:pt x="9450241" y="8228"/>
                </a:lnTo>
                <a:lnTo>
                  <a:pt x="9279159" y="8228"/>
                </a:lnTo>
                <a:lnTo>
                  <a:pt x="9279159" y="2844"/>
                </a:lnTo>
                <a:lnTo>
                  <a:pt x="9051050" y="2844"/>
                </a:lnTo>
                <a:lnTo>
                  <a:pt x="9051050" y="2717"/>
                </a:lnTo>
                <a:lnTo>
                  <a:pt x="8822940" y="2717"/>
                </a:lnTo>
                <a:lnTo>
                  <a:pt x="8822940" y="584"/>
                </a:lnTo>
                <a:lnTo>
                  <a:pt x="8651858" y="584"/>
                </a:lnTo>
                <a:lnTo>
                  <a:pt x="8651858" y="876"/>
                </a:lnTo>
                <a:lnTo>
                  <a:pt x="8488923" y="876"/>
                </a:lnTo>
                <a:lnTo>
                  <a:pt x="8488923" y="622"/>
                </a:lnTo>
                <a:lnTo>
                  <a:pt x="8374869" y="622"/>
                </a:lnTo>
                <a:lnTo>
                  <a:pt x="8374869" y="134"/>
                </a:lnTo>
                <a:lnTo>
                  <a:pt x="8252667" y="134"/>
                </a:lnTo>
                <a:lnTo>
                  <a:pt x="8252667" y="208"/>
                </a:lnTo>
                <a:lnTo>
                  <a:pt x="8138613" y="208"/>
                </a:lnTo>
                <a:lnTo>
                  <a:pt x="8138613" y="204"/>
                </a:lnTo>
                <a:lnTo>
                  <a:pt x="8024558" y="204"/>
                </a:lnTo>
                <a:lnTo>
                  <a:pt x="8024558" y="0"/>
                </a:lnTo>
                <a:lnTo>
                  <a:pt x="7910503" y="0"/>
                </a:lnTo>
                <a:lnTo>
                  <a:pt x="7910503" y="10"/>
                </a:lnTo>
                <a:lnTo>
                  <a:pt x="7796449" y="10"/>
                </a:lnTo>
                <a:lnTo>
                  <a:pt x="7796449" y="1486"/>
                </a:lnTo>
                <a:lnTo>
                  <a:pt x="7625367" y="1486"/>
                </a:lnTo>
                <a:lnTo>
                  <a:pt x="7625367" y="3667"/>
                </a:lnTo>
                <a:lnTo>
                  <a:pt x="7454285" y="3667"/>
                </a:lnTo>
                <a:lnTo>
                  <a:pt x="7454285" y="3706"/>
                </a:lnTo>
                <a:lnTo>
                  <a:pt x="7340230" y="3706"/>
                </a:lnTo>
                <a:lnTo>
                  <a:pt x="7340230" y="3454"/>
                </a:lnTo>
                <a:lnTo>
                  <a:pt x="7226176" y="3454"/>
                </a:lnTo>
                <a:lnTo>
                  <a:pt x="7226176" y="3215"/>
                </a:lnTo>
                <a:lnTo>
                  <a:pt x="7120268" y="3215"/>
                </a:lnTo>
                <a:lnTo>
                  <a:pt x="7120268" y="9132"/>
                </a:lnTo>
                <a:lnTo>
                  <a:pt x="6949186" y="9132"/>
                </a:lnTo>
                <a:lnTo>
                  <a:pt x="6949186" y="24886"/>
                </a:lnTo>
                <a:lnTo>
                  <a:pt x="6778104" y="24886"/>
                </a:lnTo>
                <a:lnTo>
                  <a:pt x="6778104" y="24400"/>
                </a:lnTo>
                <a:lnTo>
                  <a:pt x="6664049" y="24400"/>
                </a:lnTo>
                <a:lnTo>
                  <a:pt x="6664049" y="24532"/>
                </a:lnTo>
                <a:lnTo>
                  <a:pt x="6549994" y="24532"/>
                </a:lnTo>
                <a:lnTo>
                  <a:pt x="6549994" y="53198"/>
                </a:lnTo>
                <a:lnTo>
                  <a:pt x="6492967" y="53198"/>
                </a:lnTo>
                <a:lnTo>
                  <a:pt x="6492967" y="53197"/>
                </a:lnTo>
                <a:lnTo>
                  <a:pt x="6273005" y="53197"/>
                </a:lnTo>
                <a:lnTo>
                  <a:pt x="6273005" y="51968"/>
                </a:lnTo>
                <a:lnTo>
                  <a:pt x="5987868" y="51968"/>
                </a:lnTo>
                <a:lnTo>
                  <a:pt x="5987868" y="51742"/>
                </a:lnTo>
                <a:lnTo>
                  <a:pt x="5857520" y="51742"/>
                </a:lnTo>
                <a:lnTo>
                  <a:pt x="5857520" y="51752"/>
                </a:lnTo>
                <a:lnTo>
                  <a:pt x="5743465" y="51752"/>
                </a:lnTo>
                <a:lnTo>
                  <a:pt x="5743465" y="51594"/>
                </a:lnTo>
                <a:lnTo>
                  <a:pt x="5572383" y="51594"/>
                </a:lnTo>
                <a:lnTo>
                  <a:pt x="5572383" y="50914"/>
                </a:lnTo>
                <a:lnTo>
                  <a:pt x="5401301" y="50914"/>
                </a:lnTo>
                <a:lnTo>
                  <a:pt x="5401301" y="50925"/>
                </a:lnTo>
                <a:lnTo>
                  <a:pt x="5230219" y="50925"/>
                </a:lnTo>
                <a:lnTo>
                  <a:pt x="5230219" y="39575"/>
                </a:lnTo>
                <a:lnTo>
                  <a:pt x="5059137" y="39575"/>
                </a:lnTo>
                <a:lnTo>
                  <a:pt x="5059137" y="765697"/>
                </a:lnTo>
                <a:lnTo>
                  <a:pt x="4888055" y="765697"/>
                </a:lnTo>
                <a:lnTo>
                  <a:pt x="4888055" y="745965"/>
                </a:lnTo>
                <a:lnTo>
                  <a:pt x="4716973" y="745965"/>
                </a:lnTo>
                <a:lnTo>
                  <a:pt x="4716973" y="745975"/>
                </a:lnTo>
                <a:lnTo>
                  <a:pt x="4611066" y="745975"/>
                </a:lnTo>
                <a:lnTo>
                  <a:pt x="4611066" y="746243"/>
                </a:lnTo>
                <a:lnTo>
                  <a:pt x="4505158" y="746243"/>
                </a:lnTo>
                <a:lnTo>
                  <a:pt x="4505158" y="746296"/>
                </a:lnTo>
                <a:lnTo>
                  <a:pt x="4382956" y="746296"/>
                </a:lnTo>
                <a:lnTo>
                  <a:pt x="4382956" y="746248"/>
                </a:lnTo>
                <a:lnTo>
                  <a:pt x="4285195" y="746248"/>
                </a:lnTo>
                <a:lnTo>
                  <a:pt x="4285195" y="746290"/>
                </a:lnTo>
                <a:lnTo>
                  <a:pt x="4228168" y="746290"/>
                </a:lnTo>
                <a:lnTo>
                  <a:pt x="4228168" y="770904"/>
                </a:lnTo>
                <a:lnTo>
                  <a:pt x="4089673" y="770904"/>
                </a:lnTo>
                <a:lnTo>
                  <a:pt x="4089673" y="771089"/>
                </a:lnTo>
                <a:lnTo>
                  <a:pt x="3918591" y="771089"/>
                </a:lnTo>
                <a:lnTo>
                  <a:pt x="3918591" y="770947"/>
                </a:lnTo>
                <a:lnTo>
                  <a:pt x="3755656" y="770947"/>
                </a:lnTo>
                <a:lnTo>
                  <a:pt x="3755656" y="774952"/>
                </a:lnTo>
                <a:lnTo>
                  <a:pt x="3592721" y="774952"/>
                </a:lnTo>
                <a:lnTo>
                  <a:pt x="3592721" y="734674"/>
                </a:lnTo>
                <a:lnTo>
                  <a:pt x="3478666" y="734674"/>
                </a:lnTo>
                <a:lnTo>
                  <a:pt x="3478666" y="744920"/>
                </a:lnTo>
                <a:lnTo>
                  <a:pt x="3364611" y="744920"/>
                </a:lnTo>
                <a:lnTo>
                  <a:pt x="3364611" y="861580"/>
                </a:lnTo>
                <a:lnTo>
                  <a:pt x="3250557" y="861580"/>
                </a:lnTo>
                <a:lnTo>
                  <a:pt x="3250557" y="851777"/>
                </a:lnTo>
                <a:lnTo>
                  <a:pt x="3136502" y="851777"/>
                </a:lnTo>
                <a:lnTo>
                  <a:pt x="3136502" y="851797"/>
                </a:lnTo>
                <a:lnTo>
                  <a:pt x="3022447" y="851797"/>
                </a:lnTo>
                <a:lnTo>
                  <a:pt x="3022447" y="846297"/>
                </a:lnTo>
                <a:lnTo>
                  <a:pt x="2908393" y="846297"/>
                </a:lnTo>
                <a:lnTo>
                  <a:pt x="2908393" y="900247"/>
                </a:lnTo>
                <a:lnTo>
                  <a:pt x="2794338" y="900247"/>
                </a:lnTo>
                <a:lnTo>
                  <a:pt x="2794338" y="901376"/>
                </a:lnTo>
                <a:lnTo>
                  <a:pt x="2680283" y="901376"/>
                </a:lnTo>
                <a:lnTo>
                  <a:pt x="2680283" y="902470"/>
                </a:lnTo>
                <a:lnTo>
                  <a:pt x="2566229" y="902470"/>
                </a:lnTo>
                <a:lnTo>
                  <a:pt x="2566229" y="933597"/>
                </a:lnTo>
                <a:lnTo>
                  <a:pt x="2452174" y="933597"/>
                </a:lnTo>
                <a:lnTo>
                  <a:pt x="2452174" y="979739"/>
                </a:lnTo>
                <a:lnTo>
                  <a:pt x="2338120" y="979739"/>
                </a:lnTo>
                <a:lnTo>
                  <a:pt x="2338120" y="943298"/>
                </a:lnTo>
                <a:lnTo>
                  <a:pt x="2224065" y="943298"/>
                </a:lnTo>
                <a:lnTo>
                  <a:pt x="2224065" y="943858"/>
                </a:lnTo>
                <a:lnTo>
                  <a:pt x="2110010" y="943858"/>
                </a:lnTo>
                <a:lnTo>
                  <a:pt x="2110010" y="1673536"/>
                </a:lnTo>
                <a:lnTo>
                  <a:pt x="1995956" y="1673536"/>
                </a:lnTo>
                <a:lnTo>
                  <a:pt x="1995956" y="1676270"/>
                </a:lnTo>
                <a:lnTo>
                  <a:pt x="1898195" y="1676270"/>
                </a:lnTo>
                <a:lnTo>
                  <a:pt x="1898195" y="1619968"/>
                </a:lnTo>
                <a:lnTo>
                  <a:pt x="1784140" y="1619968"/>
                </a:lnTo>
                <a:lnTo>
                  <a:pt x="1784140" y="1747231"/>
                </a:lnTo>
                <a:lnTo>
                  <a:pt x="1661939" y="1747231"/>
                </a:lnTo>
                <a:lnTo>
                  <a:pt x="1661939" y="1796849"/>
                </a:lnTo>
                <a:lnTo>
                  <a:pt x="1556031" y="1796849"/>
                </a:lnTo>
                <a:lnTo>
                  <a:pt x="1556031" y="1800666"/>
                </a:lnTo>
                <a:lnTo>
                  <a:pt x="1441976" y="1800666"/>
                </a:lnTo>
                <a:lnTo>
                  <a:pt x="1441976" y="1806623"/>
                </a:lnTo>
                <a:lnTo>
                  <a:pt x="1327921" y="1806623"/>
                </a:lnTo>
                <a:lnTo>
                  <a:pt x="1327921" y="1860638"/>
                </a:lnTo>
                <a:lnTo>
                  <a:pt x="1327921" y="1860638"/>
                </a:lnTo>
                <a:lnTo>
                  <a:pt x="1222013" y="1860638"/>
                </a:lnTo>
                <a:lnTo>
                  <a:pt x="1222013" y="1860638"/>
                </a:lnTo>
                <a:lnTo>
                  <a:pt x="1107959" y="1860638"/>
                </a:lnTo>
                <a:lnTo>
                  <a:pt x="1107959" y="1860638"/>
                </a:lnTo>
                <a:lnTo>
                  <a:pt x="1034638" y="1860638"/>
                </a:lnTo>
                <a:lnTo>
                  <a:pt x="1034638" y="1860638"/>
                </a:lnTo>
                <a:lnTo>
                  <a:pt x="969464" y="1860638"/>
                </a:lnTo>
                <a:lnTo>
                  <a:pt x="969464" y="1860638"/>
                </a:lnTo>
                <a:lnTo>
                  <a:pt x="871703" y="1860638"/>
                </a:lnTo>
                <a:lnTo>
                  <a:pt x="871703" y="1860638"/>
                </a:lnTo>
                <a:lnTo>
                  <a:pt x="749501" y="1860638"/>
                </a:lnTo>
                <a:lnTo>
                  <a:pt x="749501" y="1860638"/>
                </a:lnTo>
                <a:lnTo>
                  <a:pt x="578419" y="1860638"/>
                </a:lnTo>
                <a:lnTo>
                  <a:pt x="578419" y="1860638"/>
                </a:lnTo>
                <a:lnTo>
                  <a:pt x="439925" y="1860638"/>
                </a:lnTo>
                <a:lnTo>
                  <a:pt x="439925" y="1860638"/>
                </a:lnTo>
                <a:lnTo>
                  <a:pt x="382897" y="1860638"/>
                </a:lnTo>
                <a:lnTo>
                  <a:pt x="382897" y="1860638"/>
                </a:lnTo>
                <a:lnTo>
                  <a:pt x="366604" y="1860638"/>
                </a:lnTo>
                <a:lnTo>
                  <a:pt x="366604" y="1860638"/>
                </a:lnTo>
                <a:lnTo>
                  <a:pt x="301430" y="1860638"/>
                </a:lnTo>
                <a:lnTo>
                  <a:pt x="301430" y="1860638"/>
                </a:lnTo>
                <a:lnTo>
                  <a:pt x="228109" y="1860638"/>
                </a:lnTo>
                <a:lnTo>
                  <a:pt x="228109" y="1860638"/>
                </a:lnTo>
                <a:lnTo>
                  <a:pt x="146641" y="1860638"/>
                </a:lnTo>
                <a:lnTo>
                  <a:pt x="146641" y="1860638"/>
                </a:lnTo>
                <a:lnTo>
                  <a:pt x="0" y="1860638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654" name="pg115">
            <a:extLst>
              <a:ext uri="{FF2B5EF4-FFF2-40B4-BE49-F238E27FC236}">
                <a16:creationId xmlns:a16="http://schemas.microsoft.com/office/drawing/2014/main" id="{342BBFD3-98B0-29BD-9963-682DB8501380}"/>
              </a:ext>
            </a:extLst>
          </p:cNvPr>
          <p:cNvSpPr/>
          <p:nvPr/>
        </p:nvSpPr>
        <p:spPr>
          <a:xfrm>
            <a:off x="2831145" y="6974989"/>
            <a:ext cx="7006213" cy="2707511"/>
          </a:xfrm>
          <a:custGeom>
            <a:avLst/>
            <a:gdLst/>
            <a:ahLst/>
            <a:cxnLst/>
            <a:rect l="0" t="0" r="0" b="0"/>
            <a:pathLst>
              <a:path w="10509320" h="4061267">
                <a:moveTo>
                  <a:pt x="0" y="0"/>
                </a:moveTo>
                <a:lnTo>
                  <a:pt x="146641" y="0"/>
                </a:lnTo>
                <a:lnTo>
                  <a:pt x="228109" y="0"/>
                </a:lnTo>
                <a:lnTo>
                  <a:pt x="301430" y="0"/>
                </a:lnTo>
                <a:lnTo>
                  <a:pt x="366604" y="0"/>
                </a:lnTo>
                <a:lnTo>
                  <a:pt x="382897" y="0"/>
                </a:lnTo>
                <a:lnTo>
                  <a:pt x="382897" y="1229310"/>
                </a:lnTo>
                <a:lnTo>
                  <a:pt x="439925" y="1229310"/>
                </a:lnTo>
                <a:lnTo>
                  <a:pt x="578419" y="1229310"/>
                </a:lnTo>
                <a:lnTo>
                  <a:pt x="749501" y="1229310"/>
                </a:lnTo>
                <a:lnTo>
                  <a:pt x="871703" y="1229310"/>
                </a:lnTo>
                <a:lnTo>
                  <a:pt x="969464" y="1229310"/>
                </a:lnTo>
                <a:lnTo>
                  <a:pt x="969464" y="1290439"/>
                </a:lnTo>
                <a:lnTo>
                  <a:pt x="1034638" y="1290439"/>
                </a:lnTo>
                <a:lnTo>
                  <a:pt x="1107959" y="1290439"/>
                </a:lnTo>
                <a:lnTo>
                  <a:pt x="1222013" y="1290439"/>
                </a:lnTo>
                <a:lnTo>
                  <a:pt x="1327921" y="1290439"/>
                </a:lnTo>
                <a:lnTo>
                  <a:pt x="1441976" y="1290439"/>
                </a:lnTo>
                <a:lnTo>
                  <a:pt x="1556031" y="1290439"/>
                </a:lnTo>
                <a:lnTo>
                  <a:pt x="1661939" y="1290439"/>
                </a:lnTo>
                <a:lnTo>
                  <a:pt x="1784140" y="1290439"/>
                </a:lnTo>
                <a:lnTo>
                  <a:pt x="1898195" y="1290439"/>
                </a:lnTo>
                <a:lnTo>
                  <a:pt x="1898195" y="1558521"/>
                </a:lnTo>
                <a:lnTo>
                  <a:pt x="1995956" y="1558521"/>
                </a:lnTo>
                <a:lnTo>
                  <a:pt x="2110010" y="1558521"/>
                </a:lnTo>
                <a:lnTo>
                  <a:pt x="2110010" y="1549129"/>
                </a:lnTo>
                <a:lnTo>
                  <a:pt x="2224065" y="1549129"/>
                </a:lnTo>
                <a:lnTo>
                  <a:pt x="2338120" y="1549129"/>
                </a:lnTo>
                <a:lnTo>
                  <a:pt x="2452174" y="1549129"/>
                </a:lnTo>
                <a:lnTo>
                  <a:pt x="2566229" y="1549129"/>
                </a:lnTo>
                <a:lnTo>
                  <a:pt x="2680283" y="1549129"/>
                </a:lnTo>
                <a:lnTo>
                  <a:pt x="2794338" y="1549129"/>
                </a:lnTo>
                <a:lnTo>
                  <a:pt x="2908393" y="1549129"/>
                </a:lnTo>
                <a:lnTo>
                  <a:pt x="2908393" y="1485899"/>
                </a:lnTo>
                <a:lnTo>
                  <a:pt x="3022447" y="1485899"/>
                </a:lnTo>
                <a:lnTo>
                  <a:pt x="3022447" y="1528246"/>
                </a:lnTo>
                <a:lnTo>
                  <a:pt x="3136502" y="1528246"/>
                </a:lnTo>
                <a:lnTo>
                  <a:pt x="3250557" y="1528246"/>
                </a:lnTo>
                <a:lnTo>
                  <a:pt x="3250557" y="1605855"/>
                </a:lnTo>
                <a:lnTo>
                  <a:pt x="3364611" y="1605855"/>
                </a:lnTo>
                <a:lnTo>
                  <a:pt x="3364611" y="1768416"/>
                </a:lnTo>
                <a:lnTo>
                  <a:pt x="3478666" y="1768416"/>
                </a:lnTo>
                <a:lnTo>
                  <a:pt x="3592721" y="1768416"/>
                </a:lnTo>
                <a:lnTo>
                  <a:pt x="3755656" y="1768416"/>
                </a:lnTo>
                <a:lnTo>
                  <a:pt x="3918591" y="1768416"/>
                </a:lnTo>
                <a:lnTo>
                  <a:pt x="4089673" y="1768416"/>
                </a:lnTo>
                <a:lnTo>
                  <a:pt x="4228168" y="1768416"/>
                </a:lnTo>
                <a:lnTo>
                  <a:pt x="4285195" y="1768416"/>
                </a:lnTo>
                <a:lnTo>
                  <a:pt x="4382956" y="1768416"/>
                </a:lnTo>
                <a:lnTo>
                  <a:pt x="4505158" y="1768416"/>
                </a:lnTo>
                <a:lnTo>
                  <a:pt x="4611066" y="1768416"/>
                </a:lnTo>
                <a:lnTo>
                  <a:pt x="4716973" y="1768416"/>
                </a:lnTo>
                <a:lnTo>
                  <a:pt x="4888055" y="1768416"/>
                </a:lnTo>
                <a:lnTo>
                  <a:pt x="5059137" y="1768416"/>
                </a:lnTo>
                <a:lnTo>
                  <a:pt x="5059137" y="1960714"/>
                </a:lnTo>
                <a:lnTo>
                  <a:pt x="5230219" y="1960714"/>
                </a:lnTo>
                <a:lnTo>
                  <a:pt x="5230219" y="1974432"/>
                </a:lnTo>
                <a:lnTo>
                  <a:pt x="5401301" y="1974432"/>
                </a:lnTo>
                <a:lnTo>
                  <a:pt x="5572383" y="1974432"/>
                </a:lnTo>
                <a:lnTo>
                  <a:pt x="5572383" y="1975404"/>
                </a:lnTo>
                <a:lnTo>
                  <a:pt x="5743465" y="1975404"/>
                </a:lnTo>
                <a:lnTo>
                  <a:pt x="5743465" y="1976103"/>
                </a:lnTo>
                <a:lnTo>
                  <a:pt x="5857520" y="1976103"/>
                </a:lnTo>
                <a:lnTo>
                  <a:pt x="5987868" y="1976103"/>
                </a:lnTo>
                <a:lnTo>
                  <a:pt x="6273005" y="1976103"/>
                </a:lnTo>
                <a:lnTo>
                  <a:pt x="6273005" y="1978033"/>
                </a:lnTo>
                <a:lnTo>
                  <a:pt x="6492967" y="1978033"/>
                </a:lnTo>
                <a:lnTo>
                  <a:pt x="6549994" y="1978033"/>
                </a:lnTo>
                <a:lnTo>
                  <a:pt x="6549994" y="1971653"/>
                </a:lnTo>
                <a:lnTo>
                  <a:pt x="6664049" y="1971653"/>
                </a:lnTo>
                <a:lnTo>
                  <a:pt x="6778104" y="1971653"/>
                </a:lnTo>
                <a:lnTo>
                  <a:pt x="6949186" y="1971653"/>
                </a:lnTo>
                <a:lnTo>
                  <a:pt x="6949186" y="1962421"/>
                </a:lnTo>
                <a:lnTo>
                  <a:pt x="7120268" y="1962421"/>
                </a:lnTo>
                <a:lnTo>
                  <a:pt x="7120268" y="1957580"/>
                </a:lnTo>
                <a:lnTo>
                  <a:pt x="7226176" y="1957580"/>
                </a:lnTo>
                <a:lnTo>
                  <a:pt x="7340230" y="1957580"/>
                </a:lnTo>
                <a:lnTo>
                  <a:pt x="7454285" y="1957580"/>
                </a:lnTo>
                <a:lnTo>
                  <a:pt x="7625367" y="1957580"/>
                </a:lnTo>
                <a:lnTo>
                  <a:pt x="7625367" y="1956003"/>
                </a:lnTo>
                <a:lnTo>
                  <a:pt x="7796449" y="1956003"/>
                </a:lnTo>
                <a:lnTo>
                  <a:pt x="7796449" y="1955085"/>
                </a:lnTo>
                <a:lnTo>
                  <a:pt x="7910503" y="1955085"/>
                </a:lnTo>
                <a:lnTo>
                  <a:pt x="8024558" y="1955085"/>
                </a:lnTo>
                <a:lnTo>
                  <a:pt x="8138613" y="1955085"/>
                </a:lnTo>
                <a:lnTo>
                  <a:pt x="8252667" y="1955085"/>
                </a:lnTo>
                <a:lnTo>
                  <a:pt x="8374869" y="1955085"/>
                </a:lnTo>
                <a:lnTo>
                  <a:pt x="8488923" y="1955085"/>
                </a:lnTo>
                <a:lnTo>
                  <a:pt x="8651858" y="1955085"/>
                </a:lnTo>
                <a:lnTo>
                  <a:pt x="8822940" y="1955085"/>
                </a:lnTo>
                <a:lnTo>
                  <a:pt x="9051050" y="1955085"/>
                </a:lnTo>
                <a:lnTo>
                  <a:pt x="9279159" y="1955085"/>
                </a:lnTo>
                <a:lnTo>
                  <a:pt x="9279159" y="1961032"/>
                </a:lnTo>
                <a:lnTo>
                  <a:pt x="9450241" y="1961032"/>
                </a:lnTo>
                <a:lnTo>
                  <a:pt x="9450241" y="1965786"/>
                </a:lnTo>
                <a:lnTo>
                  <a:pt x="9621323" y="1965786"/>
                </a:lnTo>
                <a:lnTo>
                  <a:pt x="9930900" y="1965786"/>
                </a:lnTo>
                <a:lnTo>
                  <a:pt x="9930900" y="1967545"/>
                </a:lnTo>
                <a:lnTo>
                  <a:pt x="10216036" y="1967545"/>
                </a:lnTo>
                <a:lnTo>
                  <a:pt x="10370825" y="1967545"/>
                </a:lnTo>
                <a:lnTo>
                  <a:pt x="10370825" y="1969199"/>
                </a:lnTo>
                <a:lnTo>
                  <a:pt x="10509320" y="1969199"/>
                </a:lnTo>
                <a:lnTo>
                  <a:pt x="10509320" y="2181769"/>
                </a:lnTo>
                <a:lnTo>
                  <a:pt x="10370825" y="2181769"/>
                </a:lnTo>
                <a:lnTo>
                  <a:pt x="10370825" y="2180749"/>
                </a:lnTo>
                <a:lnTo>
                  <a:pt x="10216036" y="2180749"/>
                </a:lnTo>
                <a:lnTo>
                  <a:pt x="9930900" y="2180749"/>
                </a:lnTo>
                <a:lnTo>
                  <a:pt x="9930900" y="2179055"/>
                </a:lnTo>
                <a:lnTo>
                  <a:pt x="9621323" y="2179055"/>
                </a:lnTo>
                <a:lnTo>
                  <a:pt x="9450241" y="2179055"/>
                </a:lnTo>
                <a:lnTo>
                  <a:pt x="9450241" y="2175435"/>
                </a:lnTo>
                <a:lnTo>
                  <a:pt x="9279159" y="2175435"/>
                </a:lnTo>
                <a:lnTo>
                  <a:pt x="9279159" y="2169718"/>
                </a:lnTo>
                <a:lnTo>
                  <a:pt x="9051050" y="2169718"/>
                </a:lnTo>
                <a:lnTo>
                  <a:pt x="8822940" y="2169718"/>
                </a:lnTo>
                <a:lnTo>
                  <a:pt x="8651858" y="2169718"/>
                </a:lnTo>
                <a:lnTo>
                  <a:pt x="8488923" y="2169718"/>
                </a:lnTo>
                <a:lnTo>
                  <a:pt x="8374869" y="2169718"/>
                </a:lnTo>
                <a:lnTo>
                  <a:pt x="8252667" y="2169718"/>
                </a:lnTo>
                <a:lnTo>
                  <a:pt x="8138613" y="2169718"/>
                </a:lnTo>
                <a:lnTo>
                  <a:pt x="8024558" y="2169718"/>
                </a:lnTo>
                <a:lnTo>
                  <a:pt x="7910503" y="2169718"/>
                </a:lnTo>
                <a:lnTo>
                  <a:pt x="7796449" y="2169718"/>
                </a:lnTo>
                <a:lnTo>
                  <a:pt x="7796449" y="2170764"/>
                </a:lnTo>
                <a:lnTo>
                  <a:pt x="7625367" y="2170764"/>
                </a:lnTo>
                <a:lnTo>
                  <a:pt x="7625367" y="2172935"/>
                </a:lnTo>
                <a:lnTo>
                  <a:pt x="7454285" y="2172935"/>
                </a:lnTo>
                <a:lnTo>
                  <a:pt x="7340230" y="2172935"/>
                </a:lnTo>
                <a:lnTo>
                  <a:pt x="7226176" y="2172935"/>
                </a:lnTo>
                <a:lnTo>
                  <a:pt x="7120268" y="2172935"/>
                </a:lnTo>
                <a:lnTo>
                  <a:pt x="7120268" y="2178725"/>
                </a:lnTo>
                <a:lnTo>
                  <a:pt x="6949186" y="2178725"/>
                </a:lnTo>
                <a:lnTo>
                  <a:pt x="6949186" y="2193518"/>
                </a:lnTo>
                <a:lnTo>
                  <a:pt x="6778104" y="2193518"/>
                </a:lnTo>
                <a:lnTo>
                  <a:pt x="6664049" y="2193518"/>
                </a:lnTo>
                <a:lnTo>
                  <a:pt x="6549994" y="2193518"/>
                </a:lnTo>
                <a:lnTo>
                  <a:pt x="6549994" y="2217951"/>
                </a:lnTo>
                <a:lnTo>
                  <a:pt x="6492967" y="2217951"/>
                </a:lnTo>
                <a:lnTo>
                  <a:pt x="6273005" y="2217951"/>
                </a:lnTo>
                <a:lnTo>
                  <a:pt x="6273005" y="2216703"/>
                </a:lnTo>
                <a:lnTo>
                  <a:pt x="5987868" y="2216703"/>
                </a:lnTo>
                <a:lnTo>
                  <a:pt x="5857520" y="2216703"/>
                </a:lnTo>
                <a:lnTo>
                  <a:pt x="5743465" y="2216703"/>
                </a:lnTo>
                <a:lnTo>
                  <a:pt x="5743465" y="2216385"/>
                </a:lnTo>
                <a:lnTo>
                  <a:pt x="5572383" y="2216385"/>
                </a:lnTo>
                <a:lnTo>
                  <a:pt x="5572383" y="2215481"/>
                </a:lnTo>
                <a:lnTo>
                  <a:pt x="5401301" y="2215481"/>
                </a:lnTo>
                <a:lnTo>
                  <a:pt x="5230219" y="2215481"/>
                </a:lnTo>
                <a:lnTo>
                  <a:pt x="5230219" y="2203223"/>
                </a:lnTo>
                <a:lnTo>
                  <a:pt x="5059137" y="2203223"/>
                </a:lnTo>
                <a:lnTo>
                  <a:pt x="5059137" y="2774424"/>
                </a:lnTo>
                <a:lnTo>
                  <a:pt x="4888055" y="2774424"/>
                </a:lnTo>
                <a:lnTo>
                  <a:pt x="4716973" y="2774424"/>
                </a:lnTo>
                <a:lnTo>
                  <a:pt x="4611066" y="2774424"/>
                </a:lnTo>
                <a:lnTo>
                  <a:pt x="4505158" y="2774424"/>
                </a:lnTo>
                <a:lnTo>
                  <a:pt x="4382956" y="2774424"/>
                </a:lnTo>
                <a:lnTo>
                  <a:pt x="4285195" y="2774424"/>
                </a:lnTo>
                <a:lnTo>
                  <a:pt x="4228168" y="2774424"/>
                </a:lnTo>
                <a:lnTo>
                  <a:pt x="4089673" y="2774424"/>
                </a:lnTo>
                <a:lnTo>
                  <a:pt x="3918591" y="2774424"/>
                </a:lnTo>
                <a:lnTo>
                  <a:pt x="3755656" y="2774424"/>
                </a:lnTo>
                <a:lnTo>
                  <a:pt x="3592721" y="2774424"/>
                </a:lnTo>
                <a:lnTo>
                  <a:pt x="3478666" y="2774424"/>
                </a:lnTo>
                <a:lnTo>
                  <a:pt x="3364611" y="2774424"/>
                </a:lnTo>
                <a:lnTo>
                  <a:pt x="3364611" y="2856763"/>
                </a:lnTo>
                <a:lnTo>
                  <a:pt x="3250557" y="2856763"/>
                </a:lnTo>
                <a:lnTo>
                  <a:pt x="3250557" y="2820009"/>
                </a:lnTo>
                <a:lnTo>
                  <a:pt x="3136502" y="2820009"/>
                </a:lnTo>
                <a:lnTo>
                  <a:pt x="3022447" y="2820009"/>
                </a:lnTo>
                <a:lnTo>
                  <a:pt x="3022447" y="2798863"/>
                </a:lnTo>
                <a:lnTo>
                  <a:pt x="2908393" y="2798863"/>
                </a:lnTo>
                <a:lnTo>
                  <a:pt x="2908393" y="2886095"/>
                </a:lnTo>
                <a:lnTo>
                  <a:pt x="2794338" y="2886095"/>
                </a:lnTo>
                <a:lnTo>
                  <a:pt x="2680283" y="2886095"/>
                </a:lnTo>
                <a:lnTo>
                  <a:pt x="2566229" y="2886095"/>
                </a:lnTo>
                <a:lnTo>
                  <a:pt x="2452174" y="2886095"/>
                </a:lnTo>
                <a:lnTo>
                  <a:pt x="2338120" y="2886095"/>
                </a:lnTo>
                <a:lnTo>
                  <a:pt x="2224065" y="2886095"/>
                </a:lnTo>
                <a:lnTo>
                  <a:pt x="2110010" y="2886095"/>
                </a:lnTo>
                <a:lnTo>
                  <a:pt x="2110010" y="4009968"/>
                </a:lnTo>
                <a:lnTo>
                  <a:pt x="1995956" y="4009968"/>
                </a:lnTo>
                <a:lnTo>
                  <a:pt x="1898195" y="4009968"/>
                </a:lnTo>
                <a:lnTo>
                  <a:pt x="1898195" y="3848484"/>
                </a:lnTo>
                <a:lnTo>
                  <a:pt x="1784140" y="3848484"/>
                </a:lnTo>
                <a:lnTo>
                  <a:pt x="1661939" y="3848484"/>
                </a:lnTo>
                <a:lnTo>
                  <a:pt x="1556031" y="3848484"/>
                </a:lnTo>
                <a:lnTo>
                  <a:pt x="1441976" y="3848484"/>
                </a:lnTo>
                <a:lnTo>
                  <a:pt x="1327921" y="3848484"/>
                </a:lnTo>
                <a:lnTo>
                  <a:pt x="1222013" y="3848484"/>
                </a:lnTo>
                <a:lnTo>
                  <a:pt x="1107959" y="3848484"/>
                </a:lnTo>
                <a:lnTo>
                  <a:pt x="1034638" y="3848484"/>
                </a:lnTo>
                <a:lnTo>
                  <a:pt x="969464" y="3848484"/>
                </a:lnTo>
                <a:lnTo>
                  <a:pt x="969464" y="4061267"/>
                </a:lnTo>
                <a:lnTo>
                  <a:pt x="871703" y="4061267"/>
                </a:lnTo>
                <a:lnTo>
                  <a:pt x="749501" y="4061267"/>
                </a:lnTo>
                <a:lnTo>
                  <a:pt x="578419" y="4061267"/>
                </a:lnTo>
                <a:lnTo>
                  <a:pt x="439925" y="4061267"/>
                </a:lnTo>
                <a:lnTo>
                  <a:pt x="382897" y="4061267"/>
                </a:lnTo>
                <a:lnTo>
                  <a:pt x="366604" y="4061267"/>
                </a:lnTo>
                <a:lnTo>
                  <a:pt x="301430" y="4061267"/>
                </a:lnTo>
                <a:lnTo>
                  <a:pt x="228109" y="4061267"/>
                </a:lnTo>
                <a:lnTo>
                  <a:pt x="146641" y="4061267"/>
                </a:lnTo>
                <a:lnTo>
                  <a:pt x="0" y="4061267"/>
                </a:lnTo>
                <a:close/>
              </a:path>
            </a:pathLst>
          </a:custGeom>
          <a:solidFill>
            <a:srgbClr val="73AE95">
              <a:alpha val="50196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55" name="pl116">
            <a:extLst>
              <a:ext uri="{FF2B5EF4-FFF2-40B4-BE49-F238E27FC236}">
                <a16:creationId xmlns:a16="http://schemas.microsoft.com/office/drawing/2014/main" id="{9EA0C497-2A57-5CE1-E02A-B916FEDF0772}"/>
              </a:ext>
            </a:extLst>
          </p:cNvPr>
          <p:cNvSpPr/>
          <p:nvPr/>
        </p:nvSpPr>
        <p:spPr>
          <a:xfrm>
            <a:off x="2831145" y="6974989"/>
            <a:ext cx="7006213" cy="1318689"/>
          </a:xfrm>
          <a:custGeom>
            <a:avLst/>
            <a:gdLst/>
            <a:ahLst/>
            <a:cxnLst/>
            <a:rect l="0" t="0" r="0" b="0"/>
            <a:pathLst>
              <a:path w="10509320" h="1978033">
                <a:moveTo>
                  <a:pt x="0" y="0"/>
                </a:moveTo>
                <a:lnTo>
                  <a:pt x="146641" y="0"/>
                </a:lnTo>
                <a:lnTo>
                  <a:pt x="146641" y="0"/>
                </a:lnTo>
                <a:lnTo>
                  <a:pt x="228109" y="0"/>
                </a:lnTo>
                <a:lnTo>
                  <a:pt x="228109" y="0"/>
                </a:lnTo>
                <a:lnTo>
                  <a:pt x="301430" y="0"/>
                </a:lnTo>
                <a:lnTo>
                  <a:pt x="301430" y="0"/>
                </a:lnTo>
                <a:lnTo>
                  <a:pt x="366604" y="0"/>
                </a:lnTo>
                <a:lnTo>
                  <a:pt x="366604" y="0"/>
                </a:lnTo>
                <a:lnTo>
                  <a:pt x="382897" y="0"/>
                </a:lnTo>
                <a:lnTo>
                  <a:pt x="382897" y="1229310"/>
                </a:lnTo>
                <a:lnTo>
                  <a:pt x="439925" y="1229310"/>
                </a:lnTo>
                <a:lnTo>
                  <a:pt x="439925" y="1229310"/>
                </a:lnTo>
                <a:lnTo>
                  <a:pt x="578419" y="1229310"/>
                </a:lnTo>
                <a:lnTo>
                  <a:pt x="578419" y="1229310"/>
                </a:lnTo>
                <a:lnTo>
                  <a:pt x="749501" y="1229310"/>
                </a:lnTo>
                <a:lnTo>
                  <a:pt x="749501" y="1229310"/>
                </a:lnTo>
                <a:lnTo>
                  <a:pt x="871703" y="1229310"/>
                </a:lnTo>
                <a:lnTo>
                  <a:pt x="871703" y="1229310"/>
                </a:lnTo>
                <a:lnTo>
                  <a:pt x="969464" y="1229310"/>
                </a:lnTo>
                <a:lnTo>
                  <a:pt x="969464" y="1290439"/>
                </a:lnTo>
                <a:lnTo>
                  <a:pt x="1034638" y="1290439"/>
                </a:lnTo>
                <a:lnTo>
                  <a:pt x="1034638" y="1290439"/>
                </a:lnTo>
                <a:lnTo>
                  <a:pt x="1107959" y="1290439"/>
                </a:lnTo>
                <a:lnTo>
                  <a:pt x="1107959" y="1290439"/>
                </a:lnTo>
                <a:lnTo>
                  <a:pt x="1222013" y="1290439"/>
                </a:lnTo>
                <a:lnTo>
                  <a:pt x="1222013" y="1290439"/>
                </a:lnTo>
                <a:lnTo>
                  <a:pt x="1327921" y="1290439"/>
                </a:lnTo>
                <a:lnTo>
                  <a:pt x="1327921" y="1290439"/>
                </a:lnTo>
                <a:lnTo>
                  <a:pt x="1441976" y="1290439"/>
                </a:lnTo>
                <a:lnTo>
                  <a:pt x="1441976" y="1290439"/>
                </a:lnTo>
                <a:lnTo>
                  <a:pt x="1556031" y="1290439"/>
                </a:lnTo>
                <a:lnTo>
                  <a:pt x="1556031" y="1290439"/>
                </a:lnTo>
                <a:lnTo>
                  <a:pt x="1661939" y="1290439"/>
                </a:lnTo>
                <a:lnTo>
                  <a:pt x="1661939" y="1290439"/>
                </a:lnTo>
                <a:lnTo>
                  <a:pt x="1784140" y="1290439"/>
                </a:lnTo>
                <a:lnTo>
                  <a:pt x="1784140" y="1290439"/>
                </a:lnTo>
                <a:lnTo>
                  <a:pt x="1898195" y="1290439"/>
                </a:lnTo>
                <a:lnTo>
                  <a:pt x="1898195" y="1558521"/>
                </a:lnTo>
                <a:lnTo>
                  <a:pt x="1995956" y="1558521"/>
                </a:lnTo>
                <a:lnTo>
                  <a:pt x="1995956" y="1558521"/>
                </a:lnTo>
                <a:lnTo>
                  <a:pt x="2110010" y="1558521"/>
                </a:lnTo>
                <a:lnTo>
                  <a:pt x="2110010" y="1549129"/>
                </a:lnTo>
                <a:lnTo>
                  <a:pt x="2224065" y="1549129"/>
                </a:lnTo>
                <a:lnTo>
                  <a:pt x="2224065" y="1549129"/>
                </a:lnTo>
                <a:lnTo>
                  <a:pt x="2338120" y="1549129"/>
                </a:lnTo>
                <a:lnTo>
                  <a:pt x="2338120" y="1549129"/>
                </a:lnTo>
                <a:lnTo>
                  <a:pt x="2452174" y="1549129"/>
                </a:lnTo>
                <a:lnTo>
                  <a:pt x="2452174" y="1549129"/>
                </a:lnTo>
                <a:lnTo>
                  <a:pt x="2566229" y="1549129"/>
                </a:lnTo>
                <a:lnTo>
                  <a:pt x="2566229" y="1549129"/>
                </a:lnTo>
                <a:lnTo>
                  <a:pt x="2680283" y="1549129"/>
                </a:lnTo>
                <a:lnTo>
                  <a:pt x="2680283" y="1549129"/>
                </a:lnTo>
                <a:lnTo>
                  <a:pt x="2794338" y="1549129"/>
                </a:lnTo>
                <a:lnTo>
                  <a:pt x="2794338" y="1549129"/>
                </a:lnTo>
                <a:lnTo>
                  <a:pt x="2908393" y="1549129"/>
                </a:lnTo>
                <a:lnTo>
                  <a:pt x="2908393" y="1485899"/>
                </a:lnTo>
                <a:lnTo>
                  <a:pt x="3022447" y="1485899"/>
                </a:lnTo>
                <a:lnTo>
                  <a:pt x="3022447" y="1528246"/>
                </a:lnTo>
                <a:lnTo>
                  <a:pt x="3136502" y="1528246"/>
                </a:lnTo>
                <a:lnTo>
                  <a:pt x="3136502" y="1528246"/>
                </a:lnTo>
                <a:lnTo>
                  <a:pt x="3250557" y="1528246"/>
                </a:lnTo>
                <a:lnTo>
                  <a:pt x="3250557" y="1605855"/>
                </a:lnTo>
                <a:lnTo>
                  <a:pt x="3364611" y="1605855"/>
                </a:lnTo>
                <a:lnTo>
                  <a:pt x="3364611" y="1768416"/>
                </a:lnTo>
                <a:lnTo>
                  <a:pt x="3478666" y="1768416"/>
                </a:lnTo>
                <a:lnTo>
                  <a:pt x="3478666" y="1768416"/>
                </a:lnTo>
                <a:lnTo>
                  <a:pt x="3592721" y="1768416"/>
                </a:lnTo>
                <a:lnTo>
                  <a:pt x="3592721" y="1768416"/>
                </a:lnTo>
                <a:lnTo>
                  <a:pt x="3755656" y="1768416"/>
                </a:lnTo>
                <a:lnTo>
                  <a:pt x="3755656" y="1768416"/>
                </a:lnTo>
                <a:lnTo>
                  <a:pt x="3918591" y="1768416"/>
                </a:lnTo>
                <a:lnTo>
                  <a:pt x="3918591" y="1768416"/>
                </a:lnTo>
                <a:lnTo>
                  <a:pt x="4089673" y="1768416"/>
                </a:lnTo>
                <a:lnTo>
                  <a:pt x="4089673" y="1768416"/>
                </a:lnTo>
                <a:lnTo>
                  <a:pt x="4228168" y="1768416"/>
                </a:lnTo>
                <a:lnTo>
                  <a:pt x="4228168" y="1768416"/>
                </a:lnTo>
                <a:lnTo>
                  <a:pt x="4285195" y="1768416"/>
                </a:lnTo>
                <a:lnTo>
                  <a:pt x="4285195" y="1768416"/>
                </a:lnTo>
                <a:lnTo>
                  <a:pt x="4382956" y="1768416"/>
                </a:lnTo>
                <a:lnTo>
                  <a:pt x="4382956" y="1768416"/>
                </a:lnTo>
                <a:lnTo>
                  <a:pt x="4505158" y="1768416"/>
                </a:lnTo>
                <a:lnTo>
                  <a:pt x="4505158" y="1768416"/>
                </a:lnTo>
                <a:lnTo>
                  <a:pt x="4611066" y="1768416"/>
                </a:lnTo>
                <a:lnTo>
                  <a:pt x="4611066" y="1768416"/>
                </a:lnTo>
                <a:lnTo>
                  <a:pt x="4716973" y="1768416"/>
                </a:lnTo>
                <a:lnTo>
                  <a:pt x="4716973" y="1768416"/>
                </a:lnTo>
                <a:lnTo>
                  <a:pt x="4888055" y="1768416"/>
                </a:lnTo>
                <a:lnTo>
                  <a:pt x="4888055" y="1768416"/>
                </a:lnTo>
                <a:lnTo>
                  <a:pt x="5059137" y="1768416"/>
                </a:lnTo>
                <a:lnTo>
                  <a:pt x="5059137" y="1960714"/>
                </a:lnTo>
                <a:lnTo>
                  <a:pt x="5230219" y="1960714"/>
                </a:lnTo>
                <a:lnTo>
                  <a:pt x="5230219" y="1974432"/>
                </a:lnTo>
                <a:lnTo>
                  <a:pt x="5401301" y="1974432"/>
                </a:lnTo>
                <a:lnTo>
                  <a:pt x="5401301" y="1974432"/>
                </a:lnTo>
                <a:lnTo>
                  <a:pt x="5572383" y="1974432"/>
                </a:lnTo>
                <a:lnTo>
                  <a:pt x="5572383" y="1975404"/>
                </a:lnTo>
                <a:lnTo>
                  <a:pt x="5743465" y="1975404"/>
                </a:lnTo>
                <a:lnTo>
                  <a:pt x="5743465" y="1976103"/>
                </a:lnTo>
                <a:lnTo>
                  <a:pt x="5857520" y="1976103"/>
                </a:lnTo>
                <a:lnTo>
                  <a:pt x="5857520" y="1976103"/>
                </a:lnTo>
                <a:lnTo>
                  <a:pt x="5987868" y="1976103"/>
                </a:lnTo>
                <a:lnTo>
                  <a:pt x="5987868" y="1976103"/>
                </a:lnTo>
                <a:lnTo>
                  <a:pt x="6273005" y="1976103"/>
                </a:lnTo>
                <a:lnTo>
                  <a:pt x="6273005" y="1978033"/>
                </a:lnTo>
                <a:lnTo>
                  <a:pt x="6492967" y="1978033"/>
                </a:lnTo>
                <a:lnTo>
                  <a:pt x="6492967" y="1978033"/>
                </a:lnTo>
                <a:lnTo>
                  <a:pt x="6549994" y="1978033"/>
                </a:lnTo>
                <a:lnTo>
                  <a:pt x="6549994" y="1971653"/>
                </a:lnTo>
                <a:lnTo>
                  <a:pt x="6664049" y="1971653"/>
                </a:lnTo>
                <a:lnTo>
                  <a:pt x="6664049" y="1971653"/>
                </a:lnTo>
                <a:lnTo>
                  <a:pt x="6778104" y="1971653"/>
                </a:lnTo>
                <a:lnTo>
                  <a:pt x="6778104" y="1971653"/>
                </a:lnTo>
                <a:lnTo>
                  <a:pt x="6949186" y="1971653"/>
                </a:lnTo>
                <a:lnTo>
                  <a:pt x="6949186" y="1962421"/>
                </a:lnTo>
                <a:lnTo>
                  <a:pt x="7120268" y="1962421"/>
                </a:lnTo>
                <a:lnTo>
                  <a:pt x="7120268" y="1957580"/>
                </a:lnTo>
                <a:lnTo>
                  <a:pt x="7226176" y="1957580"/>
                </a:lnTo>
                <a:lnTo>
                  <a:pt x="7226176" y="1957580"/>
                </a:lnTo>
                <a:lnTo>
                  <a:pt x="7340230" y="1957580"/>
                </a:lnTo>
                <a:lnTo>
                  <a:pt x="7340230" y="1957580"/>
                </a:lnTo>
                <a:lnTo>
                  <a:pt x="7454285" y="1957580"/>
                </a:lnTo>
                <a:lnTo>
                  <a:pt x="7454285" y="1957580"/>
                </a:lnTo>
                <a:lnTo>
                  <a:pt x="7625367" y="1957580"/>
                </a:lnTo>
                <a:lnTo>
                  <a:pt x="7625367" y="1956003"/>
                </a:lnTo>
                <a:lnTo>
                  <a:pt x="7796449" y="1956003"/>
                </a:lnTo>
                <a:lnTo>
                  <a:pt x="7796449" y="1955085"/>
                </a:lnTo>
                <a:lnTo>
                  <a:pt x="7910503" y="1955085"/>
                </a:lnTo>
                <a:lnTo>
                  <a:pt x="7910503" y="1955085"/>
                </a:lnTo>
                <a:lnTo>
                  <a:pt x="8024558" y="1955085"/>
                </a:lnTo>
                <a:lnTo>
                  <a:pt x="8024558" y="1955085"/>
                </a:lnTo>
                <a:lnTo>
                  <a:pt x="8138613" y="1955085"/>
                </a:lnTo>
                <a:lnTo>
                  <a:pt x="8138613" y="1955085"/>
                </a:lnTo>
                <a:lnTo>
                  <a:pt x="8252667" y="1955085"/>
                </a:lnTo>
                <a:lnTo>
                  <a:pt x="8252667" y="1955085"/>
                </a:lnTo>
                <a:lnTo>
                  <a:pt x="8374869" y="1955085"/>
                </a:lnTo>
                <a:lnTo>
                  <a:pt x="8374869" y="1955085"/>
                </a:lnTo>
                <a:lnTo>
                  <a:pt x="8488923" y="1955085"/>
                </a:lnTo>
                <a:lnTo>
                  <a:pt x="8488923" y="1955085"/>
                </a:lnTo>
                <a:lnTo>
                  <a:pt x="8651858" y="1955085"/>
                </a:lnTo>
                <a:lnTo>
                  <a:pt x="8651858" y="1955085"/>
                </a:lnTo>
                <a:lnTo>
                  <a:pt x="8822940" y="1955085"/>
                </a:lnTo>
                <a:lnTo>
                  <a:pt x="8822940" y="1955085"/>
                </a:lnTo>
                <a:lnTo>
                  <a:pt x="9051050" y="1955085"/>
                </a:lnTo>
                <a:lnTo>
                  <a:pt x="9051050" y="1955085"/>
                </a:lnTo>
                <a:lnTo>
                  <a:pt x="9279159" y="1955085"/>
                </a:lnTo>
                <a:lnTo>
                  <a:pt x="9279159" y="1961032"/>
                </a:lnTo>
                <a:lnTo>
                  <a:pt x="9450241" y="1961032"/>
                </a:lnTo>
                <a:lnTo>
                  <a:pt x="9450241" y="1965786"/>
                </a:lnTo>
                <a:lnTo>
                  <a:pt x="9621323" y="1965786"/>
                </a:lnTo>
                <a:lnTo>
                  <a:pt x="9621323" y="1965786"/>
                </a:lnTo>
                <a:lnTo>
                  <a:pt x="9930900" y="1965786"/>
                </a:lnTo>
                <a:lnTo>
                  <a:pt x="9930900" y="1967545"/>
                </a:lnTo>
                <a:lnTo>
                  <a:pt x="10216036" y="1967545"/>
                </a:lnTo>
                <a:lnTo>
                  <a:pt x="10216036" y="1967545"/>
                </a:lnTo>
                <a:lnTo>
                  <a:pt x="10370825" y="1967545"/>
                </a:lnTo>
                <a:lnTo>
                  <a:pt x="10370825" y="1969199"/>
                </a:lnTo>
                <a:lnTo>
                  <a:pt x="10509320" y="1969199"/>
                </a:lnTo>
                <a:lnTo>
                  <a:pt x="10509320" y="1969199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656" name="pl117">
            <a:extLst>
              <a:ext uri="{FF2B5EF4-FFF2-40B4-BE49-F238E27FC236}">
                <a16:creationId xmlns:a16="http://schemas.microsoft.com/office/drawing/2014/main" id="{53F5D263-E892-8B81-D436-0056F2AA4543}"/>
              </a:ext>
            </a:extLst>
          </p:cNvPr>
          <p:cNvSpPr/>
          <p:nvPr/>
        </p:nvSpPr>
        <p:spPr>
          <a:xfrm>
            <a:off x="2831145" y="8421468"/>
            <a:ext cx="7006213" cy="1261033"/>
          </a:xfrm>
          <a:custGeom>
            <a:avLst/>
            <a:gdLst/>
            <a:ahLst/>
            <a:cxnLst/>
            <a:rect l="0" t="0" r="0" b="0"/>
            <a:pathLst>
              <a:path w="10509320" h="1891549">
                <a:moveTo>
                  <a:pt x="10509320" y="12050"/>
                </a:moveTo>
                <a:lnTo>
                  <a:pt x="10509320" y="12050"/>
                </a:lnTo>
                <a:lnTo>
                  <a:pt x="10370825" y="12050"/>
                </a:lnTo>
                <a:lnTo>
                  <a:pt x="10370825" y="11030"/>
                </a:lnTo>
                <a:lnTo>
                  <a:pt x="10216036" y="11030"/>
                </a:lnTo>
                <a:lnTo>
                  <a:pt x="10216036" y="11030"/>
                </a:lnTo>
                <a:lnTo>
                  <a:pt x="9930900" y="11030"/>
                </a:lnTo>
                <a:lnTo>
                  <a:pt x="9930900" y="9336"/>
                </a:lnTo>
                <a:lnTo>
                  <a:pt x="9621323" y="9336"/>
                </a:lnTo>
                <a:lnTo>
                  <a:pt x="9621323" y="9336"/>
                </a:lnTo>
                <a:lnTo>
                  <a:pt x="9450241" y="9336"/>
                </a:lnTo>
                <a:lnTo>
                  <a:pt x="9450241" y="5716"/>
                </a:lnTo>
                <a:lnTo>
                  <a:pt x="9279159" y="5716"/>
                </a:lnTo>
                <a:lnTo>
                  <a:pt x="9279159" y="0"/>
                </a:lnTo>
                <a:lnTo>
                  <a:pt x="9051050" y="0"/>
                </a:lnTo>
                <a:lnTo>
                  <a:pt x="9051050" y="0"/>
                </a:lnTo>
                <a:lnTo>
                  <a:pt x="8822940" y="0"/>
                </a:lnTo>
                <a:lnTo>
                  <a:pt x="8822940" y="0"/>
                </a:lnTo>
                <a:lnTo>
                  <a:pt x="8651858" y="0"/>
                </a:lnTo>
                <a:lnTo>
                  <a:pt x="8651858" y="0"/>
                </a:lnTo>
                <a:lnTo>
                  <a:pt x="8488923" y="0"/>
                </a:lnTo>
                <a:lnTo>
                  <a:pt x="8488923" y="0"/>
                </a:lnTo>
                <a:lnTo>
                  <a:pt x="8374869" y="0"/>
                </a:lnTo>
                <a:lnTo>
                  <a:pt x="8374869" y="0"/>
                </a:lnTo>
                <a:lnTo>
                  <a:pt x="8252667" y="0"/>
                </a:lnTo>
                <a:lnTo>
                  <a:pt x="8252667" y="0"/>
                </a:lnTo>
                <a:lnTo>
                  <a:pt x="8138613" y="0"/>
                </a:lnTo>
                <a:lnTo>
                  <a:pt x="8138613" y="0"/>
                </a:lnTo>
                <a:lnTo>
                  <a:pt x="8024558" y="0"/>
                </a:lnTo>
                <a:lnTo>
                  <a:pt x="8024558" y="0"/>
                </a:lnTo>
                <a:lnTo>
                  <a:pt x="7910503" y="0"/>
                </a:lnTo>
                <a:lnTo>
                  <a:pt x="7910503" y="0"/>
                </a:lnTo>
                <a:lnTo>
                  <a:pt x="7796449" y="0"/>
                </a:lnTo>
                <a:lnTo>
                  <a:pt x="7796449" y="1046"/>
                </a:lnTo>
                <a:lnTo>
                  <a:pt x="7625367" y="1046"/>
                </a:lnTo>
                <a:lnTo>
                  <a:pt x="7625367" y="3216"/>
                </a:lnTo>
                <a:lnTo>
                  <a:pt x="7454285" y="3216"/>
                </a:lnTo>
                <a:lnTo>
                  <a:pt x="7454285" y="3216"/>
                </a:lnTo>
                <a:lnTo>
                  <a:pt x="7340230" y="3216"/>
                </a:lnTo>
                <a:lnTo>
                  <a:pt x="7340230" y="3216"/>
                </a:lnTo>
                <a:lnTo>
                  <a:pt x="7226176" y="3216"/>
                </a:lnTo>
                <a:lnTo>
                  <a:pt x="7226176" y="3216"/>
                </a:lnTo>
                <a:lnTo>
                  <a:pt x="7120268" y="3216"/>
                </a:lnTo>
                <a:lnTo>
                  <a:pt x="7120268" y="9006"/>
                </a:lnTo>
                <a:lnTo>
                  <a:pt x="6949186" y="9006"/>
                </a:lnTo>
                <a:lnTo>
                  <a:pt x="6949186" y="23799"/>
                </a:lnTo>
                <a:lnTo>
                  <a:pt x="6778104" y="23799"/>
                </a:lnTo>
                <a:lnTo>
                  <a:pt x="6778104" y="23799"/>
                </a:lnTo>
                <a:lnTo>
                  <a:pt x="6664049" y="23799"/>
                </a:lnTo>
                <a:lnTo>
                  <a:pt x="6664049" y="23799"/>
                </a:lnTo>
                <a:lnTo>
                  <a:pt x="6549994" y="23799"/>
                </a:lnTo>
                <a:lnTo>
                  <a:pt x="6549994" y="48233"/>
                </a:lnTo>
                <a:lnTo>
                  <a:pt x="6492967" y="48233"/>
                </a:lnTo>
                <a:lnTo>
                  <a:pt x="6492967" y="48233"/>
                </a:lnTo>
                <a:lnTo>
                  <a:pt x="6273005" y="48233"/>
                </a:lnTo>
                <a:lnTo>
                  <a:pt x="6273005" y="46984"/>
                </a:lnTo>
                <a:lnTo>
                  <a:pt x="5987868" y="46984"/>
                </a:lnTo>
                <a:lnTo>
                  <a:pt x="5987868" y="46984"/>
                </a:lnTo>
                <a:lnTo>
                  <a:pt x="5857520" y="46984"/>
                </a:lnTo>
                <a:lnTo>
                  <a:pt x="5857520" y="46984"/>
                </a:lnTo>
                <a:lnTo>
                  <a:pt x="5743465" y="46984"/>
                </a:lnTo>
                <a:lnTo>
                  <a:pt x="5743465" y="46666"/>
                </a:lnTo>
                <a:lnTo>
                  <a:pt x="5572383" y="46666"/>
                </a:lnTo>
                <a:lnTo>
                  <a:pt x="5572383" y="45762"/>
                </a:lnTo>
                <a:lnTo>
                  <a:pt x="5401301" y="45762"/>
                </a:lnTo>
                <a:lnTo>
                  <a:pt x="5401301" y="45762"/>
                </a:lnTo>
                <a:lnTo>
                  <a:pt x="5230219" y="45762"/>
                </a:lnTo>
                <a:lnTo>
                  <a:pt x="5230219" y="33504"/>
                </a:lnTo>
                <a:lnTo>
                  <a:pt x="5059137" y="33504"/>
                </a:lnTo>
                <a:lnTo>
                  <a:pt x="5059137" y="604706"/>
                </a:lnTo>
                <a:lnTo>
                  <a:pt x="4888055" y="604706"/>
                </a:lnTo>
                <a:lnTo>
                  <a:pt x="4888055" y="604706"/>
                </a:lnTo>
                <a:lnTo>
                  <a:pt x="4716973" y="604706"/>
                </a:lnTo>
                <a:lnTo>
                  <a:pt x="4716973" y="604706"/>
                </a:lnTo>
                <a:lnTo>
                  <a:pt x="4611066" y="604706"/>
                </a:lnTo>
                <a:lnTo>
                  <a:pt x="4611066" y="604706"/>
                </a:lnTo>
                <a:lnTo>
                  <a:pt x="4505158" y="604706"/>
                </a:lnTo>
                <a:lnTo>
                  <a:pt x="4505158" y="604706"/>
                </a:lnTo>
                <a:lnTo>
                  <a:pt x="4382956" y="604706"/>
                </a:lnTo>
                <a:lnTo>
                  <a:pt x="4382956" y="604706"/>
                </a:lnTo>
                <a:lnTo>
                  <a:pt x="4285195" y="604706"/>
                </a:lnTo>
                <a:lnTo>
                  <a:pt x="4285195" y="604706"/>
                </a:lnTo>
                <a:lnTo>
                  <a:pt x="4228168" y="604706"/>
                </a:lnTo>
                <a:lnTo>
                  <a:pt x="4228168" y="604706"/>
                </a:lnTo>
                <a:lnTo>
                  <a:pt x="4089673" y="604706"/>
                </a:lnTo>
                <a:lnTo>
                  <a:pt x="4089673" y="604706"/>
                </a:lnTo>
                <a:lnTo>
                  <a:pt x="3918591" y="604706"/>
                </a:lnTo>
                <a:lnTo>
                  <a:pt x="3918591" y="604706"/>
                </a:lnTo>
                <a:lnTo>
                  <a:pt x="3755656" y="604706"/>
                </a:lnTo>
                <a:lnTo>
                  <a:pt x="3755656" y="604706"/>
                </a:lnTo>
                <a:lnTo>
                  <a:pt x="3592721" y="604706"/>
                </a:lnTo>
                <a:lnTo>
                  <a:pt x="3592721" y="604706"/>
                </a:lnTo>
                <a:lnTo>
                  <a:pt x="3478666" y="604706"/>
                </a:lnTo>
                <a:lnTo>
                  <a:pt x="3478666" y="604706"/>
                </a:lnTo>
                <a:lnTo>
                  <a:pt x="3364611" y="604706"/>
                </a:lnTo>
                <a:lnTo>
                  <a:pt x="3364611" y="687044"/>
                </a:lnTo>
                <a:lnTo>
                  <a:pt x="3250557" y="687044"/>
                </a:lnTo>
                <a:lnTo>
                  <a:pt x="3250557" y="650290"/>
                </a:lnTo>
                <a:lnTo>
                  <a:pt x="3136502" y="650290"/>
                </a:lnTo>
                <a:lnTo>
                  <a:pt x="3136502" y="650290"/>
                </a:lnTo>
                <a:lnTo>
                  <a:pt x="3022447" y="650290"/>
                </a:lnTo>
                <a:lnTo>
                  <a:pt x="3022447" y="629144"/>
                </a:lnTo>
                <a:lnTo>
                  <a:pt x="2908393" y="629144"/>
                </a:lnTo>
                <a:lnTo>
                  <a:pt x="2908393" y="716376"/>
                </a:lnTo>
                <a:lnTo>
                  <a:pt x="2794338" y="716376"/>
                </a:lnTo>
                <a:lnTo>
                  <a:pt x="2794338" y="716376"/>
                </a:lnTo>
                <a:lnTo>
                  <a:pt x="2680283" y="716376"/>
                </a:lnTo>
                <a:lnTo>
                  <a:pt x="2680283" y="716376"/>
                </a:lnTo>
                <a:lnTo>
                  <a:pt x="2566229" y="716376"/>
                </a:lnTo>
                <a:lnTo>
                  <a:pt x="2566229" y="716376"/>
                </a:lnTo>
                <a:lnTo>
                  <a:pt x="2452174" y="716376"/>
                </a:lnTo>
                <a:lnTo>
                  <a:pt x="2452174" y="716376"/>
                </a:lnTo>
                <a:lnTo>
                  <a:pt x="2338120" y="716376"/>
                </a:lnTo>
                <a:lnTo>
                  <a:pt x="2338120" y="716376"/>
                </a:lnTo>
                <a:lnTo>
                  <a:pt x="2224065" y="716376"/>
                </a:lnTo>
                <a:lnTo>
                  <a:pt x="2224065" y="716376"/>
                </a:lnTo>
                <a:lnTo>
                  <a:pt x="2110010" y="716376"/>
                </a:lnTo>
                <a:lnTo>
                  <a:pt x="2110010" y="1840250"/>
                </a:lnTo>
                <a:lnTo>
                  <a:pt x="1995956" y="1840250"/>
                </a:lnTo>
                <a:lnTo>
                  <a:pt x="1995956" y="1840250"/>
                </a:lnTo>
                <a:lnTo>
                  <a:pt x="1898195" y="1840250"/>
                </a:lnTo>
                <a:lnTo>
                  <a:pt x="1898195" y="1678765"/>
                </a:lnTo>
                <a:lnTo>
                  <a:pt x="1784140" y="1678765"/>
                </a:lnTo>
                <a:lnTo>
                  <a:pt x="1784140" y="1678765"/>
                </a:lnTo>
                <a:lnTo>
                  <a:pt x="1661939" y="1678765"/>
                </a:lnTo>
                <a:lnTo>
                  <a:pt x="1661939" y="1678765"/>
                </a:lnTo>
                <a:lnTo>
                  <a:pt x="1556031" y="1678765"/>
                </a:lnTo>
                <a:lnTo>
                  <a:pt x="1556031" y="1678765"/>
                </a:lnTo>
                <a:lnTo>
                  <a:pt x="1441976" y="1678765"/>
                </a:lnTo>
                <a:lnTo>
                  <a:pt x="1441976" y="1678765"/>
                </a:lnTo>
                <a:lnTo>
                  <a:pt x="1327921" y="1678765"/>
                </a:lnTo>
                <a:lnTo>
                  <a:pt x="1327921" y="1678765"/>
                </a:lnTo>
                <a:lnTo>
                  <a:pt x="1222013" y="1678765"/>
                </a:lnTo>
                <a:lnTo>
                  <a:pt x="1222013" y="1678765"/>
                </a:lnTo>
                <a:lnTo>
                  <a:pt x="1107959" y="1678765"/>
                </a:lnTo>
                <a:lnTo>
                  <a:pt x="1107959" y="1678765"/>
                </a:lnTo>
                <a:lnTo>
                  <a:pt x="1034638" y="1678765"/>
                </a:lnTo>
                <a:lnTo>
                  <a:pt x="1034638" y="1678765"/>
                </a:lnTo>
                <a:lnTo>
                  <a:pt x="969464" y="1678765"/>
                </a:lnTo>
                <a:lnTo>
                  <a:pt x="969464" y="1891549"/>
                </a:lnTo>
                <a:lnTo>
                  <a:pt x="969464" y="1891549"/>
                </a:lnTo>
                <a:lnTo>
                  <a:pt x="871703" y="1891549"/>
                </a:lnTo>
                <a:lnTo>
                  <a:pt x="871703" y="1891549"/>
                </a:lnTo>
                <a:lnTo>
                  <a:pt x="749501" y="1891549"/>
                </a:lnTo>
                <a:lnTo>
                  <a:pt x="749501" y="1891549"/>
                </a:lnTo>
                <a:lnTo>
                  <a:pt x="578419" y="1891549"/>
                </a:lnTo>
                <a:lnTo>
                  <a:pt x="578419" y="1891549"/>
                </a:lnTo>
                <a:lnTo>
                  <a:pt x="439925" y="1891549"/>
                </a:lnTo>
                <a:lnTo>
                  <a:pt x="439925" y="1891549"/>
                </a:lnTo>
                <a:lnTo>
                  <a:pt x="382897" y="1891549"/>
                </a:lnTo>
                <a:lnTo>
                  <a:pt x="382897" y="1891549"/>
                </a:lnTo>
                <a:lnTo>
                  <a:pt x="366604" y="1891549"/>
                </a:lnTo>
                <a:lnTo>
                  <a:pt x="366604" y="1891549"/>
                </a:lnTo>
                <a:lnTo>
                  <a:pt x="301430" y="1891549"/>
                </a:lnTo>
                <a:lnTo>
                  <a:pt x="301430" y="1891549"/>
                </a:lnTo>
                <a:lnTo>
                  <a:pt x="228109" y="1891549"/>
                </a:lnTo>
                <a:lnTo>
                  <a:pt x="228109" y="1891549"/>
                </a:lnTo>
                <a:lnTo>
                  <a:pt x="146641" y="1891549"/>
                </a:lnTo>
                <a:lnTo>
                  <a:pt x="146641" y="1891549"/>
                </a:lnTo>
                <a:lnTo>
                  <a:pt x="0" y="1891549"/>
                </a:lnTo>
              </a:path>
            </a:pathLst>
          </a:custGeom>
        </p:spPr>
        <p:txBody>
          <a:bodyPr/>
          <a:lstStyle/>
          <a:p>
            <a:endParaRPr sz="1200"/>
          </a:p>
        </p:txBody>
      </p:sp>
      <p:sp>
        <p:nvSpPr>
          <p:cNvPr id="657" name="pl118">
            <a:extLst>
              <a:ext uri="{FF2B5EF4-FFF2-40B4-BE49-F238E27FC236}">
                <a16:creationId xmlns:a16="http://schemas.microsoft.com/office/drawing/2014/main" id="{C9CD5057-71A4-6CEC-5CA6-71A126A50645}"/>
              </a:ext>
            </a:extLst>
          </p:cNvPr>
          <p:cNvSpPr/>
          <p:nvPr/>
        </p:nvSpPr>
        <p:spPr>
          <a:xfrm>
            <a:off x="2831145" y="8370849"/>
            <a:ext cx="7006213" cy="1133824"/>
          </a:xfrm>
          <a:custGeom>
            <a:avLst/>
            <a:gdLst/>
            <a:ahLst/>
            <a:cxnLst/>
            <a:rect l="0" t="0" r="0" b="0"/>
            <a:pathLst>
              <a:path w="10509320" h="1700736">
                <a:moveTo>
                  <a:pt x="0" y="1449633"/>
                </a:moveTo>
                <a:lnTo>
                  <a:pt x="146641" y="1449633"/>
                </a:lnTo>
                <a:lnTo>
                  <a:pt x="146641" y="1449633"/>
                </a:lnTo>
                <a:lnTo>
                  <a:pt x="228109" y="1449633"/>
                </a:lnTo>
                <a:lnTo>
                  <a:pt x="228109" y="1169471"/>
                </a:lnTo>
                <a:lnTo>
                  <a:pt x="301430" y="1169471"/>
                </a:lnTo>
                <a:lnTo>
                  <a:pt x="301430" y="1168639"/>
                </a:lnTo>
                <a:lnTo>
                  <a:pt x="366604" y="1168639"/>
                </a:lnTo>
                <a:lnTo>
                  <a:pt x="366604" y="1700736"/>
                </a:lnTo>
                <a:lnTo>
                  <a:pt x="382897" y="1700736"/>
                </a:lnTo>
                <a:lnTo>
                  <a:pt x="382897" y="1090999"/>
                </a:lnTo>
                <a:lnTo>
                  <a:pt x="439925" y="1090999"/>
                </a:lnTo>
                <a:lnTo>
                  <a:pt x="439925" y="1096536"/>
                </a:lnTo>
                <a:lnTo>
                  <a:pt x="578419" y="1096536"/>
                </a:lnTo>
                <a:lnTo>
                  <a:pt x="578419" y="1106306"/>
                </a:lnTo>
                <a:lnTo>
                  <a:pt x="749501" y="1106306"/>
                </a:lnTo>
                <a:lnTo>
                  <a:pt x="749501" y="1104638"/>
                </a:lnTo>
                <a:lnTo>
                  <a:pt x="871703" y="1104638"/>
                </a:lnTo>
                <a:lnTo>
                  <a:pt x="871703" y="1222347"/>
                </a:lnTo>
                <a:lnTo>
                  <a:pt x="969464" y="1222347"/>
                </a:lnTo>
                <a:lnTo>
                  <a:pt x="969464" y="1031434"/>
                </a:lnTo>
                <a:lnTo>
                  <a:pt x="1034638" y="1031434"/>
                </a:lnTo>
                <a:lnTo>
                  <a:pt x="1034638" y="1031857"/>
                </a:lnTo>
                <a:lnTo>
                  <a:pt x="1107959" y="1031857"/>
                </a:lnTo>
                <a:lnTo>
                  <a:pt x="1107959" y="1030712"/>
                </a:lnTo>
                <a:lnTo>
                  <a:pt x="1222013" y="1030712"/>
                </a:lnTo>
                <a:lnTo>
                  <a:pt x="1222013" y="1040818"/>
                </a:lnTo>
                <a:lnTo>
                  <a:pt x="1327921" y="1040818"/>
                </a:lnTo>
                <a:lnTo>
                  <a:pt x="1327921" y="1011194"/>
                </a:lnTo>
                <a:lnTo>
                  <a:pt x="1441976" y="1011194"/>
                </a:lnTo>
                <a:lnTo>
                  <a:pt x="1441976" y="1013359"/>
                </a:lnTo>
                <a:lnTo>
                  <a:pt x="1556031" y="1013359"/>
                </a:lnTo>
                <a:lnTo>
                  <a:pt x="1556031" y="1014264"/>
                </a:lnTo>
                <a:lnTo>
                  <a:pt x="1661939" y="1014264"/>
                </a:lnTo>
                <a:lnTo>
                  <a:pt x="1661939" y="1021371"/>
                </a:lnTo>
                <a:lnTo>
                  <a:pt x="1784140" y="1021371"/>
                </a:lnTo>
                <a:lnTo>
                  <a:pt x="1784140" y="945726"/>
                </a:lnTo>
                <a:lnTo>
                  <a:pt x="1898195" y="945726"/>
                </a:lnTo>
                <a:lnTo>
                  <a:pt x="1898195" y="1008172"/>
                </a:lnTo>
                <a:lnTo>
                  <a:pt x="1995956" y="1008172"/>
                </a:lnTo>
                <a:lnTo>
                  <a:pt x="1995956" y="1008230"/>
                </a:lnTo>
                <a:lnTo>
                  <a:pt x="2110010" y="1008230"/>
                </a:lnTo>
                <a:lnTo>
                  <a:pt x="2110010" y="483949"/>
                </a:lnTo>
                <a:lnTo>
                  <a:pt x="2224065" y="483949"/>
                </a:lnTo>
                <a:lnTo>
                  <a:pt x="2224065" y="485043"/>
                </a:lnTo>
                <a:lnTo>
                  <a:pt x="2338120" y="485043"/>
                </a:lnTo>
                <a:lnTo>
                  <a:pt x="2338120" y="529564"/>
                </a:lnTo>
                <a:lnTo>
                  <a:pt x="2452174" y="529564"/>
                </a:lnTo>
                <a:lnTo>
                  <a:pt x="2452174" y="510985"/>
                </a:lnTo>
                <a:lnTo>
                  <a:pt x="2566229" y="510985"/>
                </a:lnTo>
                <a:lnTo>
                  <a:pt x="2566229" y="499030"/>
                </a:lnTo>
                <a:lnTo>
                  <a:pt x="2680283" y="499030"/>
                </a:lnTo>
                <a:lnTo>
                  <a:pt x="2680283" y="499025"/>
                </a:lnTo>
                <a:lnTo>
                  <a:pt x="2794338" y="499025"/>
                </a:lnTo>
                <a:lnTo>
                  <a:pt x="2794338" y="500976"/>
                </a:lnTo>
                <a:lnTo>
                  <a:pt x="2908393" y="500976"/>
                </a:lnTo>
                <a:lnTo>
                  <a:pt x="2908393" y="455661"/>
                </a:lnTo>
                <a:lnTo>
                  <a:pt x="3022447" y="455661"/>
                </a:lnTo>
                <a:lnTo>
                  <a:pt x="3022447" y="465863"/>
                </a:lnTo>
                <a:lnTo>
                  <a:pt x="3136502" y="465863"/>
                </a:lnTo>
                <a:lnTo>
                  <a:pt x="3136502" y="463075"/>
                </a:lnTo>
                <a:lnTo>
                  <a:pt x="3250557" y="463075"/>
                </a:lnTo>
                <a:lnTo>
                  <a:pt x="3250557" y="482317"/>
                </a:lnTo>
                <a:lnTo>
                  <a:pt x="3364611" y="482317"/>
                </a:lnTo>
                <a:lnTo>
                  <a:pt x="3364611" y="428316"/>
                </a:lnTo>
                <a:lnTo>
                  <a:pt x="3478666" y="428316"/>
                </a:lnTo>
                <a:lnTo>
                  <a:pt x="3478666" y="428496"/>
                </a:lnTo>
                <a:lnTo>
                  <a:pt x="3592721" y="428496"/>
                </a:lnTo>
                <a:lnTo>
                  <a:pt x="3592721" y="477176"/>
                </a:lnTo>
                <a:lnTo>
                  <a:pt x="3755656" y="477176"/>
                </a:lnTo>
                <a:lnTo>
                  <a:pt x="3755656" y="465904"/>
                </a:lnTo>
                <a:lnTo>
                  <a:pt x="3918591" y="465904"/>
                </a:lnTo>
                <a:lnTo>
                  <a:pt x="3918591" y="466546"/>
                </a:lnTo>
                <a:lnTo>
                  <a:pt x="4089673" y="466546"/>
                </a:lnTo>
                <a:lnTo>
                  <a:pt x="4089673" y="466559"/>
                </a:lnTo>
                <a:lnTo>
                  <a:pt x="4228168" y="466559"/>
                </a:lnTo>
                <a:lnTo>
                  <a:pt x="4228168" y="450888"/>
                </a:lnTo>
                <a:lnTo>
                  <a:pt x="4285195" y="450888"/>
                </a:lnTo>
                <a:lnTo>
                  <a:pt x="4285195" y="450903"/>
                </a:lnTo>
                <a:lnTo>
                  <a:pt x="4382956" y="450903"/>
                </a:lnTo>
                <a:lnTo>
                  <a:pt x="4382956" y="451879"/>
                </a:lnTo>
                <a:lnTo>
                  <a:pt x="4505158" y="451879"/>
                </a:lnTo>
                <a:lnTo>
                  <a:pt x="4505158" y="452058"/>
                </a:lnTo>
                <a:lnTo>
                  <a:pt x="4611066" y="452058"/>
                </a:lnTo>
                <a:lnTo>
                  <a:pt x="4611066" y="451273"/>
                </a:lnTo>
                <a:lnTo>
                  <a:pt x="4716973" y="451273"/>
                </a:lnTo>
                <a:lnTo>
                  <a:pt x="4716973" y="451441"/>
                </a:lnTo>
                <a:lnTo>
                  <a:pt x="4888055" y="451441"/>
                </a:lnTo>
                <a:lnTo>
                  <a:pt x="4888055" y="484621"/>
                </a:lnTo>
                <a:lnTo>
                  <a:pt x="5059137" y="484621"/>
                </a:lnTo>
                <a:lnTo>
                  <a:pt x="5059137" y="24898"/>
                </a:lnTo>
                <a:lnTo>
                  <a:pt x="5230219" y="24898"/>
                </a:lnTo>
                <a:lnTo>
                  <a:pt x="5230219" y="37012"/>
                </a:lnTo>
                <a:lnTo>
                  <a:pt x="5401301" y="37012"/>
                </a:lnTo>
                <a:lnTo>
                  <a:pt x="5401301" y="37012"/>
                </a:lnTo>
                <a:lnTo>
                  <a:pt x="5572383" y="37012"/>
                </a:lnTo>
                <a:lnTo>
                  <a:pt x="5572383" y="37744"/>
                </a:lnTo>
                <a:lnTo>
                  <a:pt x="5743465" y="37744"/>
                </a:lnTo>
                <a:lnTo>
                  <a:pt x="5743465" y="38128"/>
                </a:lnTo>
                <a:lnTo>
                  <a:pt x="5857520" y="38128"/>
                </a:lnTo>
                <a:lnTo>
                  <a:pt x="5857520" y="38128"/>
                </a:lnTo>
                <a:lnTo>
                  <a:pt x="5987868" y="38128"/>
                </a:lnTo>
                <a:lnTo>
                  <a:pt x="5987868" y="38408"/>
                </a:lnTo>
                <a:lnTo>
                  <a:pt x="6273005" y="38408"/>
                </a:lnTo>
                <a:lnTo>
                  <a:pt x="6273005" y="40051"/>
                </a:lnTo>
                <a:lnTo>
                  <a:pt x="6492967" y="40051"/>
                </a:lnTo>
                <a:lnTo>
                  <a:pt x="6492967" y="40061"/>
                </a:lnTo>
                <a:lnTo>
                  <a:pt x="6549994" y="40061"/>
                </a:lnTo>
                <a:lnTo>
                  <a:pt x="6549994" y="20101"/>
                </a:lnTo>
                <a:lnTo>
                  <a:pt x="6664049" y="20101"/>
                </a:lnTo>
                <a:lnTo>
                  <a:pt x="6664049" y="20509"/>
                </a:lnTo>
                <a:lnTo>
                  <a:pt x="6778104" y="20509"/>
                </a:lnTo>
                <a:lnTo>
                  <a:pt x="6778104" y="21100"/>
                </a:lnTo>
                <a:lnTo>
                  <a:pt x="6949186" y="21100"/>
                </a:lnTo>
                <a:lnTo>
                  <a:pt x="6949186" y="8005"/>
                </a:lnTo>
                <a:lnTo>
                  <a:pt x="7120268" y="8005"/>
                </a:lnTo>
                <a:lnTo>
                  <a:pt x="7120268" y="2588"/>
                </a:lnTo>
                <a:lnTo>
                  <a:pt x="7226176" y="2588"/>
                </a:lnTo>
                <a:lnTo>
                  <a:pt x="7226176" y="2890"/>
                </a:lnTo>
                <a:lnTo>
                  <a:pt x="7340230" y="2890"/>
                </a:lnTo>
                <a:lnTo>
                  <a:pt x="7340230" y="3182"/>
                </a:lnTo>
                <a:lnTo>
                  <a:pt x="7454285" y="3182"/>
                </a:lnTo>
                <a:lnTo>
                  <a:pt x="7454285" y="3146"/>
                </a:lnTo>
                <a:lnTo>
                  <a:pt x="7625367" y="3146"/>
                </a:lnTo>
                <a:lnTo>
                  <a:pt x="7625367" y="1277"/>
                </a:lnTo>
                <a:lnTo>
                  <a:pt x="7796449" y="1277"/>
                </a:lnTo>
                <a:lnTo>
                  <a:pt x="7796449" y="4"/>
                </a:lnTo>
                <a:lnTo>
                  <a:pt x="7910503" y="4"/>
                </a:lnTo>
                <a:lnTo>
                  <a:pt x="7910503" y="0"/>
                </a:lnTo>
                <a:lnTo>
                  <a:pt x="8024558" y="0"/>
                </a:lnTo>
                <a:lnTo>
                  <a:pt x="8024558" y="239"/>
                </a:lnTo>
                <a:lnTo>
                  <a:pt x="8138613" y="239"/>
                </a:lnTo>
                <a:lnTo>
                  <a:pt x="8138613" y="258"/>
                </a:lnTo>
                <a:lnTo>
                  <a:pt x="8252667" y="258"/>
                </a:lnTo>
                <a:lnTo>
                  <a:pt x="8252667" y="183"/>
                </a:lnTo>
                <a:lnTo>
                  <a:pt x="8374869" y="183"/>
                </a:lnTo>
                <a:lnTo>
                  <a:pt x="8374869" y="744"/>
                </a:lnTo>
                <a:lnTo>
                  <a:pt x="8488923" y="744"/>
                </a:lnTo>
                <a:lnTo>
                  <a:pt x="8488923" y="1074"/>
                </a:lnTo>
                <a:lnTo>
                  <a:pt x="8651858" y="1074"/>
                </a:lnTo>
                <a:lnTo>
                  <a:pt x="8651858" y="769"/>
                </a:lnTo>
                <a:lnTo>
                  <a:pt x="8822940" y="769"/>
                </a:lnTo>
                <a:lnTo>
                  <a:pt x="8822940" y="3040"/>
                </a:lnTo>
                <a:lnTo>
                  <a:pt x="9051050" y="3040"/>
                </a:lnTo>
                <a:lnTo>
                  <a:pt x="9051050" y="3191"/>
                </a:lnTo>
                <a:lnTo>
                  <a:pt x="9279159" y="3191"/>
                </a:lnTo>
                <a:lnTo>
                  <a:pt x="9279159" y="8697"/>
                </a:lnTo>
                <a:lnTo>
                  <a:pt x="9450241" y="8697"/>
                </a:lnTo>
                <a:lnTo>
                  <a:pt x="9450241" y="12358"/>
                </a:lnTo>
                <a:lnTo>
                  <a:pt x="9621323" y="12358"/>
                </a:lnTo>
                <a:lnTo>
                  <a:pt x="9621323" y="12667"/>
                </a:lnTo>
                <a:lnTo>
                  <a:pt x="9930900" y="12667"/>
                </a:lnTo>
                <a:lnTo>
                  <a:pt x="9930900" y="14298"/>
                </a:lnTo>
                <a:lnTo>
                  <a:pt x="10216036" y="14298"/>
                </a:lnTo>
                <a:lnTo>
                  <a:pt x="10216036" y="14484"/>
                </a:lnTo>
                <a:lnTo>
                  <a:pt x="10370825" y="14484"/>
                </a:lnTo>
                <a:lnTo>
                  <a:pt x="10370825" y="15330"/>
                </a:lnTo>
                <a:lnTo>
                  <a:pt x="10509320" y="15330"/>
                </a:lnTo>
                <a:lnTo>
                  <a:pt x="10509320" y="15353"/>
                </a:lnTo>
              </a:path>
            </a:pathLst>
          </a:custGeom>
          <a:ln w="54202" cap="flat">
            <a:solidFill>
              <a:srgbClr val="4682B4">
                <a:alpha val="50196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58" name="pl119">
            <a:extLst>
              <a:ext uri="{FF2B5EF4-FFF2-40B4-BE49-F238E27FC236}">
                <a16:creationId xmlns:a16="http://schemas.microsoft.com/office/drawing/2014/main" id="{6920EB03-6A29-FBF8-24C0-C01A4B52D897}"/>
              </a:ext>
            </a:extLst>
          </p:cNvPr>
          <p:cNvSpPr/>
          <p:nvPr/>
        </p:nvSpPr>
        <p:spPr>
          <a:xfrm>
            <a:off x="2831145" y="8340695"/>
            <a:ext cx="7006213" cy="490457"/>
          </a:xfrm>
          <a:custGeom>
            <a:avLst/>
            <a:gdLst/>
            <a:ahLst/>
            <a:cxnLst/>
            <a:rect l="0" t="0" r="0" b="0"/>
            <a:pathLst>
              <a:path w="10509320" h="735686">
                <a:moveTo>
                  <a:pt x="0" y="0"/>
                </a:moveTo>
                <a:lnTo>
                  <a:pt x="146641" y="0"/>
                </a:lnTo>
                <a:lnTo>
                  <a:pt x="146641" y="0"/>
                </a:lnTo>
                <a:lnTo>
                  <a:pt x="228109" y="0"/>
                </a:lnTo>
                <a:lnTo>
                  <a:pt x="228109" y="0"/>
                </a:lnTo>
                <a:lnTo>
                  <a:pt x="301430" y="0"/>
                </a:lnTo>
                <a:lnTo>
                  <a:pt x="301430" y="0"/>
                </a:lnTo>
                <a:lnTo>
                  <a:pt x="366604" y="0"/>
                </a:lnTo>
                <a:lnTo>
                  <a:pt x="366604" y="0"/>
                </a:lnTo>
                <a:lnTo>
                  <a:pt x="382897" y="0"/>
                </a:lnTo>
                <a:lnTo>
                  <a:pt x="382897" y="718019"/>
                </a:lnTo>
                <a:lnTo>
                  <a:pt x="439925" y="718019"/>
                </a:lnTo>
                <a:lnTo>
                  <a:pt x="439925" y="718019"/>
                </a:lnTo>
                <a:lnTo>
                  <a:pt x="578419" y="718019"/>
                </a:lnTo>
                <a:lnTo>
                  <a:pt x="578419" y="718019"/>
                </a:lnTo>
                <a:lnTo>
                  <a:pt x="749501" y="718019"/>
                </a:lnTo>
                <a:lnTo>
                  <a:pt x="749501" y="718019"/>
                </a:lnTo>
                <a:lnTo>
                  <a:pt x="871703" y="718019"/>
                </a:lnTo>
                <a:lnTo>
                  <a:pt x="871703" y="718019"/>
                </a:lnTo>
                <a:lnTo>
                  <a:pt x="969464" y="718019"/>
                </a:lnTo>
                <a:lnTo>
                  <a:pt x="969464" y="520903"/>
                </a:lnTo>
                <a:lnTo>
                  <a:pt x="1034638" y="520903"/>
                </a:lnTo>
                <a:lnTo>
                  <a:pt x="1034638" y="520903"/>
                </a:lnTo>
                <a:lnTo>
                  <a:pt x="1107959" y="520903"/>
                </a:lnTo>
                <a:lnTo>
                  <a:pt x="1107959" y="520903"/>
                </a:lnTo>
                <a:lnTo>
                  <a:pt x="1222013" y="520903"/>
                </a:lnTo>
                <a:lnTo>
                  <a:pt x="1222013" y="520903"/>
                </a:lnTo>
                <a:lnTo>
                  <a:pt x="1327921" y="520903"/>
                </a:lnTo>
                <a:lnTo>
                  <a:pt x="1327921" y="520903"/>
                </a:lnTo>
                <a:lnTo>
                  <a:pt x="1441976" y="520903"/>
                </a:lnTo>
                <a:lnTo>
                  <a:pt x="1441976" y="520903"/>
                </a:lnTo>
                <a:lnTo>
                  <a:pt x="1556031" y="520903"/>
                </a:lnTo>
                <a:lnTo>
                  <a:pt x="1556031" y="520903"/>
                </a:lnTo>
                <a:lnTo>
                  <a:pt x="1661939" y="520903"/>
                </a:lnTo>
                <a:lnTo>
                  <a:pt x="1661939" y="520903"/>
                </a:lnTo>
                <a:lnTo>
                  <a:pt x="1784140" y="520903"/>
                </a:lnTo>
                <a:lnTo>
                  <a:pt x="1784140" y="520903"/>
                </a:lnTo>
                <a:lnTo>
                  <a:pt x="1898195" y="520903"/>
                </a:lnTo>
                <a:lnTo>
                  <a:pt x="1898195" y="735686"/>
                </a:lnTo>
                <a:lnTo>
                  <a:pt x="1995956" y="735686"/>
                </a:lnTo>
                <a:lnTo>
                  <a:pt x="1995956" y="735686"/>
                </a:lnTo>
                <a:lnTo>
                  <a:pt x="2110010" y="735686"/>
                </a:lnTo>
                <a:lnTo>
                  <a:pt x="2110010" y="169053"/>
                </a:lnTo>
                <a:lnTo>
                  <a:pt x="2224065" y="169053"/>
                </a:lnTo>
                <a:lnTo>
                  <a:pt x="2224065" y="169053"/>
                </a:lnTo>
                <a:lnTo>
                  <a:pt x="2338120" y="169053"/>
                </a:lnTo>
                <a:lnTo>
                  <a:pt x="2338120" y="169053"/>
                </a:lnTo>
                <a:lnTo>
                  <a:pt x="2452174" y="169053"/>
                </a:lnTo>
                <a:lnTo>
                  <a:pt x="2452174" y="169053"/>
                </a:lnTo>
                <a:lnTo>
                  <a:pt x="2566229" y="169053"/>
                </a:lnTo>
                <a:lnTo>
                  <a:pt x="2566229" y="169053"/>
                </a:lnTo>
                <a:lnTo>
                  <a:pt x="2680283" y="169053"/>
                </a:lnTo>
                <a:lnTo>
                  <a:pt x="2680283" y="169053"/>
                </a:lnTo>
                <a:lnTo>
                  <a:pt x="2794338" y="169053"/>
                </a:lnTo>
                <a:lnTo>
                  <a:pt x="2794338" y="169053"/>
                </a:lnTo>
                <a:lnTo>
                  <a:pt x="2908393" y="169053"/>
                </a:lnTo>
                <a:lnTo>
                  <a:pt x="2908393" y="93822"/>
                </a:lnTo>
                <a:lnTo>
                  <a:pt x="3022447" y="93822"/>
                </a:lnTo>
                <a:lnTo>
                  <a:pt x="3022447" y="125568"/>
                </a:lnTo>
                <a:lnTo>
                  <a:pt x="3136502" y="125568"/>
                </a:lnTo>
                <a:lnTo>
                  <a:pt x="3136502" y="125568"/>
                </a:lnTo>
                <a:lnTo>
                  <a:pt x="3250557" y="125568"/>
                </a:lnTo>
                <a:lnTo>
                  <a:pt x="3250557" y="182750"/>
                </a:lnTo>
                <a:lnTo>
                  <a:pt x="3364611" y="182750"/>
                </a:lnTo>
                <a:lnTo>
                  <a:pt x="3364611" y="222861"/>
                </a:lnTo>
                <a:lnTo>
                  <a:pt x="3478666" y="222861"/>
                </a:lnTo>
                <a:lnTo>
                  <a:pt x="3478666" y="222861"/>
                </a:lnTo>
                <a:lnTo>
                  <a:pt x="3592721" y="222861"/>
                </a:lnTo>
                <a:lnTo>
                  <a:pt x="3592721" y="222861"/>
                </a:lnTo>
                <a:lnTo>
                  <a:pt x="3755656" y="222861"/>
                </a:lnTo>
                <a:lnTo>
                  <a:pt x="3755656" y="222861"/>
                </a:lnTo>
                <a:lnTo>
                  <a:pt x="3918591" y="222861"/>
                </a:lnTo>
                <a:lnTo>
                  <a:pt x="3918591" y="222861"/>
                </a:lnTo>
                <a:lnTo>
                  <a:pt x="4089673" y="222861"/>
                </a:lnTo>
                <a:lnTo>
                  <a:pt x="4089673" y="222861"/>
                </a:lnTo>
                <a:lnTo>
                  <a:pt x="4228168" y="222861"/>
                </a:lnTo>
                <a:lnTo>
                  <a:pt x="4228168" y="222861"/>
                </a:lnTo>
                <a:lnTo>
                  <a:pt x="4285195" y="222861"/>
                </a:lnTo>
                <a:lnTo>
                  <a:pt x="4285195" y="222861"/>
                </a:lnTo>
                <a:lnTo>
                  <a:pt x="4382956" y="222861"/>
                </a:lnTo>
                <a:lnTo>
                  <a:pt x="4382956" y="222861"/>
                </a:lnTo>
                <a:lnTo>
                  <a:pt x="4505158" y="222861"/>
                </a:lnTo>
                <a:lnTo>
                  <a:pt x="4505158" y="222861"/>
                </a:lnTo>
                <a:lnTo>
                  <a:pt x="4611066" y="222861"/>
                </a:lnTo>
                <a:lnTo>
                  <a:pt x="4611066" y="222861"/>
                </a:lnTo>
                <a:lnTo>
                  <a:pt x="4716973" y="222861"/>
                </a:lnTo>
                <a:lnTo>
                  <a:pt x="4716973" y="222861"/>
                </a:lnTo>
                <a:lnTo>
                  <a:pt x="4888055" y="222861"/>
                </a:lnTo>
                <a:lnTo>
                  <a:pt x="4888055" y="222861"/>
                </a:lnTo>
                <a:lnTo>
                  <a:pt x="5059137" y="222861"/>
                </a:lnTo>
                <a:lnTo>
                  <a:pt x="5059137" y="33409"/>
                </a:lnTo>
                <a:lnTo>
                  <a:pt x="5230219" y="33409"/>
                </a:lnTo>
                <a:lnTo>
                  <a:pt x="5230219" y="46397"/>
                </a:lnTo>
                <a:lnTo>
                  <a:pt x="5401301" y="46397"/>
                </a:lnTo>
                <a:lnTo>
                  <a:pt x="5401301" y="46397"/>
                </a:lnTo>
                <a:lnTo>
                  <a:pt x="5572383" y="46397"/>
                </a:lnTo>
                <a:lnTo>
                  <a:pt x="5572383" y="47335"/>
                </a:lnTo>
                <a:lnTo>
                  <a:pt x="5743465" y="47335"/>
                </a:lnTo>
                <a:lnTo>
                  <a:pt x="5743465" y="47844"/>
                </a:lnTo>
                <a:lnTo>
                  <a:pt x="5857520" y="47844"/>
                </a:lnTo>
                <a:lnTo>
                  <a:pt x="5857520" y="47844"/>
                </a:lnTo>
                <a:lnTo>
                  <a:pt x="5987868" y="47844"/>
                </a:lnTo>
                <a:lnTo>
                  <a:pt x="5987868" y="47844"/>
                </a:lnTo>
                <a:lnTo>
                  <a:pt x="6273005" y="47844"/>
                </a:lnTo>
                <a:lnTo>
                  <a:pt x="6273005" y="49433"/>
                </a:lnTo>
                <a:lnTo>
                  <a:pt x="6492967" y="49433"/>
                </a:lnTo>
                <a:lnTo>
                  <a:pt x="6492967" y="49433"/>
                </a:lnTo>
                <a:lnTo>
                  <a:pt x="6549994" y="49433"/>
                </a:lnTo>
                <a:lnTo>
                  <a:pt x="6549994" y="34026"/>
                </a:lnTo>
                <a:lnTo>
                  <a:pt x="6664049" y="34026"/>
                </a:lnTo>
                <a:lnTo>
                  <a:pt x="6664049" y="34026"/>
                </a:lnTo>
                <a:lnTo>
                  <a:pt x="6778104" y="34026"/>
                </a:lnTo>
                <a:lnTo>
                  <a:pt x="6778104" y="34026"/>
                </a:lnTo>
                <a:lnTo>
                  <a:pt x="6949186" y="34026"/>
                </a:lnTo>
                <a:lnTo>
                  <a:pt x="6949186" y="22013"/>
                </a:lnTo>
                <a:lnTo>
                  <a:pt x="7120268" y="22013"/>
                </a:lnTo>
                <a:lnTo>
                  <a:pt x="7120268" y="16698"/>
                </a:lnTo>
                <a:lnTo>
                  <a:pt x="7226176" y="16698"/>
                </a:lnTo>
                <a:lnTo>
                  <a:pt x="7226176" y="16698"/>
                </a:lnTo>
                <a:lnTo>
                  <a:pt x="7340230" y="16698"/>
                </a:lnTo>
                <a:lnTo>
                  <a:pt x="7340230" y="16698"/>
                </a:lnTo>
                <a:lnTo>
                  <a:pt x="7454285" y="16698"/>
                </a:lnTo>
                <a:lnTo>
                  <a:pt x="7454285" y="16698"/>
                </a:lnTo>
                <a:lnTo>
                  <a:pt x="7625367" y="16698"/>
                </a:lnTo>
                <a:lnTo>
                  <a:pt x="7625367" y="14824"/>
                </a:lnTo>
                <a:lnTo>
                  <a:pt x="7796449" y="14824"/>
                </a:lnTo>
                <a:lnTo>
                  <a:pt x="7796449" y="13843"/>
                </a:lnTo>
                <a:lnTo>
                  <a:pt x="7910503" y="13843"/>
                </a:lnTo>
                <a:lnTo>
                  <a:pt x="7910503" y="13843"/>
                </a:lnTo>
                <a:lnTo>
                  <a:pt x="8024558" y="13843"/>
                </a:lnTo>
                <a:lnTo>
                  <a:pt x="8024558" y="13843"/>
                </a:lnTo>
                <a:lnTo>
                  <a:pt x="8138613" y="13843"/>
                </a:lnTo>
                <a:lnTo>
                  <a:pt x="8138613" y="13843"/>
                </a:lnTo>
                <a:lnTo>
                  <a:pt x="8252667" y="13843"/>
                </a:lnTo>
                <a:lnTo>
                  <a:pt x="8252667" y="13843"/>
                </a:lnTo>
                <a:lnTo>
                  <a:pt x="8374869" y="13843"/>
                </a:lnTo>
                <a:lnTo>
                  <a:pt x="8374869" y="13843"/>
                </a:lnTo>
                <a:lnTo>
                  <a:pt x="8488923" y="13843"/>
                </a:lnTo>
                <a:lnTo>
                  <a:pt x="8488923" y="13843"/>
                </a:lnTo>
                <a:lnTo>
                  <a:pt x="8651858" y="13843"/>
                </a:lnTo>
                <a:lnTo>
                  <a:pt x="8651858" y="13843"/>
                </a:lnTo>
                <a:lnTo>
                  <a:pt x="8822940" y="13843"/>
                </a:lnTo>
                <a:lnTo>
                  <a:pt x="8822940" y="13843"/>
                </a:lnTo>
                <a:lnTo>
                  <a:pt x="9051050" y="13843"/>
                </a:lnTo>
                <a:lnTo>
                  <a:pt x="9051050" y="13843"/>
                </a:lnTo>
                <a:lnTo>
                  <a:pt x="9279159" y="13843"/>
                </a:lnTo>
                <a:lnTo>
                  <a:pt x="9279159" y="19674"/>
                </a:lnTo>
                <a:lnTo>
                  <a:pt x="9450241" y="19674"/>
                </a:lnTo>
                <a:lnTo>
                  <a:pt x="9450241" y="23862"/>
                </a:lnTo>
                <a:lnTo>
                  <a:pt x="9621323" y="23862"/>
                </a:lnTo>
                <a:lnTo>
                  <a:pt x="9621323" y="23862"/>
                </a:lnTo>
                <a:lnTo>
                  <a:pt x="9930900" y="23862"/>
                </a:lnTo>
                <a:lnTo>
                  <a:pt x="9930900" y="25588"/>
                </a:lnTo>
                <a:lnTo>
                  <a:pt x="10216036" y="25588"/>
                </a:lnTo>
                <a:lnTo>
                  <a:pt x="10216036" y="25588"/>
                </a:lnTo>
                <a:lnTo>
                  <a:pt x="10370825" y="25588"/>
                </a:lnTo>
                <a:lnTo>
                  <a:pt x="10370825" y="26925"/>
                </a:lnTo>
                <a:lnTo>
                  <a:pt x="10509320" y="26925"/>
                </a:lnTo>
                <a:lnTo>
                  <a:pt x="10509320" y="26925"/>
                </a:lnTo>
              </a:path>
            </a:pathLst>
          </a:custGeom>
          <a:ln w="54202" cap="flat">
            <a:solidFill>
              <a:srgbClr val="73AE9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59" name="pl120">
            <a:extLst>
              <a:ext uri="{FF2B5EF4-FFF2-40B4-BE49-F238E27FC236}">
                <a16:creationId xmlns:a16="http://schemas.microsoft.com/office/drawing/2014/main" id="{EB81EDA3-968C-8689-1228-38BAF9051481}"/>
              </a:ext>
            </a:extLst>
          </p:cNvPr>
          <p:cNvSpPr/>
          <p:nvPr/>
        </p:nvSpPr>
        <p:spPr>
          <a:xfrm>
            <a:off x="2624760" y="834069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000000">
                <a:alpha val="50196"/>
              </a:srgbClr>
            </a:solidFill>
            <a:prstDash val="dash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60" name="rc121">
            <a:extLst>
              <a:ext uri="{FF2B5EF4-FFF2-40B4-BE49-F238E27FC236}">
                <a16:creationId xmlns:a16="http://schemas.microsoft.com/office/drawing/2014/main" id="{D3F03A95-6E11-003A-013A-32CC4E3EBDE1}"/>
              </a:ext>
            </a:extLst>
          </p:cNvPr>
          <p:cNvSpPr/>
          <p:nvPr/>
        </p:nvSpPr>
        <p:spPr>
          <a:xfrm>
            <a:off x="2624760" y="6974989"/>
            <a:ext cx="7549331" cy="2707511"/>
          </a:xfrm>
          <a:prstGeom prst="rect">
            <a:avLst/>
          </a:prstGeom>
          <a:ln w="27101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65" name="rc126">
            <a:extLst>
              <a:ext uri="{FF2B5EF4-FFF2-40B4-BE49-F238E27FC236}">
                <a16:creationId xmlns:a16="http://schemas.microsoft.com/office/drawing/2014/main" id="{C078604A-231A-28A7-8FAF-E82B87654C3F}"/>
              </a:ext>
            </a:extLst>
          </p:cNvPr>
          <p:cNvSpPr/>
          <p:nvPr/>
        </p:nvSpPr>
        <p:spPr>
          <a:xfrm>
            <a:off x="2624760" y="10090013"/>
            <a:ext cx="7549331" cy="169219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200"/>
          </a:p>
        </p:txBody>
      </p:sp>
      <p:sp>
        <p:nvSpPr>
          <p:cNvPr id="666" name="pl127">
            <a:extLst>
              <a:ext uri="{FF2B5EF4-FFF2-40B4-BE49-F238E27FC236}">
                <a16:creationId xmlns:a16="http://schemas.microsoft.com/office/drawing/2014/main" id="{DE198688-528F-3D57-2599-A0AC5E93EEC7}"/>
              </a:ext>
            </a:extLst>
          </p:cNvPr>
          <p:cNvSpPr/>
          <p:nvPr/>
        </p:nvSpPr>
        <p:spPr>
          <a:xfrm>
            <a:off x="2624760" y="11502511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67" name="pl128">
            <a:extLst>
              <a:ext uri="{FF2B5EF4-FFF2-40B4-BE49-F238E27FC236}">
                <a16:creationId xmlns:a16="http://schemas.microsoft.com/office/drawing/2014/main" id="{E0C38D99-A474-7CFF-3098-3C0CF66EB6DE}"/>
              </a:ext>
            </a:extLst>
          </p:cNvPr>
          <p:cNvSpPr/>
          <p:nvPr/>
        </p:nvSpPr>
        <p:spPr>
          <a:xfrm>
            <a:off x="2624760" y="11096955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68" name="pl129">
            <a:extLst>
              <a:ext uri="{FF2B5EF4-FFF2-40B4-BE49-F238E27FC236}">
                <a16:creationId xmlns:a16="http://schemas.microsoft.com/office/drawing/2014/main" id="{09A5F90C-D26E-EC9D-AC70-B8F2A3A0D7A9}"/>
              </a:ext>
            </a:extLst>
          </p:cNvPr>
          <p:cNvSpPr/>
          <p:nvPr/>
        </p:nvSpPr>
        <p:spPr>
          <a:xfrm>
            <a:off x="2624760" y="10691397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69" name="pl130">
            <a:extLst>
              <a:ext uri="{FF2B5EF4-FFF2-40B4-BE49-F238E27FC236}">
                <a16:creationId xmlns:a16="http://schemas.microsoft.com/office/drawing/2014/main" id="{4C9127C1-23FB-D81E-00B0-390FDB0D22EB}"/>
              </a:ext>
            </a:extLst>
          </p:cNvPr>
          <p:cNvSpPr/>
          <p:nvPr/>
        </p:nvSpPr>
        <p:spPr>
          <a:xfrm>
            <a:off x="2624760" y="10285841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0" name="pl131">
            <a:extLst>
              <a:ext uri="{FF2B5EF4-FFF2-40B4-BE49-F238E27FC236}">
                <a16:creationId xmlns:a16="http://schemas.microsoft.com/office/drawing/2014/main" id="{5AD1958F-D2F4-097B-84BA-1A30C4A78D3E}"/>
              </a:ext>
            </a:extLst>
          </p:cNvPr>
          <p:cNvSpPr/>
          <p:nvPr/>
        </p:nvSpPr>
        <p:spPr>
          <a:xfrm>
            <a:off x="2679072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1" name="pl132">
            <a:extLst>
              <a:ext uri="{FF2B5EF4-FFF2-40B4-BE49-F238E27FC236}">
                <a16:creationId xmlns:a16="http://schemas.microsoft.com/office/drawing/2014/main" id="{F7E83426-7B14-A576-372F-1BB375F25191}"/>
              </a:ext>
            </a:extLst>
          </p:cNvPr>
          <p:cNvSpPr/>
          <p:nvPr/>
        </p:nvSpPr>
        <p:spPr>
          <a:xfrm>
            <a:off x="3765307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2" name="pl133">
            <a:extLst>
              <a:ext uri="{FF2B5EF4-FFF2-40B4-BE49-F238E27FC236}">
                <a16:creationId xmlns:a16="http://schemas.microsoft.com/office/drawing/2014/main" id="{F7838116-D672-3EF9-1AB9-FB40441DC269}"/>
              </a:ext>
            </a:extLst>
          </p:cNvPr>
          <p:cNvSpPr/>
          <p:nvPr/>
        </p:nvSpPr>
        <p:spPr>
          <a:xfrm>
            <a:off x="4851542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3" name="pl134">
            <a:extLst>
              <a:ext uri="{FF2B5EF4-FFF2-40B4-BE49-F238E27FC236}">
                <a16:creationId xmlns:a16="http://schemas.microsoft.com/office/drawing/2014/main" id="{81F2E3AF-9CBB-D434-95D1-F0686205E2E4}"/>
              </a:ext>
            </a:extLst>
          </p:cNvPr>
          <p:cNvSpPr/>
          <p:nvPr/>
        </p:nvSpPr>
        <p:spPr>
          <a:xfrm>
            <a:off x="5937776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4" name="pl135">
            <a:extLst>
              <a:ext uri="{FF2B5EF4-FFF2-40B4-BE49-F238E27FC236}">
                <a16:creationId xmlns:a16="http://schemas.microsoft.com/office/drawing/2014/main" id="{50489E95-5B86-6DE4-AE61-B0A6710C05F7}"/>
              </a:ext>
            </a:extLst>
          </p:cNvPr>
          <p:cNvSpPr/>
          <p:nvPr/>
        </p:nvSpPr>
        <p:spPr>
          <a:xfrm>
            <a:off x="7024011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5" name="pl136">
            <a:extLst>
              <a:ext uri="{FF2B5EF4-FFF2-40B4-BE49-F238E27FC236}">
                <a16:creationId xmlns:a16="http://schemas.microsoft.com/office/drawing/2014/main" id="{465A318D-25BB-B0AC-7C9C-17B6C4F1CF56}"/>
              </a:ext>
            </a:extLst>
          </p:cNvPr>
          <p:cNvSpPr/>
          <p:nvPr/>
        </p:nvSpPr>
        <p:spPr>
          <a:xfrm>
            <a:off x="8110246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6" name="pl137">
            <a:extLst>
              <a:ext uri="{FF2B5EF4-FFF2-40B4-BE49-F238E27FC236}">
                <a16:creationId xmlns:a16="http://schemas.microsoft.com/office/drawing/2014/main" id="{B026975C-8EB3-5AB5-BB69-6CA9417D1089}"/>
              </a:ext>
            </a:extLst>
          </p:cNvPr>
          <p:cNvSpPr/>
          <p:nvPr/>
        </p:nvSpPr>
        <p:spPr>
          <a:xfrm>
            <a:off x="9196480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7" name="pl138">
            <a:extLst>
              <a:ext uri="{FF2B5EF4-FFF2-40B4-BE49-F238E27FC236}">
                <a16:creationId xmlns:a16="http://schemas.microsoft.com/office/drawing/2014/main" id="{B4E4BE64-4144-3A9D-D22F-10811D0E7080}"/>
              </a:ext>
            </a:extLst>
          </p:cNvPr>
          <p:cNvSpPr/>
          <p:nvPr/>
        </p:nvSpPr>
        <p:spPr>
          <a:xfrm>
            <a:off x="2624760" y="11705290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8" name="pl139">
            <a:extLst>
              <a:ext uri="{FF2B5EF4-FFF2-40B4-BE49-F238E27FC236}">
                <a16:creationId xmlns:a16="http://schemas.microsoft.com/office/drawing/2014/main" id="{1EBE629D-19A2-1684-8E00-D980FC3D5862}"/>
              </a:ext>
            </a:extLst>
          </p:cNvPr>
          <p:cNvSpPr/>
          <p:nvPr/>
        </p:nvSpPr>
        <p:spPr>
          <a:xfrm>
            <a:off x="2624760" y="11299733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79" name="pl140">
            <a:extLst>
              <a:ext uri="{FF2B5EF4-FFF2-40B4-BE49-F238E27FC236}">
                <a16:creationId xmlns:a16="http://schemas.microsoft.com/office/drawing/2014/main" id="{33FBBA49-ED9F-05CF-F04A-FE805CECDEFB}"/>
              </a:ext>
            </a:extLst>
          </p:cNvPr>
          <p:cNvSpPr/>
          <p:nvPr/>
        </p:nvSpPr>
        <p:spPr>
          <a:xfrm>
            <a:off x="2624760" y="10894176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0" name="pl141">
            <a:extLst>
              <a:ext uri="{FF2B5EF4-FFF2-40B4-BE49-F238E27FC236}">
                <a16:creationId xmlns:a16="http://schemas.microsoft.com/office/drawing/2014/main" id="{35D5360D-3D1B-52E0-686F-B5C344C04E19}"/>
              </a:ext>
            </a:extLst>
          </p:cNvPr>
          <p:cNvSpPr/>
          <p:nvPr/>
        </p:nvSpPr>
        <p:spPr>
          <a:xfrm>
            <a:off x="2624760" y="10488619"/>
            <a:ext cx="7549331" cy="0"/>
          </a:xfrm>
          <a:custGeom>
            <a:avLst/>
            <a:gdLst/>
            <a:ahLst/>
            <a:cxnLst/>
            <a:rect l="0" t="0" r="0" b="0"/>
            <a:pathLst>
              <a:path w="11323996">
                <a:moveTo>
                  <a:pt x="0" y="0"/>
                </a:moveTo>
                <a:lnTo>
                  <a:pt x="11323996" y="0"/>
                </a:lnTo>
                <a:lnTo>
                  <a:pt x="11323996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1" name="pl142">
            <a:extLst>
              <a:ext uri="{FF2B5EF4-FFF2-40B4-BE49-F238E27FC236}">
                <a16:creationId xmlns:a16="http://schemas.microsoft.com/office/drawing/2014/main" id="{0663D207-93C0-5C75-D0EC-F9543CB248D9}"/>
              </a:ext>
            </a:extLst>
          </p:cNvPr>
          <p:cNvSpPr/>
          <p:nvPr/>
        </p:nvSpPr>
        <p:spPr>
          <a:xfrm>
            <a:off x="3222190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2" name="pl143">
            <a:extLst>
              <a:ext uri="{FF2B5EF4-FFF2-40B4-BE49-F238E27FC236}">
                <a16:creationId xmlns:a16="http://schemas.microsoft.com/office/drawing/2014/main" id="{84F27362-800F-1AA0-7313-D5E0675E5BB9}"/>
              </a:ext>
            </a:extLst>
          </p:cNvPr>
          <p:cNvSpPr/>
          <p:nvPr/>
        </p:nvSpPr>
        <p:spPr>
          <a:xfrm>
            <a:off x="4308424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3" name="pl144">
            <a:extLst>
              <a:ext uri="{FF2B5EF4-FFF2-40B4-BE49-F238E27FC236}">
                <a16:creationId xmlns:a16="http://schemas.microsoft.com/office/drawing/2014/main" id="{9F481A83-9745-CEAB-1364-7AFCBF962765}"/>
              </a:ext>
            </a:extLst>
          </p:cNvPr>
          <p:cNvSpPr/>
          <p:nvPr/>
        </p:nvSpPr>
        <p:spPr>
          <a:xfrm>
            <a:off x="5394659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4" name="pl145">
            <a:extLst>
              <a:ext uri="{FF2B5EF4-FFF2-40B4-BE49-F238E27FC236}">
                <a16:creationId xmlns:a16="http://schemas.microsoft.com/office/drawing/2014/main" id="{2BC6C815-59DF-FF6E-816F-12FEE648E524}"/>
              </a:ext>
            </a:extLst>
          </p:cNvPr>
          <p:cNvSpPr/>
          <p:nvPr/>
        </p:nvSpPr>
        <p:spPr>
          <a:xfrm>
            <a:off x="6480894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5" name="pl146">
            <a:extLst>
              <a:ext uri="{FF2B5EF4-FFF2-40B4-BE49-F238E27FC236}">
                <a16:creationId xmlns:a16="http://schemas.microsoft.com/office/drawing/2014/main" id="{68084412-F8BA-B64D-5E34-A204B2BBF8B0}"/>
              </a:ext>
            </a:extLst>
          </p:cNvPr>
          <p:cNvSpPr/>
          <p:nvPr/>
        </p:nvSpPr>
        <p:spPr>
          <a:xfrm>
            <a:off x="7567128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6" name="pl147">
            <a:extLst>
              <a:ext uri="{FF2B5EF4-FFF2-40B4-BE49-F238E27FC236}">
                <a16:creationId xmlns:a16="http://schemas.microsoft.com/office/drawing/2014/main" id="{56A16A96-5FE7-FA47-B658-EDB0C24CC62B}"/>
              </a:ext>
            </a:extLst>
          </p:cNvPr>
          <p:cNvSpPr/>
          <p:nvPr/>
        </p:nvSpPr>
        <p:spPr>
          <a:xfrm>
            <a:off x="8653363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7" name="pl148">
            <a:extLst>
              <a:ext uri="{FF2B5EF4-FFF2-40B4-BE49-F238E27FC236}">
                <a16:creationId xmlns:a16="http://schemas.microsoft.com/office/drawing/2014/main" id="{061EADAA-2111-82E1-39DD-C169382BABDC}"/>
              </a:ext>
            </a:extLst>
          </p:cNvPr>
          <p:cNvSpPr/>
          <p:nvPr/>
        </p:nvSpPr>
        <p:spPr>
          <a:xfrm>
            <a:off x="9739598" y="10090013"/>
            <a:ext cx="0" cy="1692195"/>
          </a:xfrm>
          <a:custGeom>
            <a:avLst/>
            <a:gdLst/>
            <a:ahLst/>
            <a:cxnLst/>
            <a:rect l="0" t="0" r="0" b="0"/>
            <a:pathLst>
              <a:path h="2538292">
                <a:moveTo>
                  <a:pt x="0" y="253829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27101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8" name="pl149">
            <a:extLst>
              <a:ext uri="{FF2B5EF4-FFF2-40B4-BE49-F238E27FC236}">
                <a16:creationId xmlns:a16="http://schemas.microsoft.com/office/drawing/2014/main" id="{5C05EA98-4713-976B-413F-BA0785F331AA}"/>
              </a:ext>
            </a:extLst>
          </p:cNvPr>
          <p:cNvSpPr/>
          <p:nvPr/>
        </p:nvSpPr>
        <p:spPr>
          <a:xfrm>
            <a:off x="2776834" y="10811767"/>
            <a:ext cx="6886727" cy="891819"/>
          </a:xfrm>
          <a:custGeom>
            <a:avLst/>
            <a:gdLst/>
            <a:ahLst/>
            <a:cxnLst/>
            <a:rect l="0" t="0" r="0" b="0"/>
            <a:pathLst>
              <a:path w="10330091" h="1337729">
                <a:moveTo>
                  <a:pt x="0" y="1337729"/>
                </a:moveTo>
                <a:lnTo>
                  <a:pt x="162935" y="1337729"/>
                </a:lnTo>
                <a:lnTo>
                  <a:pt x="162935" y="1337729"/>
                </a:lnTo>
                <a:lnTo>
                  <a:pt x="293283" y="1337729"/>
                </a:lnTo>
                <a:lnTo>
                  <a:pt x="293283" y="1314004"/>
                </a:lnTo>
                <a:lnTo>
                  <a:pt x="325870" y="1314004"/>
                </a:lnTo>
                <a:lnTo>
                  <a:pt x="325870" y="1314004"/>
                </a:lnTo>
                <a:lnTo>
                  <a:pt x="439925" y="1314004"/>
                </a:lnTo>
                <a:lnTo>
                  <a:pt x="439925" y="1305609"/>
                </a:lnTo>
                <a:lnTo>
                  <a:pt x="472512" y="1305609"/>
                </a:lnTo>
                <a:lnTo>
                  <a:pt x="472512" y="1305609"/>
                </a:lnTo>
                <a:lnTo>
                  <a:pt x="570273" y="1305609"/>
                </a:lnTo>
                <a:lnTo>
                  <a:pt x="570273" y="1305609"/>
                </a:lnTo>
                <a:lnTo>
                  <a:pt x="749501" y="1305609"/>
                </a:lnTo>
                <a:lnTo>
                  <a:pt x="749501" y="1305609"/>
                </a:lnTo>
                <a:lnTo>
                  <a:pt x="912437" y="1305609"/>
                </a:lnTo>
                <a:lnTo>
                  <a:pt x="912437" y="1108874"/>
                </a:lnTo>
                <a:lnTo>
                  <a:pt x="993904" y="1108874"/>
                </a:lnTo>
                <a:lnTo>
                  <a:pt x="993904" y="1108874"/>
                </a:lnTo>
                <a:lnTo>
                  <a:pt x="1107959" y="1108874"/>
                </a:lnTo>
                <a:lnTo>
                  <a:pt x="1107959" y="1108874"/>
                </a:lnTo>
                <a:lnTo>
                  <a:pt x="1124252" y="1108874"/>
                </a:lnTo>
                <a:lnTo>
                  <a:pt x="1124252" y="1108874"/>
                </a:lnTo>
                <a:lnTo>
                  <a:pt x="1254601" y="1108874"/>
                </a:lnTo>
                <a:lnTo>
                  <a:pt x="1254601" y="1108874"/>
                </a:lnTo>
                <a:lnTo>
                  <a:pt x="1352362" y="1108874"/>
                </a:lnTo>
                <a:lnTo>
                  <a:pt x="1352362" y="1085879"/>
                </a:lnTo>
                <a:lnTo>
                  <a:pt x="1466416" y="1085879"/>
                </a:lnTo>
                <a:lnTo>
                  <a:pt x="1466416" y="1085879"/>
                </a:lnTo>
                <a:lnTo>
                  <a:pt x="1580471" y="1085879"/>
                </a:lnTo>
                <a:lnTo>
                  <a:pt x="1580471" y="1085879"/>
                </a:lnTo>
                <a:lnTo>
                  <a:pt x="1694526" y="1085879"/>
                </a:lnTo>
                <a:lnTo>
                  <a:pt x="1694526" y="1038793"/>
                </a:lnTo>
                <a:lnTo>
                  <a:pt x="1792287" y="1038793"/>
                </a:lnTo>
                <a:lnTo>
                  <a:pt x="1792287" y="1009472"/>
                </a:lnTo>
                <a:lnTo>
                  <a:pt x="1938928" y="1009472"/>
                </a:lnTo>
                <a:lnTo>
                  <a:pt x="1938928" y="1009472"/>
                </a:lnTo>
                <a:lnTo>
                  <a:pt x="2134451" y="1009472"/>
                </a:lnTo>
                <a:lnTo>
                  <a:pt x="2134451" y="1009472"/>
                </a:lnTo>
                <a:lnTo>
                  <a:pt x="2248505" y="1009472"/>
                </a:lnTo>
                <a:lnTo>
                  <a:pt x="2248505" y="1009472"/>
                </a:lnTo>
                <a:lnTo>
                  <a:pt x="2362560" y="1009472"/>
                </a:lnTo>
                <a:lnTo>
                  <a:pt x="2362560" y="999738"/>
                </a:lnTo>
                <a:lnTo>
                  <a:pt x="2476614" y="999738"/>
                </a:lnTo>
                <a:lnTo>
                  <a:pt x="2476614" y="783657"/>
                </a:lnTo>
                <a:lnTo>
                  <a:pt x="2590669" y="783657"/>
                </a:lnTo>
                <a:lnTo>
                  <a:pt x="2590669" y="354294"/>
                </a:lnTo>
                <a:lnTo>
                  <a:pt x="2704724" y="354294"/>
                </a:lnTo>
                <a:lnTo>
                  <a:pt x="2704724" y="354294"/>
                </a:lnTo>
                <a:lnTo>
                  <a:pt x="2818778" y="354294"/>
                </a:lnTo>
                <a:lnTo>
                  <a:pt x="2818778" y="354294"/>
                </a:lnTo>
                <a:lnTo>
                  <a:pt x="2932833" y="354294"/>
                </a:lnTo>
                <a:lnTo>
                  <a:pt x="2932833" y="354294"/>
                </a:lnTo>
                <a:lnTo>
                  <a:pt x="3046888" y="354294"/>
                </a:lnTo>
                <a:lnTo>
                  <a:pt x="3046888" y="354294"/>
                </a:lnTo>
                <a:lnTo>
                  <a:pt x="3160942" y="354294"/>
                </a:lnTo>
                <a:lnTo>
                  <a:pt x="3160942" y="354294"/>
                </a:lnTo>
                <a:lnTo>
                  <a:pt x="3274997" y="354294"/>
                </a:lnTo>
                <a:lnTo>
                  <a:pt x="3274997" y="354294"/>
                </a:lnTo>
                <a:lnTo>
                  <a:pt x="3389052" y="354294"/>
                </a:lnTo>
                <a:lnTo>
                  <a:pt x="3389052" y="354294"/>
                </a:lnTo>
                <a:lnTo>
                  <a:pt x="3503106" y="354294"/>
                </a:lnTo>
                <a:lnTo>
                  <a:pt x="3503106" y="336531"/>
                </a:lnTo>
                <a:lnTo>
                  <a:pt x="3617161" y="336531"/>
                </a:lnTo>
                <a:lnTo>
                  <a:pt x="3617161" y="291757"/>
                </a:lnTo>
                <a:lnTo>
                  <a:pt x="3731216" y="291757"/>
                </a:lnTo>
                <a:lnTo>
                  <a:pt x="3731216" y="291757"/>
                </a:lnTo>
                <a:lnTo>
                  <a:pt x="3943031" y="291757"/>
                </a:lnTo>
                <a:lnTo>
                  <a:pt x="3943031" y="291757"/>
                </a:lnTo>
                <a:lnTo>
                  <a:pt x="4285195" y="291757"/>
                </a:lnTo>
                <a:lnTo>
                  <a:pt x="4285195" y="227760"/>
                </a:lnTo>
                <a:lnTo>
                  <a:pt x="4399250" y="227760"/>
                </a:lnTo>
                <a:lnTo>
                  <a:pt x="4399250" y="227760"/>
                </a:lnTo>
                <a:lnTo>
                  <a:pt x="4855468" y="227760"/>
                </a:lnTo>
                <a:lnTo>
                  <a:pt x="4855468" y="118503"/>
                </a:lnTo>
                <a:lnTo>
                  <a:pt x="5539796" y="118503"/>
                </a:lnTo>
                <a:lnTo>
                  <a:pt x="5539796" y="118503"/>
                </a:lnTo>
                <a:lnTo>
                  <a:pt x="5996015" y="118503"/>
                </a:lnTo>
                <a:lnTo>
                  <a:pt x="5996015" y="118503"/>
                </a:lnTo>
                <a:lnTo>
                  <a:pt x="6142656" y="118503"/>
                </a:lnTo>
                <a:lnTo>
                  <a:pt x="6142656" y="118503"/>
                </a:lnTo>
                <a:lnTo>
                  <a:pt x="6680343" y="118503"/>
                </a:lnTo>
                <a:lnTo>
                  <a:pt x="6680343" y="42096"/>
                </a:lnTo>
                <a:lnTo>
                  <a:pt x="6810691" y="42096"/>
                </a:lnTo>
                <a:lnTo>
                  <a:pt x="6810691" y="42096"/>
                </a:lnTo>
                <a:lnTo>
                  <a:pt x="7250616" y="42096"/>
                </a:lnTo>
                <a:lnTo>
                  <a:pt x="7250616" y="42096"/>
                </a:lnTo>
                <a:lnTo>
                  <a:pt x="7364670" y="42096"/>
                </a:lnTo>
                <a:lnTo>
                  <a:pt x="7364670" y="42096"/>
                </a:lnTo>
                <a:lnTo>
                  <a:pt x="7592780" y="42096"/>
                </a:lnTo>
                <a:lnTo>
                  <a:pt x="7592780" y="42096"/>
                </a:lnTo>
                <a:lnTo>
                  <a:pt x="7820889" y="42096"/>
                </a:lnTo>
                <a:lnTo>
                  <a:pt x="7820889" y="14965"/>
                </a:lnTo>
                <a:lnTo>
                  <a:pt x="7934944" y="14965"/>
                </a:lnTo>
                <a:lnTo>
                  <a:pt x="7934944" y="14965"/>
                </a:lnTo>
                <a:lnTo>
                  <a:pt x="8048998" y="14965"/>
                </a:lnTo>
                <a:lnTo>
                  <a:pt x="8048998" y="14965"/>
                </a:lnTo>
                <a:lnTo>
                  <a:pt x="8163053" y="14965"/>
                </a:lnTo>
                <a:lnTo>
                  <a:pt x="8163053" y="14965"/>
                </a:lnTo>
                <a:lnTo>
                  <a:pt x="8277108" y="14965"/>
                </a:lnTo>
                <a:lnTo>
                  <a:pt x="8277108" y="14965"/>
                </a:lnTo>
                <a:lnTo>
                  <a:pt x="8391162" y="14965"/>
                </a:lnTo>
                <a:lnTo>
                  <a:pt x="8391162" y="14965"/>
                </a:lnTo>
                <a:lnTo>
                  <a:pt x="8521510" y="14965"/>
                </a:lnTo>
                <a:lnTo>
                  <a:pt x="8521510" y="14965"/>
                </a:lnTo>
                <a:lnTo>
                  <a:pt x="8619271" y="14965"/>
                </a:lnTo>
                <a:lnTo>
                  <a:pt x="8619271" y="14965"/>
                </a:lnTo>
                <a:lnTo>
                  <a:pt x="8847381" y="14965"/>
                </a:lnTo>
                <a:lnTo>
                  <a:pt x="8847381" y="0"/>
                </a:lnTo>
                <a:lnTo>
                  <a:pt x="8961435" y="0"/>
                </a:lnTo>
                <a:lnTo>
                  <a:pt x="8961435" y="0"/>
                </a:lnTo>
                <a:lnTo>
                  <a:pt x="9645763" y="0"/>
                </a:lnTo>
                <a:lnTo>
                  <a:pt x="9645763" y="0"/>
                </a:lnTo>
                <a:lnTo>
                  <a:pt x="10330091" y="0"/>
                </a:lnTo>
                <a:lnTo>
                  <a:pt x="10330091" y="0"/>
                </a:lnTo>
              </a:path>
            </a:pathLst>
          </a:custGeom>
          <a:ln w="54202" cap="flat">
            <a:solidFill>
              <a:srgbClr val="B047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89" name="pl150">
            <a:extLst>
              <a:ext uri="{FF2B5EF4-FFF2-40B4-BE49-F238E27FC236}">
                <a16:creationId xmlns:a16="http://schemas.microsoft.com/office/drawing/2014/main" id="{03B9138C-27E2-9618-B325-278D538CD309}"/>
              </a:ext>
            </a:extLst>
          </p:cNvPr>
          <p:cNvSpPr/>
          <p:nvPr/>
        </p:nvSpPr>
        <p:spPr>
          <a:xfrm>
            <a:off x="2776834" y="10166931"/>
            <a:ext cx="7049663" cy="1538359"/>
          </a:xfrm>
          <a:custGeom>
            <a:avLst/>
            <a:gdLst/>
            <a:ahLst/>
            <a:cxnLst/>
            <a:rect l="0" t="0" r="0" b="0"/>
            <a:pathLst>
              <a:path w="10574494" h="2307538">
                <a:moveTo>
                  <a:pt x="0" y="2307538"/>
                </a:moveTo>
                <a:lnTo>
                  <a:pt x="162935" y="2307538"/>
                </a:lnTo>
                <a:lnTo>
                  <a:pt x="162935" y="2307538"/>
                </a:lnTo>
                <a:lnTo>
                  <a:pt x="325870" y="2307538"/>
                </a:lnTo>
                <a:lnTo>
                  <a:pt x="325870" y="2307538"/>
                </a:lnTo>
                <a:lnTo>
                  <a:pt x="456218" y="2307538"/>
                </a:lnTo>
                <a:lnTo>
                  <a:pt x="456218" y="2295250"/>
                </a:lnTo>
                <a:lnTo>
                  <a:pt x="912437" y="2295250"/>
                </a:lnTo>
                <a:lnTo>
                  <a:pt x="912437" y="2295250"/>
                </a:lnTo>
                <a:lnTo>
                  <a:pt x="993904" y="2295250"/>
                </a:lnTo>
                <a:lnTo>
                  <a:pt x="993904" y="2284786"/>
                </a:lnTo>
                <a:lnTo>
                  <a:pt x="1107959" y="2284786"/>
                </a:lnTo>
                <a:lnTo>
                  <a:pt x="1107959" y="2284786"/>
                </a:lnTo>
                <a:lnTo>
                  <a:pt x="1254601" y="2284786"/>
                </a:lnTo>
                <a:lnTo>
                  <a:pt x="1254601" y="2284786"/>
                </a:lnTo>
                <a:lnTo>
                  <a:pt x="1352362" y="2284786"/>
                </a:lnTo>
                <a:lnTo>
                  <a:pt x="1352362" y="2284786"/>
                </a:lnTo>
                <a:lnTo>
                  <a:pt x="1694526" y="2284786"/>
                </a:lnTo>
                <a:lnTo>
                  <a:pt x="1694526" y="2284786"/>
                </a:lnTo>
                <a:lnTo>
                  <a:pt x="1792287" y="2284786"/>
                </a:lnTo>
                <a:lnTo>
                  <a:pt x="1792287" y="2284786"/>
                </a:lnTo>
                <a:lnTo>
                  <a:pt x="1938928" y="2284786"/>
                </a:lnTo>
                <a:lnTo>
                  <a:pt x="1938928" y="2274931"/>
                </a:lnTo>
                <a:lnTo>
                  <a:pt x="2020396" y="2274931"/>
                </a:lnTo>
                <a:lnTo>
                  <a:pt x="2020396" y="2274931"/>
                </a:lnTo>
                <a:lnTo>
                  <a:pt x="2134451" y="2274931"/>
                </a:lnTo>
                <a:lnTo>
                  <a:pt x="2134451" y="2218478"/>
                </a:lnTo>
                <a:lnTo>
                  <a:pt x="2248505" y="2218478"/>
                </a:lnTo>
                <a:lnTo>
                  <a:pt x="2248505" y="2218478"/>
                </a:lnTo>
                <a:lnTo>
                  <a:pt x="2590669" y="2218478"/>
                </a:lnTo>
                <a:lnTo>
                  <a:pt x="2590669" y="2218478"/>
                </a:lnTo>
                <a:lnTo>
                  <a:pt x="2704724" y="2218478"/>
                </a:lnTo>
                <a:lnTo>
                  <a:pt x="2704724" y="2218478"/>
                </a:lnTo>
                <a:lnTo>
                  <a:pt x="2818778" y="2218478"/>
                </a:lnTo>
                <a:lnTo>
                  <a:pt x="2818778" y="2218478"/>
                </a:lnTo>
                <a:lnTo>
                  <a:pt x="2932833" y="2218478"/>
                </a:lnTo>
                <a:lnTo>
                  <a:pt x="2932833" y="2214949"/>
                </a:lnTo>
                <a:lnTo>
                  <a:pt x="3046888" y="2214949"/>
                </a:lnTo>
                <a:lnTo>
                  <a:pt x="3046888" y="2210083"/>
                </a:lnTo>
                <a:lnTo>
                  <a:pt x="3160942" y="2210083"/>
                </a:lnTo>
                <a:lnTo>
                  <a:pt x="3160942" y="2210083"/>
                </a:lnTo>
                <a:lnTo>
                  <a:pt x="3274997" y="2210083"/>
                </a:lnTo>
                <a:lnTo>
                  <a:pt x="3274997" y="2190616"/>
                </a:lnTo>
                <a:lnTo>
                  <a:pt x="3389052" y="2190616"/>
                </a:lnTo>
                <a:lnTo>
                  <a:pt x="3389052" y="2140367"/>
                </a:lnTo>
                <a:lnTo>
                  <a:pt x="3503106" y="2140367"/>
                </a:lnTo>
                <a:lnTo>
                  <a:pt x="3503106" y="2140367"/>
                </a:lnTo>
                <a:lnTo>
                  <a:pt x="3617161" y="2140367"/>
                </a:lnTo>
                <a:lnTo>
                  <a:pt x="3617161" y="2140367"/>
                </a:lnTo>
                <a:lnTo>
                  <a:pt x="4057086" y="2140367"/>
                </a:lnTo>
                <a:lnTo>
                  <a:pt x="4057086" y="2140367"/>
                </a:lnTo>
                <a:lnTo>
                  <a:pt x="4285195" y="2140367"/>
                </a:lnTo>
                <a:lnTo>
                  <a:pt x="4285195" y="2140367"/>
                </a:lnTo>
                <a:lnTo>
                  <a:pt x="4334076" y="2140367"/>
                </a:lnTo>
                <a:lnTo>
                  <a:pt x="4334076" y="2140367"/>
                </a:lnTo>
                <a:lnTo>
                  <a:pt x="4399250" y="2140367"/>
                </a:lnTo>
                <a:lnTo>
                  <a:pt x="4399250" y="2140367"/>
                </a:lnTo>
                <a:lnTo>
                  <a:pt x="4529598" y="2140367"/>
                </a:lnTo>
                <a:lnTo>
                  <a:pt x="4529598" y="2140367"/>
                </a:lnTo>
                <a:lnTo>
                  <a:pt x="4643653" y="2140367"/>
                </a:lnTo>
                <a:lnTo>
                  <a:pt x="4643653" y="2140367"/>
                </a:lnTo>
                <a:lnTo>
                  <a:pt x="4741414" y="2140367"/>
                </a:lnTo>
                <a:lnTo>
                  <a:pt x="4741414" y="2140367"/>
                </a:lnTo>
                <a:lnTo>
                  <a:pt x="4855468" y="2140367"/>
                </a:lnTo>
                <a:lnTo>
                  <a:pt x="4855468" y="2140367"/>
                </a:lnTo>
                <a:lnTo>
                  <a:pt x="5083578" y="2140367"/>
                </a:lnTo>
                <a:lnTo>
                  <a:pt x="5083578" y="734139"/>
                </a:lnTo>
                <a:lnTo>
                  <a:pt x="5197632" y="734139"/>
                </a:lnTo>
                <a:lnTo>
                  <a:pt x="5197632" y="707372"/>
                </a:lnTo>
                <a:lnTo>
                  <a:pt x="5425742" y="707372"/>
                </a:lnTo>
                <a:lnTo>
                  <a:pt x="5425742" y="707372"/>
                </a:lnTo>
                <a:lnTo>
                  <a:pt x="5539796" y="707372"/>
                </a:lnTo>
                <a:lnTo>
                  <a:pt x="5539796" y="700072"/>
                </a:lnTo>
                <a:lnTo>
                  <a:pt x="5767905" y="700072"/>
                </a:lnTo>
                <a:lnTo>
                  <a:pt x="5767905" y="691069"/>
                </a:lnTo>
                <a:lnTo>
                  <a:pt x="5881960" y="691069"/>
                </a:lnTo>
                <a:lnTo>
                  <a:pt x="5881960" y="691069"/>
                </a:lnTo>
                <a:lnTo>
                  <a:pt x="5996015" y="691069"/>
                </a:lnTo>
                <a:lnTo>
                  <a:pt x="5996015" y="691069"/>
                </a:lnTo>
                <a:lnTo>
                  <a:pt x="6142656" y="691069"/>
                </a:lnTo>
                <a:lnTo>
                  <a:pt x="6142656" y="678780"/>
                </a:lnTo>
                <a:lnTo>
                  <a:pt x="6566288" y="678780"/>
                </a:lnTo>
                <a:lnTo>
                  <a:pt x="6566288" y="678780"/>
                </a:lnTo>
                <a:lnTo>
                  <a:pt x="6582581" y="678780"/>
                </a:lnTo>
                <a:lnTo>
                  <a:pt x="6582581" y="438001"/>
                </a:lnTo>
                <a:lnTo>
                  <a:pt x="6810691" y="438001"/>
                </a:lnTo>
                <a:lnTo>
                  <a:pt x="6810691" y="438001"/>
                </a:lnTo>
                <a:lnTo>
                  <a:pt x="6908452" y="438001"/>
                </a:lnTo>
                <a:lnTo>
                  <a:pt x="6908452" y="325946"/>
                </a:lnTo>
                <a:lnTo>
                  <a:pt x="7152855" y="325946"/>
                </a:lnTo>
                <a:lnTo>
                  <a:pt x="7152855" y="306479"/>
                </a:lnTo>
                <a:lnTo>
                  <a:pt x="7478725" y="306479"/>
                </a:lnTo>
                <a:lnTo>
                  <a:pt x="7478725" y="306479"/>
                </a:lnTo>
                <a:lnTo>
                  <a:pt x="7592780" y="306479"/>
                </a:lnTo>
                <a:lnTo>
                  <a:pt x="7592780" y="289932"/>
                </a:lnTo>
                <a:lnTo>
                  <a:pt x="7820889" y="289932"/>
                </a:lnTo>
                <a:lnTo>
                  <a:pt x="7820889" y="223624"/>
                </a:lnTo>
                <a:lnTo>
                  <a:pt x="8521510" y="223624"/>
                </a:lnTo>
                <a:lnTo>
                  <a:pt x="8521510" y="223624"/>
                </a:lnTo>
                <a:lnTo>
                  <a:pt x="8619271" y="223624"/>
                </a:lnTo>
                <a:lnTo>
                  <a:pt x="8619271" y="223624"/>
                </a:lnTo>
                <a:lnTo>
                  <a:pt x="9303599" y="223624"/>
                </a:lnTo>
                <a:lnTo>
                  <a:pt x="9303599" y="214012"/>
                </a:lnTo>
                <a:lnTo>
                  <a:pt x="9417654" y="214012"/>
                </a:lnTo>
                <a:lnTo>
                  <a:pt x="9417654" y="156707"/>
                </a:lnTo>
                <a:lnTo>
                  <a:pt x="9759818" y="156707"/>
                </a:lnTo>
                <a:lnTo>
                  <a:pt x="9759818" y="13018"/>
                </a:lnTo>
                <a:lnTo>
                  <a:pt x="10264917" y="13018"/>
                </a:lnTo>
                <a:lnTo>
                  <a:pt x="10264917" y="13018"/>
                </a:lnTo>
                <a:lnTo>
                  <a:pt x="10330091" y="13018"/>
                </a:lnTo>
                <a:lnTo>
                  <a:pt x="10330091" y="0"/>
                </a:lnTo>
                <a:lnTo>
                  <a:pt x="10574494" y="0"/>
                </a:lnTo>
                <a:lnTo>
                  <a:pt x="10574494" y="0"/>
                </a:lnTo>
              </a:path>
            </a:pathLst>
          </a:custGeom>
          <a:ln w="54202" cap="flat">
            <a:solidFill>
              <a:srgbClr val="73AE9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0" name="tx151">
            <a:extLst>
              <a:ext uri="{FF2B5EF4-FFF2-40B4-BE49-F238E27FC236}">
                <a16:creationId xmlns:a16="http://schemas.microsoft.com/office/drawing/2014/main" id="{62403524-EF79-7E3D-1F4C-9ECE49965E7C}"/>
              </a:ext>
            </a:extLst>
          </p:cNvPr>
          <p:cNvSpPr/>
          <p:nvPr/>
        </p:nvSpPr>
        <p:spPr>
          <a:xfrm>
            <a:off x="8996466" y="11014546"/>
            <a:ext cx="819459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38"/>
              </a:lnSpc>
            </a:pPr>
            <a:r>
              <a:rPr sz="1800" b="1" dirty="0">
                <a:solidFill>
                  <a:srgbClr val="B04782">
                    <a:alpha val="100000"/>
                  </a:srgbClr>
                </a:solidFill>
                <a:latin typeface="Arial"/>
                <a:cs typeface="Arial"/>
              </a:rPr>
              <a:t>RWS: 11</a:t>
            </a:r>
            <a:r>
              <a:rPr lang="en-US" sz="1800" b="1" dirty="0">
                <a:solidFill>
                  <a:srgbClr val="B04782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B04782">
                    <a:alpha val="100000"/>
                  </a:srgbClr>
                </a:solidFill>
                <a:latin typeface="Arial"/>
                <a:cs typeface="Arial"/>
              </a:rPr>
              <a:t>016</a:t>
            </a:r>
          </a:p>
        </p:txBody>
      </p:sp>
      <p:sp>
        <p:nvSpPr>
          <p:cNvPr id="691" name="tx152">
            <a:extLst>
              <a:ext uri="{FF2B5EF4-FFF2-40B4-BE49-F238E27FC236}">
                <a16:creationId xmlns:a16="http://schemas.microsoft.com/office/drawing/2014/main" id="{F8432ED2-4C39-E3C1-0729-5113420B5839}"/>
              </a:ext>
            </a:extLst>
          </p:cNvPr>
          <p:cNvSpPr/>
          <p:nvPr/>
        </p:nvSpPr>
        <p:spPr>
          <a:xfrm>
            <a:off x="8974675" y="10469892"/>
            <a:ext cx="779302" cy="10699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38"/>
              </a:lnSpc>
            </a:pPr>
            <a:r>
              <a:rPr sz="1800" b="1" dirty="0">
                <a:solidFill>
                  <a:srgbClr val="73AE95">
                    <a:alpha val="100000"/>
                  </a:srgbClr>
                </a:solidFill>
                <a:latin typeface="Arial"/>
                <a:cs typeface="Arial"/>
              </a:rPr>
              <a:t>RCT: 18</a:t>
            </a:r>
            <a:r>
              <a:rPr lang="en-US" sz="1800" b="1" dirty="0">
                <a:solidFill>
                  <a:srgbClr val="73AE95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3AE95">
                    <a:alpha val="100000"/>
                  </a:srgbClr>
                </a:solidFill>
                <a:latin typeface="Arial"/>
                <a:cs typeface="Arial"/>
              </a:rPr>
              <a:t>966</a:t>
            </a:r>
          </a:p>
        </p:txBody>
      </p:sp>
      <p:sp>
        <p:nvSpPr>
          <p:cNvPr id="692" name="rc153">
            <a:extLst>
              <a:ext uri="{FF2B5EF4-FFF2-40B4-BE49-F238E27FC236}">
                <a16:creationId xmlns:a16="http://schemas.microsoft.com/office/drawing/2014/main" id="{3A3D6A2C-4D0E-F60E-E755-B41C0845BCBF}"/>
              </a:ext>
            </a:extLst>
          </p:cNvPr>
          <p:cNvSpPr/>
          <p:nvPr/>
        </p:nvSpPr>
        <p:spPr>
          <a:xfrm>
            <a:off x="2624760" y="10090013"/>
            <a:ext cx="7549331" cy="1692195"/>
          </a:xfrm>
          <a:prstGeom prst="rect">
            <a:avLst/>
          </a:prstGeom>
          <a:ln w="27101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3" name="pl154">
            <a:extLst>
              <a:ext uri="{FF2B5EF4-FFF2-40B4-BE49-F238E27FC236}">
                <a16:creationId xmlns:a16="http://schemas.microsoft.com/office/drawing/2014/main" id="{CFCE15B4-24DF-30ED-01CE-A670552F3FC2}"/>
              </a:ext>
            </a:extLst>
          </p:cNvPr>
          <p:cNvSpPr/>
          <p:nvPr/>
        </p:nvSpPr>
        <p:spPr>
          <a:xfrm>
            <a:off x="3222190" y="968250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4" name="pl155">
            <a:extLst>
              <a:ext uri="{FF2B5EF4-FFF2-40B4-BE49-F238E27FC236}">
                <a16:creationId xmlns:a16="http://schemas.microsoft.com/office/drawing/2014/main" id="{01413BF7-0399-9BAB-B10F-316183066253}"/>
              </a:ext>
            </a:extLst>
          </p:cNvPr>
          <p:cNvSpPr/>
          <p:nvPr/>
        </p:nvSpPr>
        <p:spPr>
          <a:xfrm>
            <a:off x="4308424" y="968250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5" name="pl156">
            <a:extLst>
              <a:ext uri="{FF2B5EF4-FFF2-40B4-BE49-F238E27FC236}">
                <a16:creationId xmlns:a16="http://schemas.microsoft.com/office/drawing/2014/main" id="{578027B3-DFD9-92C0-E114-4BD443327E2A}"/>
              </a:ext>
            </a:extLst>
          </p:cNvPr>
          <p:cNvSpPr/>
          <p:nvPr/>
        </p:nvSpPr>
        <p:spPr>
          <a:xfrm>
            <a:off x="5394659" y="968250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6" name="pl157">
            <a:extLst>
              <a:ext uri="{FF2B5EF4-FFF2-40B4-BE49-F238E27FC236}">
                <a16:creationId xmlns:a16="http://schemas.microsoft.com/office/drawing/2014/main" id="{DD46DE99-BF48-93D4-D79C-B34F77601712}"/>
              </a:ext>
            </a:extLst>
          </p:cNvPr>
          <p:cNvSpPr/>
          <p:nvPr/>
        </p:nvSpPr>
        <p:spPr>
          <a:xfrm>
            <a:off x="6480894" y="968250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7" name="pl158">
            <a:extLst>
              <a:ext uri="{FF2B5EF4-FFF2-40B4-BE49-F238E27FC236}">
                <a16:creationId xmlns:a16="http://schemas.microsoft.com/office/drawing/2014/main" id="{0D5AFCDE-45EA-6038-EC47-B4FACC68AC99}"/>
              </a:ext>
            </a:extLst>
          </p:cNvPr>
          <p:cNvSpPr/>
          <p:nvPr/>
        </p:nvSpPr>
        <p:spPr>
          <a:xfrm>
            <a:off x="7567128" y="968250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8" name="pl159">
            <a:extLst>
              <a:ext uri="{FF2B5EF4-FFF2-40B4-BE49-F238E27FC236}">
                <a16:creationId xmlns:a16="http://schemas.microsoft.com/office/drawing/2014/main" id="{A5199AFC-0E47-9F79-996C-64B71879FE44}"/>
              </a:ext>
            </a:extLst>
          </p:cNvPr>
          <p:cNvSpPr/>
          <p:nvPr/>
        </p:nvSpPr>
        <p:spPr>
          <a:xfrm>
            <a:off x="8653363" y="968250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699" name="pl160">
            <a:extLst>
              <a:ext uri="{FF2B5EF4-FFF2-40B4-BE49-F238E27FC236}">
                <a16:creationId xmlns:a16="http://schemas.microsoft.com/office/drawing/2014/main" id="{5AA3056A-A0FC-6A31-F1BE-49A6744D30A0}"/>
              </a:ext>
            </a:extLst>
          </p:cNvPr>
          <p:cNvSpPr/>
          <p:nvPr/>
        </p:nvSpPr>
        <p:spPr>
          <a:xfrm>
            <a:off x="9739598" y="9682501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0" name="pl168">
            <a:extLst>
              <a:ext uri="{FF2B5EF4-FFF2-40B4-BE49-F238E27FC236}">
                <a16:creationId xmlns:a16="http://schemas.microsoft.com/office/drawing/2014/main" id="{3916CB08-46DB-DCD7-9141-A60E627704F8}"/>
              </a:ext>
            </a:extLst>
          </p:cNvPr>
          <p:cNvSpPr/>
          <p:nvPr/>
        </p:nvSpPr>
        <p:spPr>
          <a:xfrm>
            <a:off x="3222190" y="1178220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1" name="pl169">
            <a:extLst>
              <a:ext uri="{FF2B5EF4-FFF2-40B4-BE49-F238E27FC236}">
                <a16:creationId xmlns:a16="http://schemas.microsoft.com/office/drawing/2014/main" id="{81FF62FB-C6F4-DD52-1D89-E10014A23C1D}"/>
              </a:ext>
            </a:extLst>
          </p:cNvPr>
          <p:cNvSpPr/>
          <p:nvPr/>
        </p:nvSpPr>
        <p:spPr>
          <a:xfrm>
            <a:off x="4308424" y="1178220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2" name="pl170">
            <a:extLst>
              <a:ext uri="{FF2B5EF4-FFF2-40B4-BE49-F238E27FC236}">
                <a16:creationId xmlns:a16="http://schemas.microsoft.com/office/drawing/2014/main" id="{89E3C27C-817F-4E3A-F374-DEBBA66190FF}"/>
              </a:ext>
            </a:extLst>
          </p:cNvPr>
          <p:cNvSpPr/>
          <p:nvPr/>
        </p:nvSpPr>
        <p:spPr>
          <a:xfrm>
            <a:off x="5394659" y="1178220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3" name="pl171">
            <a:extLst>
              <a:ext uri="{FF2B5EF4-FFF2-40B4-BE49-F238E27FC236}">
                <a16:creationId xmlns:a16="http://schemas.microsoft.com/office/drawing/2014/main" id="{AB7A6C87-A527-83A9-1832-E8ABFB2B8E4F}"/>
              </a:ext>
            </a:extLst>
          </p:cNvPr>
          <p:cNvSpPr/>
          <p:nvPr/>
        </p:nvSpPr>
        <p:spPr>
          <a:xfrm>
            <a:off x="6480894" y="1178220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4" name="pl172">
            <a:extLst>
              <a:ext uri="{FF2B5EF4-FFF2-40B4-BE49-F238E27FC236}">
                <a16:creationId xmlns:a16="http://schemas.microsoft.com/office/drawing/2014/main" id="{C824DE3F-DA2B-6CD2-6223-CE19DB70EF3F}"/>
              </a:ext>
            </a:extLst>
          </p:cNvPr>
          <p:cNvSpPr/>
          <p:nvPr/>
        </p:nvSpPr>
        <p:spPr>
          <a:xfrm>
            <a:off x="7567128" y="1178220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5" name="pl173">
            <a:extLst>
              <a:ext uri="{FF2B5EF4-FFF2-40B4-BE49-F238E27FC236}">
                <a16:creationId xmlns:a16="http://schemas.microsoft.com/office/drawing/2014/main" id="{0B0AA5A8-7686-9D7D-EE2E-7D64054D8B28}"/>
              </a:ext>
            </a:extLst>
          </p:cNvPr>
          <p:cNvSpPr/>
          <p:nvPr/>
        </p:nvSpPr>
        <p:spPr>
          <a:xfrm>
            <a:off x="8653363" y="1178220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6" name="pl174">
            <a:extLst>
              <a:ext uri="{FF2B5EF4-FFF2-40B4-BE49-F238E27FC236}">
                <a16:creationId xmlns:a16="http://schemas.microsoft.com/office/drawing/2014/main" id="{BA071C47-6912-552E-0D7A-83D09C3B01F4}"/>
              </a:ext>
            </a:extLst>
          </p:cNvPr>
          <p:cNvSpPr/>
          <p:nvPr/>
        </p:nvSpPr>
        <p:spPr>
          <a:xfrm>
            <a:off x="9739598" y="11782208"/>
            <a:ext cx="0" cy="46393"/>
          </a:xfrm>
          <a:custGeom>
            <a:avLst/>
            <a:gdLst/>
            <a:ahLst/>
            <a:cxnLst/>
            <a:rect l="0" t="0" r="0" b="0"/>
            <a:pathLst>
              <a:path h="69589">
                <a:moveTo>
                  <a:pt x="0" y="69589"/>
                </a:moveTo>
                <a:lnTo>
                  <a:pt x="0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200"/>
          </a:p>
        </p:txBody>
      </p:sp>
      <p:sp>
        <p:nvSpPr>
          <p:cNvPr id="707" name="tx178">
            <a:extLst>
              <a:ext uri="{FF2B5EF4-FFF2-40B4-BE49-F238E27FC236}">
                <a16:creationId xmlns:a16="http://schemas.microsoft.com/office/drawing/2014/main" id="{4E5D9A67-4A4A-FEB2-40A2-A2AB4831ED6B}"/>
              </a:ext>
            </a:extLst>
          </p:cNvPr>
          <p:cNvSpPr/>
          <p:nvPr/>
        </p:nvSpPr>
        <p:spPr>
          <a:xfrm>
            <a:off x="3112258" y="11934722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708" name="tx179">
            <a:extLst>
              <a:ext uri="{FF2B5EF4-FFF2-40B4-BE49-F238E27FC236}">
                <a16:creationId xmlns:a16="http://schemas.microsoft.com/office/drawing/2014/main" id="{A3F07F2D-CFD9-F514-8000-0DAED402125F}"/>
              </a:ext>
            </a:extLst>
          </p:cNvPr>
          <p:cNvSpPr/>
          <p:nvPr/>
        </p:nvSpPr>
        <p:spPr>
          <a:xfrm>
            <a:off x="4198493" y="11934650"/>
            <a:ext cx="248622" cy="1089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300</a:t>
            </a:r>
          </a:p>
        </p:txBody>
      </p:sp>
      <p:sp>
        <p:nvSpPr>
          <p:cNvPr id="709" name="tx180">
            <a:extLst>
              <a:ext uri="{FF2B5EF4-FFF2-40B4-BE49-F238E27FC236}">
                <a16:creationId xmlns:a16="http://schemas.microsoft.com/office/drawing/2014/main" id="{8AB57924-1F55-CBF0-F642-84FFE92BF864}"/>
              </a:ext>
            </a:extLst>
          </p:cNvPr>
          <p:cNvSpPr/>
          <p:nvPr/>
        </p:nvSpPr>
        <p:spPr>
          <a:xfrm>
            <a:off x="5284728" y="11934722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400</a:t>
            </a:r>
          </a:p>
        </p:txBody>
      </p:sp>
      <p:sp>
        <p:nvSpPr>
          <p:cNvPr id="710" name="tx181">
            <a:extLst>
              <a:ext uri="{FF2B5EF4-FFF2-40B4-BE49-F238E27FC236}">
                <a16:creationId xmlns:a16="http://schemas.microsoft.com/office/drawing/2014/main" id="{2BDD7FF9-96BF-131B-F3C3-FE1A3B0FF898}"/>
              </a:ext>
            </a:extLst>
          </p:cNvPr>
          <p:cNvSpPr/>
          <p:nvPr/>
        </p:nvSpPr>
        <p:spPr>
          <a:xfrm>
            <a:off x="6370962" y="11934722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500</a:t>
            </a:r>
          </a:p>
        </p:txBody>
      </p:sp>
      <p:sp>
        <p:nvSpPr>
          <p:cNvPr id="711" name="tx182">
            <a:extLst>
              <a:ext uri="{FF2B5EF4-FFF2-40B4-BE49-F238E27FC236}">
                <a16:creationId xmlns:a16="http://schemas.microsoft.com/office/drawing/2014/main" id="{6EADD504-FE63-9270-13EF-67CA9CCD2EFA}"/>
              </a:ext>
            </a:extLst>
          </p:cNvPr>
          <p:cNvSpPr/>
          <p:nvPr/>
        </p:nvSpPr>
        <p:spPr>
          <a:xfrm>
            <a:off x="7457197" y="11934722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600</a:t>
            </a:r>
          </a:p>
        </p:txBody>
      </p:sp>
      <p:sp>
        <p:nvSpPr>
          <p:cNvPr id="712" name="tx183">
            <a:extLst>
              <a:ext uri="{FF2B5EF4-FFF2-40B4-BE49-F238E27FC236}">
                <a16:creationId xmlns:a16="http://schemas.microsoft.com/office/drawing/2014/main" id="{CBE45CA0-BECE-0253-54F0-EFC321524BF3}"/>
              </a:ext>
            </a:extLst>
          </p:cNvPr>
          <p:cNvSpPr/>
          <p:nvPr/>
        </p:nvSpPr>
        <p:spPr>
          <a:xfrm>
            <a:off x="8543432" y="11934722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700</a:t>
            </a:r>
          </a:p>
        </p:txBody>
      </p:sp>
      <p:sp>
        <p:nvSpPr>
          <p:cNvPr id="713" name="tx184">
            <a:extLst>
              <a:ext uri="{FF2B5EF4-FFF2-40B4-BE49-F238E27FC236}">
                <a16:creationId xmlns:a16="http://schemas.microsoft.com/office/drawing/2014/main" id="{B1A6C475-13EE-99BD-817F-6350AC166C20}"/>
              </a:ext>
            </a:extLst>
          </p:cNvPr>
          <p:cNvSpPr/>
          <p:nvPr/>
        </p:nvSpPr>
        <p:spPr>
          <a:xfrm>
            <a:off x="9629666" y="11934722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800</a:t>
            </a:r>
          </a:p>
        </p:txBody>
      </p:sp>
      <p:sp>
        <p:nvSpPr>
          <p:cNvPr id="714" name="tx199">
            <a:extLst>
              <a:ext uri="{FF2B5EF4-FFF2-40B4-BE49-F238E27FC236}">
                <a16:creationId xmlns:a16="http://schemas.microsoft.com/office/drawing/2014/main" id="{BDFD49C7-0B0B-2553-0C39-8F032054D117}"/>
              </a:ext>
            </a:extLst>
          </p:cNvPr>
          <p:cNvSpPr/>
          <p:nvPr/>
        </p:nvSpPr>
        <p:spPr>
          <a:xfrm>
            <a:off x="5816484" y="12193907"/>
            <a:ext cx="1211279" cy="1725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67"/>
              </a:lnSpc>
            </a:pPr>
            <a:r>
              <a:rPr sz="2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Pandemic Day</a:t>
            </a:r>
          </a:p>
        </p:txBody>
      </p:sp>
      <p:sp>
        <p:nvSpPr>
          <p:cNvPr id="715" name="tx178">
            <a:extLst>
              <a:ext uri="{FF2B5EF4-FFF2-40B4-BE49-F238E27FC236}">
                <a16:creationId xmlns:a16="http://schemas.microsoft.com/office/drawing/2014/main" id="{4B8D6638-C0E6-0D0F-3E20-2A7F8E1E6A42}"/>
              </a:ext>
            </a:extLst>
          </p:cNvPr>
          <p:cNvSpPr/>
          <p:nvPr/>
        </p:nvSpPr>
        <p:spPr>
          <a:xfrm>
            <a:off x="3098941" y="9836335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716" name="tx179">
            <a:extLst>
              <a:ext uri="{FF2B5EF4-FFF2-40B4-BE49-F238E27FC236}">
                <a16:creationId xmlns:a16="http://schemas.microsoft.com/office/drawing/2014/main" id="{1B347532-23F4-B270-69CB-D3C1F72889E0}"/>
              </a:ext>
            </a:extLst>
          </p:cNvPr>
          <p:cNvSpPr/>
          <p:nvPr/>
        </p:nvSpPr>
        <p:spPr>
          <a:xfrm>
            <a:off x="4185176" y="9836263"/>
            <a:ext cx="248622" cy="1089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300</a:t>
            </a:r>
          </a:p>
        </p:txBody>
      </p:sp>
      <p:sp>
        <p:nvSpPr>
          <p:cNvPr id="717" name="tx180">
            <a:extLst>
              <a:ext uri="{FF2B5EF4-FFF2-40B4-BE49-F238E27FC236}">
                <a16:creationId xmlns:a16="http://schemas.microsoft.com/office/drawing/2014/main" id="{554E8C28-5A03-CBB8-4234-13CD791019E4}"/>
              </a:ext>
            </a:extLst>
          </p:cNvPr>
          <p:cNvSpPr/>
          <p:nvPr/>
        </p:nvSpPr>
        <p:spPr>
          <a:xfrm>
            <a:off x="5271411" y="9836335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400</a:t>
            </a:r>
          </a:p>
        </p:txBody>
      </p:sp>
      <p:sp>
        <p:nvSpPr>
          <p:cNvPr id="718" name="tx181">
            <a:extLst>
              <a:ext uri="{FF2B5EF4-FFF2-40B4-BE49-F238E27FC236}">
                <a16:creationId xmlns:a16="http://schemas.microsoft.com/office/drawing/2014/main" id="{32BF7FAF-ACD8-E1E9-0CCD-892653DA49FF}"/>
              </a:ext>
            </a:extLst>
          </p:cNvPr>
          <p:cNvSpPr/>
          <p:nvPr/>
        </p:nvSpPr>
        <p:spPr>
          <a:xfrm>
            <a:off x="6357645" y="9836335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500</a:t>
            </a:r>
          </a:p>
        </p:txBody>
      </p:sp>
      <p:sp>
        <p:nvSpPr>
          <p:cNvPr id="719" name="tx182">
            <a:extLst>
              <a:ext uri="{FF2B5EF4-FFF2-40B4-BE49-F238E27FC236}">
                <a16:creationId xmlns:a16="http://schemas.microsoft.com/office/drawing/2014/main" id="{23A5DC82-4054-4C3B-BFF3-2252357C72BD}"/>
              </a:ext>
            </a:extLst>
          </p:cNvPr>
          <p:cNvSpPr/>
          <p:nvPr/>
        </p:nvSpPr>
        <p:spPr>
          <a:xfrm>
            <a:off x="7443880" y="9836335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600</a:t>
            </a:r>
          </a:p>
        </p:txBody>
      </p:sp>
      <p:sp>
        <p:nvSpPr>
          <p:cNvPr id="720" name="tx183">
            <a:extLst>
              <a:ext uri="{FF2B5EF4-FFF2-40B4-BE49-F238E27FC236}">
                <a16:creationId xmlns:a16="http://schemas.microsoft.com/office/drawing/2014/main" id="{063C84EE-00B9-0256-D290-46877080D133}"/>
              </a:ext>
            </a:extLst>
          </p:cNvPr>
          <p:cNvSpPr/>
          <p:nvPr/>
        </p:nvSpPr>
        <p:spPr>
          <a:xfrm>
            <a:off x="8530115" y="9836335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700</a:t>
            </a:r>
          </a:p>
        </p:txBody>
      </p:sp>
      <p:sp>
        <p:nvSpPr>
          <p:cNvPr id="721" name="tx184">
            <a:extLst>
              <a:ext uri="{FF2B5EF4-FFF2-40B4-BE49-F238E27FC236}">
                <a16:creationId xmlns:a16="http://schemas.microsoft.com/office/drawing/2014/main" id="{8EBBD90C-5EE6-68A8-DE4F-86C010CC3130}"/>
              </a:ext>
            </a:extLst>
          </p:cNvPr>
          <p:cNvSpPr/>
          <p:nvPr/>
        </p:nvSpPr>
        <p:spPr>
          <a:xfrm>
            <a:off x="9616349" y="9836335"/>
            <a:ext cx="248622" cy="1089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73"/>
              </a:lnSpc>
            </a:pPr>
            <a:r>
              <a:rPr sz="200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800</a:t>
            </a:r>
          </a:p>
        </p:txBody>
      </p:sp>
      <p:grpSp>
        <p:nvGrpSpPr>
          <p:cNvPr id="723" name="Group 722">
            <a:extLst>
              <a:ext uri="{FF2B5EF4-FFF2-40B4-BE49-F238E27FC236}">
                <a16:creationId xmlns:a16="http://schemas.microsoft.com/office/drawing/2014/main" id="{C78D761F-6621-6F9C-62F7-89187EED638B}"/>
              </a:ext>
            </a:extLst>
          </p:cNvPr>
          <p:cNvGrpSpPr/>
          <p:nvPr/>
        </p:nvGrpSpPr>
        <p:grpSpPr>
          <a:xfrm>
            <a:off x="9513751" y="7151066"/>
            <a:ext cx="548670" cy="328944"/>
            <a:chOff x="9232330" y="6561564"/>
            <a:chExt cx="548670" cy="328944"/>
          </a:xfrm>
        </p:grpSpPr>
        <p:sp>
          <p:nvSpPr>
            <p:cNvPr id="724" name="pt122">
              <a:extLst>
                <a:ext uri="{FF2B5EF4-FFF2-40B4-BE49-F238E27FC236}">
                  <a16:creationId xmlns:a16="http://schemas.microsoft.com/office/drawing/2014/main" id="{8E1FC513-E1A8-685F-8F29-1177F4F7DF54}"/>
                </a:ext>
              </a:extLst>
            </p:cNvPr>
            <p:cNvSpPr/>
            <p:nvPr/>
          </p:nvSpPr>
          <p:spPr>
            <a:xfrm>
              <a:off x="9232330" y="6567751"/>
              <a:ext cx="60202" cy="60202"/>
            </a:xfrm>
            <a:prstGeom prst="ellipse">
              <a:avLst/>
            </a:prstGeom>
            <a:solidFill>
              <a:srgbClr val="B04782">
                <a:alpha val="100000"/>
              </a:srgbClr>
            </a:solidFill>
          </p:spPr>
          <p:txBody>
            <a:bodyPr/>
            <a:lstStyle/>
            <a:p>
              <a:endParaRPr sz="1200"/>
            </a:p>
          </p:txBody>
        </p:sp>
        <p:sp>
          <p:nvSpPr>
            <p:cNvPr id="725" name="pg123">
              <a:extLst>
                <a:ext uri="{FF2B5EF4-FFF2-40B4-BE49-F238E27FC236}">
                  <a16:creationId xmlns:a16="http://schemas.microsoft.com/office/drawing/2014/main" id="{5A20D740-FB5E-8F29-303A-D4BF6FBCBF70}"/>
                </a:ext>
              </a:extLst>
            </p:cNvPr>
            <p:cNvSpPr/>
            <p:nvPr/>
          </p:nvSpPr>
          <p:spPr>
            <a:xfrm>
              <a:off x="9232330" y="6750585"/>
              <a:ext cx="81079" cy="70216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73AE95">
                <a:alpha val="100000"/>
              </a:srgbClr>
            </a:solidFill>
          </p:spPr>
          <p:txBody>
            <a:bodyPr/>
            <a:lstStyle/>
            <a:p>
              <a:endParaRPr sz="1200"/>
            </a:p>
          </p:txBody>
        </p:sp>
        <p:sp>
          <p:nvSpPr>
            <p:cNvPr id="726" name="tx124">
              <a:extLst>
                <a:ext uri="{FF2B5EF4-FFF2-40B4-BE49-F238E27FC236}">
                  <a16:creationId xmlns:a16="http://schemas.microsoft.com/office/drawing/2014/main" id="{91236F4E-D4BC-051C-9620-13771B70939E}"/>
                </a:ext>
              </a:extLst>
            </p:cNvPr>
            <p:cNvSpPr/>
            <p:nvPr/>
          </p:nvSpPr>
          <p:spPr>
            <a:xfrm>
              <a:off x="9433351" y="6561564"/>
              <a:ext cx="347649" cy="1103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73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RWS</a:t>
              </a:r>
              <a:endParaRPr sz="117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27" name="tx125">
              <a:extLst>
                <a:ext uri="{FF2B5EF4-FFF2-40B4-BE49-F238E27FC236}">
                  <a16:creationId xmlns:a16="http://schemas.microsoft.com/office/drawing/2014/main" id="{FD18D5B8-F6E4-253B-1578-1BF6D0C38A9A}"/>
                </a:ext>
              </a:extLst>
            </p:cNvPr>
            <p:cNvSpPr/>
            <p:nvPr/>
          </p:nvSpPr>
          <p:spPr>
            <a:xfrm>
              <a:off x="9433351" y="6780203"/>
              <a:ext cx="306248" cy="1103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73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RCT</a:t>
              </a:r>
            </a:p>
          </p:txBody>
        </p:sp>
      </p:grpSp>
      <p:grpSp>
        <p:nvGrpSpPr>
          <p:cNvPr id="728" name="Group 727">
            <a:extLst>
              <a:ext uri="{FF2B5EF4-FFF2-40B4-BE49-F238E27FC236}">
                <a16:creationId xmlns:a16="http://schemas.microsoft.com/office/drawing/2014/main" id="{B29C2629-4653-78FD-E9DA-8F0449E63BF6}"/>
              </a:ext>
            </a:extLst>
          </p:cNvPr>
          <p:cNvGrpSpPr/>
          <p:nvPr/>
        </p:nvGrpSpPr>
        <p:grpSpPr>
          <a:xfrm>
            <a:off x="9432482" y="1098399"/>
            <a:ext cx="548670" cy="328944"/>
            <a:chOff x="9232330" y="6561564"/>
            <a:chExt cx="548670" cy="328944"/>
          </a:xfrm>
        </p:grpSpPr>
        <p:sp>
          <p:nvSpPr>
            <p:cNvPr id="729" name="pt122">
              <a:extLst>
                <a:ext uri="{FF2B5EF4-FFF2-40B4-BE49-F238E27FC236}">
                  <a16:creationId xmlns:a16="http://schemas.microsoft.com/office/drawing/2014/main" id="{484914BA-3371-8141-0FF8-0A1CEB3E0821}"/>
                </a:ext>
              </a:extLst>
            </p:cNvPr>
            <p:cNvSpPr/>
            <p:nvPr/>
          </p:nvSpPr>
          <p:spPr>
            <a:xfrm>
              <a:off x="9232330" y="6567751"/>
              <a:ext cx="60202" cy="60202"/>
            </a:xfrm>
            <a:prstGeom prst="ellipse">
              <a:avLst/>
            </a:prstGeom>
            <a:solidFill>
              <a:srgbClr val="B04782">
                <a:alpha val="100000"/>
              </a:srgbClr>
            </a:solidFill>
          </p:spPr>
          <p:txBody>
            <a:bodyPr/>
            <a:lstStyle/>
            <a:p>
              <a:endParaRPr sz="1200"/>
            </a:p>
          </p:txBody>
        </p:sp>
        <p:sp>
          <p:nvSpPr>
            <p:cNvPr id="730" name="pg123">
              <a:extLst>
                <a:ext uri="{FF2B5EF4-FFF2-40B4-BE49-F238E27FC236}">
                  <a16:creationId xmlns:a16="http://schemas.microsoft.com/office/drawing/2014/main" id="{AB0E0DC4-DB7D-A76C-A318-786A65B99799}"/>
                </a:ext>
              </a:extLst>
            </p:cNvPr>
            <p:cNvSpPr/>
            <p:nvPr/>
          </p:nvSpPr>
          <p:spPr>
            <a:xfrm>
              <a:off x="9232330" y="6750585"/>
              <a:ext cx="81079" cy="70216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73AE95">
                <a:alpha val="100000"/>
              </a:srgbClr>
            </a:solidFill>
          </p:spPr>
          <p:txBody>
            <a:bodyPr/>
            <a:lstStyle/>
            <a:p>
              <a:endParaRPr sz="1200"/>
            </a:p>
          </p:txBody>
        </p:sp>
        <p:sp>
          <p:nvSpPr>
            <p:cNvPr id="731" name="tx124">
              <a:extLst>
                <a:ext uri="{FF2B5EF4-FFF2-40B4-BE49-F238E27FC236}">
                  <a16:creationId xmlns:a16="http://schemas.microsoft.com/office/drawing/2014/main" id="{78140C1B-21CC-93E9-92D2-6DE3F3995098}"/>
                </a:ext>
              </a:extLst>
            </p:cNvPr>
            <p:cNvSpPr/>
            <p:nvPr/>
          </p:nvSpPr>
          <p:spPr>
            <a:xfrm>
              <a:off x="9433351" y="6561564"/>
              <a:ext cx="347649" cy="1103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73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RWS</a:t>
              </a:r>
              <a:endParaRPr sz="117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32" name="tx125">
              <a:extLst>
                <a:ext uri="{FF2B5EF4-FFF2-40B4-BE49-F238E27FC236}">
                  <a16:creationId xmlns:a16="http://schemas.microsoft.com/office/drawing/2014/main" id="{6CD1CBA8-BDA5-1516-EDC8-E02517222A28}"/>
                </a:ext>
              </a:extLst>
            </p:cNvPr>
            <p:cNvSpPr/>
            <p:nvPr/>
          </p:nvSpPr>
          <p:spPr>
            <a:xfrm>
              <a:off x="9433351" y="6780203"/>
              <a:ext cx="306248" cy="1103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73"/>
                </a:lnSpc>
              </a:pP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RCT</a:t>
              </a:r>
            </a:p>
          </p:txBody>
        </p:sp>
      </p:grpSp>
      <p:sp>
        <p:nvSpPr>
          <p:cNvPr id="733" name="tx26">
            <a:extLst>
              <a:ext uri="{FF2B5EF4-FFF2-40B4-BE49-F238E27FC236}">
                <a16:creationId xmlns:a16="http://schemas.microsoft.com/office/drawing/2014/main" id="{A417257A-6657-9015-A3EB-A9BA58B865FB}"/>
              </a:ext>
            </a:extLst>
          </p:cNvPr>
          <p:cNvSpPr/>
          <p:nvPr/>
        </p:nvSpPr>
        <p:spPr>
          <a:xfrm>
            <a:off x="1622841" y="591928"/>
            <a:ext cx="172403" cy="22725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6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  <a:endParaRPr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4" name="tx26">
            <a:extLst>
              <a:ext uri="{FF2B5EF4-FFF2-40B4-BE49-F238E27FC236}">
                <a16:creationId xmlns:a16="http://schemas.microsoft.com/office/drawing/2014/main" id="{2A345635-DE54-03F7-8D02-C6A2001EE78F}"/>
              </a:ext>
            </a:extLst>
          </p:cNvPr>
          <p:cNvSpPr/>
          <p:nvPr/>
        </p:nvSpPr>
        <p:spPr>
          <a:xfrm>
            <a:off x="1709042" y="6661229"/>
            <a:ext cx="172403" cy="22725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76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endParaRPr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11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25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E84CFA-A3CF-9C14-8687-F29535469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0400"/>
            <a:ext cx="18201132" cy="960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0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B57AD-444B-AC65-4694-651C23EED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14478"/>
            <a:ext cx="18196560" cy="1460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6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Picture 511">
            <a:extLst>
              <a:ext uri="{FF2B5EF4-FFF2-40B4-BE49-F238E27FC236}">
                <a16:creationId xmlns:a16="http://schemas.microsoft.com/office/drawing/2014/main" id="{32D323EF-0CF4-EA6F-4670-5839FB38E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256" y="1231392"/>
            <a:ext cx="8857488" cy="1216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2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893</Words>
  <Application>Microsoft Office PowerPoint</Application>
  <PresentationFormat>Custom</PresentationFormat>
  <Paragraphs>449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22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Samer Mouksassi</cp:lastModifiedBy>
  <cp:revision>16</cp:revision>
  <dcterms:created xsi:type="dcterms:W3CDTF">2015-07-14T21:05:00Z</dcterms:created>
  <dcterms:modified xsi:type="dcterms:W3CDTF">2023-07-26T00:16:33Z</dcterms:modified>
</cp:coreProperties>
</file>