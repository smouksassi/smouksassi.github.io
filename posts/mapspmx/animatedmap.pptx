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4572000" cy="4572000"/>
  <p:notesSz cx="6858000" cy="9144000"/>
  <p:defaultTextStyle>
    <a:defPPr>
      <a:defRPr lang="en-US"/>
    </a:defPPr>
    <a:lvl1pPr marL="0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223892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447785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671679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895571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119464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1343357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1567249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1791142" algn="l" defTabSz="447785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739572-4A96-4E0B-B3F5-BDB4F7D1474F}" v="22" dt="2025-12-12T03:33:49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howGuides="1">
      <p:cViewPr>
        <p:scale>
          <a:sx n="100" d="100"/>
          <a:sy n="100" d="100"/>
        </p:scale>
        <p:origin x="3522" y="762"/>
      </p:cViewPr>
      <p:guideLst>
        <p:guide orient="horz" pos="1440"/>
        <p:guide pos="14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ksassi, Samer" userId="5ddd9d3e-a68e-4323-87ac-2ed99798725a" providerId="ADAL" clId="{5B0F5E7A-1D9D-4A1F-A756-4B75D45140AB}"/>
    <pc:docChg chg="custSel modSld modMainMaster">
      <pc:chgData name="Mouksassi, Samer" userId="5ddd9d3e-a68e-4323-87ac-2ed99798725a" providerId="ADAL" clId="{5B0F5E7A-1D9D-4A1F-A756-4B75D45140AB}" dt="2025-12-12T03:33:05.146" v="174"/>
      <pc:docMkLst>
        <pc:docMk/>
      </pc:docMkLst>
      <pc:sldChg chg="modSp mod">
        <pc:chgData name="Mouksassi, Samer" userId="5ddd9d3e-a68e-4323-87ac-2ed99798725a" providerId="ADAL" clId="{5B0F5E7A-1D9D-4A1F-A756-4B75D45140AB}" dt="2025-12-12T03:33:05.146" v="174"/>
        <pc:sldMkLst>
          <pc:docMk/>
          <pc:sldMk cId="3358753484" sldId="257"/>
        </pc:sldMkLst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18" creationId="{E696DFD5-6FFB-AD19-F20D-70C01B388CDB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34" creationId="{55E96290-B8DB-5565-8E0B-46807692279E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44" creationId="{53C250E6-541F-23DF-5F35-6BE0462DE323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67" creationId="{BC9483D8-2899-1B9F-4B39-16619E768602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0" creationId="{CAD72DC8-BFAE-0F7F-74B2-321BD0548B54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1" creationId="{C728E614-C774-DC46-349F-B9F19E6D0D04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2" creationId="{B2667409-5E03-6F6C-09CC-34A460226A8F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73" creationId="{6EA504EC-77E0-6A25-C941-164F2988E36C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4" creationId="{F8D89D6D-4EE3-10BD-7D1D-38561DD9686E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5" creationId="{1E9869BE-FF21-52AE-5B33-4457EB137FEE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6" creationId="{5994F6C2-3049-5C49-AD7B-AE6B3968743C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8" creationId="{DB9DA7A3-D071-0DF8-4312-13D453E731ED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79" creationId="{BF382C69-3090-B790-36F7-0D952A4DA1DD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80" creationId="{9A651E85-7A26-D18E-2C6D-072C980E457D}"/>
          </ac:spMkLst>
        </pc:spChg>
        <pc:spChg chg="mod">
          <ac:chgData name="Mouksassi, Samer" userId="5ddd9d3e-a68e-4323-87ac-2ed99798725a" providerId="ADAL" clId="{5B0F5E7A-1D9D-4A1F-A756-4B75D45140AB}" dt="2025-12-12T03:31:29.044" v="172" actId="207"/>
          <ac:spMkLst>
            <pc:docMk/>
            <pc:sldMk cId="3358753484" sldId="257"/>
            <ac:spMk id="81" creationId="{242667E1-01A4-C719-8564-BA21FEC412E9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82" creationId="{A0413C0E-9030-78C4-2889-C446925A4BAD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84" creationId="{DCC39EA7-36E2-4C71-9223-A8ABCD7BBADE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86" creationId="{4440EE3B-6099-F69F-98C2-C0AFD010D3D9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87" creationId="{81DF5285-8E4B-A069-98AA-3F5A313CAF7D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88" creationId="{60100562-8E57-46AC-9B5A-FE415E306DFA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90" creationId="{850ED9F5-5FC8-168E-8C7F-DA74E289387F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91" creationId="{0B5DCD7B-3C0E-B85C-A307-2BD218B8E037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92" creationId="{4D1CC47F-03E8-9ADC-4EC6-65A901C3D60F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93" creationId="{04D2C7C7-49CF-DC7E-26F0-2814F511BACF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95" creationId="{A98BE7C5-D9EB-61A5-2148-BE2F15319480}"/>
          </ac:spMkLst>
        </pc:spChg>
        <pc:spChg chg="mod">
          <ac:chgData name="Mouksassi, Samer" userId="5ddd9d3e-a68e-4323-87ac-2ed99798725a" providerId="ADAL" clId="{5B0F5E7A-1D9D-4A1F-A756-4B75D45140AB}" dt="2025-12-12T03:31:33.115" v="173" actId="207"/>
          <ac:spMkLst>
            <pc:docMk/>
            <pc:sldMk cId="3358753484" sldId="257"/>
            <ac:spMk id="96" creationId="{94712D17-F266-6C74-6A03-A4A5F5FF807B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114" creationId="{D08AD0DF-9163-0FAA-1844-88463EA23459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120" creationId="{247F8D7D-D7EC-CC90-D7F9-D9FE4C81F3B6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358753484" sldId="257"/>
            <ac:spMk id="127" creationId="{1CE06509-7D46-F6E6-F165-2D9B66EF8781}"/>
          </ac:spMkLst>
        </pc:spChg>
      </pc:sldChg>
      <pc:sldChg chg="addSp delSp modSp mod">
        <pc:chgData name="Mouksassi, Samer" userId="5ddd9d3e-a68e-4323-87ac-2ed99798725a" providerId="ADAL" clId="{5B0F5E7A-1D9D-4A1F-A756-4B75D45140AB}" dt="2025-12-12T03:33:05.146" v="174"/>
        <pc:sldMkLst>
          <pc:docMk/>
          <pc:sldMk cId="3554878006" sldId="258"/>
        </pc:sldMkLst>
        <pc:spChg chg="del mod">
          <ac:chgData name="Mouksassi, Samer" userId="5ddd9d3e-a68e-4323-87ac-2ed99798725a" providerId="ADAL" clId="{5B0F5E7A-1D9D-4A1F-A756-4B75D45140AB}" dt="2025-12-12T03:31:18.256" v="170" actId="478"/>
          <ac:spMkLst>
            <pc:docMk/>
            <pc:sldMk cId="3554878006" sldId="258"/>
            <ac:spMk id="4" creationId="{5A8AAFC7-7C78-4005-8C56-0D245423A6AF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35" creationId="{1F972CB0-056F-5D8D-3E0D-979BFCD34F6A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47" creationId="{540D4F51-9DA8-1929-5738-3185AB276A69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65" creationId="{5DDC7E2B-F560-7005-04C2-B4E6550EBA15}"/>
          </ac:spMkLst>
        </pc:spChg>
        <pc:spChg chg="mod">
          <ac:chgData name="Mouksassi, Samer" userId="5ddd9d3e-a68e-4323-87ac-2ed99798725a" providerId="ADAL" clId="{5B0F5E7A-1D9D-4A1F-A756-4B75D45140AB}" dt="2025-12-12T03:28:36.798" v="130" actId="1076"/>
          <ac:spMkLst>
            <pc:docMk/>
            <pc:sldMk cId="3554878006" sldId="258"/>
            <ac:spMk id="66" creationId="{E64B1EE4-F220-4BCF-C049-543428C20E85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68" creationId="{A202CED6-C3D6-9F2F-EF4E-5AE1F071D83F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69" creationId="{EB95ECD2-7D87-DB40-2AC7-6ED0FDFF9779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71" creationId="{7E52AFEF-7D8F-2E4B-C8F7-82C610FC67FC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72" creationId="{80A84359-3291-8A19-2B51-FAA48F6BDD31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74" creationId="{C21307DD-F989-B490-5827-EDEA3E913C5B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75" creationId="{3A13A7E1-CB04-5180-AFB8-650264CF3231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77" creationId="{6F1DA2E2-0164-FEB2-9C1A-DEC5E223E1DC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78" creationId="{F0ACFAD1-04E2-8C84-5B52-9E8473831FE0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80" creationId="{E724959C-BD75-4F95-43FB-CA44E4E99E24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81" creationId="{76958A7F-26CE-5A23-CBA8-49D7D7941605}"/>
          </ac:spMkLst>
        </pc:spChg>
        <pc:spChg chg="mod">
          <ac:chgData name="Mouksassi, Samer" userId="5ddd9d3e-a68e-4323-87ac-2ed99798725a" providerId="ADAL" clId="{5B0F5E7A-1D9D-4A1F-A756-4B75D45140AB}" dt="2025-12-12T03:31:13.015" v="168" actId="207"/>
          <ac:spMkLst>
            <pc:docMk/>
            <pc:sldMk cId="3554878006" sldId="258"/>
            <ac:spMk id="82" creationId="{64EEE45E-EC13-75F3-4413-2801081EEAF2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83" creationId="{A4A2F402-ED2F-E6D8-B797-21F3461EB5E8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84" creationId="{C2784868-BBA7-B882-8748-178294D248CA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85" creationId="{AFABD57F-D3C9-DE63-ACFC-23DB70A190DC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86" creationId="{43ABD79F-08E3-031F-6CC7-CD7FA217A009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88" creationId="{3352ADA9-1A0A-2E2E-126E-8D4E5F6AE79B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89" creationId="{AEC37FE0-425D-D359-8F70-B1A02CDE6C61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91" creationId="{CA69383D-4F2E-AA79-ADF1-017D7A9C691E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92" creationId="{51D504F1-3A6A-C8A1-6BED-BCF9FE35F819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93" creationId="{E58ACAAB-5343-E118-0C57-9B8F27322505}"/>
          </ac:spMkLst>
        </pc:spChg>
        <pc:spChg chg="mod">
          <ac:chgData name="Mouksassi, Samer" userId="5ddd9d3e-a68e-4323-87ac-2ed99798725a" providerId="ADAL" clId="{5B0F5E7A-1D9D-4A1F-A756-4B75D45140AB}" dt="2025-12-12T03:31:21.534" v="171" actId="207"/>
          <ac:spMkLst>
            <pc:docMk/>
            <pc:sldMk cId="3554878006" sldId="258"/>
            <ac:spMk id="95" creationId="{BBE8FA48-6755-D904-4138-48E1F34750A0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96" creationId="{D0B9713D-D8D4-6F59-EE39-5062197EE066}"/>
          </ac:spMkLst>
        </pc:spChg>
        <pc:spChg chg="add mod">
          <ac:chgData name="Mouksassi, Samer" userId="5ddd9d3e-a68e-4323-87ac-2ed99798725a" providerId="ADAL" clId="{5B0F5E7A-1D9D-4A1F-A756-4B75D45140AB}" dt="2025-12-12T03:25:39.327" v="51" actId="1076"/>
          <ac:spMkLst>
            <pc:docMk/>
            <pc:sldMk cId="3554878006" sldId="258"/>
            <ac:spMk id="117" creationId="{F14BC5B9-001E-4B1C-DB64-3431E63F9DD4}"/>
          </ac:spMkLst>
        </pc:spChg>
        <pc:spChg chg="add del mod">
          <ac:chgData name="Mouksassi, Samer" userId="5ddd9d3e-a68e-4323-87ac-2ed99798725a" providerId="ADAL" clId="{5B0F5E7A-1D9D-4A1F-A756-4B75D45140AB}" dt="2025-12-12T03:30:21.279" v="167" actId="478"/>
          <ac:spMkLst>
            <pc:docMk/>
            <pc:sldMk cId="3554878006" sldId="258"/>
            <ac:spMk id="119" creationId="{9140E7DB-145D-8F27-860E-3D8E57A498D3}"/>
          </ac:spMkLst>
        </pc:spChg>
        <pc:spChg chg="add mod">
          <ac:chgData name="Mouksassi, Samer" userId="5ddd9d3e-a68e-4323-87ac-2ed99798725a" providerId="ADAL" clId="{5B0F5E7A-1D9D-4A1F-A756-4B75D45140AB}" dt="2025-12-12T03:30:08.024" v="164" actId="1076"/>
          <ac:spMkLst>
            <pc:docMk/>
            <pc:sldMk cId="3554878006" sldId="258"/>
            <ac:spMk id="120" creationId="{B33B5A10-9C1D-0A2B-AF92-B1F582A77D70}"/>
          </ac:spMkLst>
        </pc:spChg>
        <pc:spChg chg="add mod">
          <ac:chgData name="Mouksassi, Samer" userId="5ddd9d3e-a68e-4323-87ac-2ed99798725a" providerId="ADAL" clId="{5B0F5E7A-1D9D-4A1F-A756-4B75D45140AB}" dt="2025-12-12T03:25:44.283" v="58" actId="20577"/>
          <ac:spMkLst>
            <pc:docMk/>
            <pc:sldMk cId="3554878006" sldId="258"/>
            <ac:spMk id="121" creationId="{99EE1128-E8BE-35DD-9B5B-9AA40EDA2DED}"/>
          </ac:spMkLst>
        </pc:spChg>
        <pc:spChg chg="add mod">
          <ac:chgData name="Mouksassi, Samer" userId="5ddd9d3e-a68e-4323-87ac-2ed99798725a" providerId="ADAL" clId="{5B0F5E7A-1D9D-4A1F-A756-4B75D45140AB}" dt="2025-12-12T03:26:04.397" v="61" actId="108"/>
          <ac:spMkLst>
            <pc:docMk/>
            <pc:sldMk cId="3554878006" sldId="258"/>
            <ac:spMk id="122" creationId="{7970B14E-6E66-61C1-9FED-139FD366DFCC}"/>
          </ac:spMkLst>
        </pc:spChg>
        <pc:spChg chg="add mod">
          <ac:chgData name="Mouksassi, Samer" userId="5ddd9d3e-a68e-4323-87ac-2ed99798725a" providerId="ADAL" clId="{5B0F5E7A-1D9D-4A1F-A756-4B75D45140AB}" dt="2025-12-12T03:30:12.386" v="165" actId="1076"/>
          <ac:spMkLst>
            <pc:docMk/>
            <pc:sldMk cId="3554878006" sldId="258"/>
            <ac:spMk id="123" creationId="{BA6AD47D-B516-28FB-A897-FCD4E6D74FC6}"/>
          </ac:spMkLst>
        </pc:spChg>
        <pc:spChg chg="add mod">
          <ac:chgData name="Mouksassi, Samer" userId="5ddd9d3e-a68e-4323-87ac-2ed99798725a" providerId="ADAL" clId="{5B0F5E7A-1D9D-4A1F-A756-4B75D45140AB}" dt="2025-12-12T03:30:18.751" v="166" actId="1076"/>
          <ac:spMkLst>
            <pc:docMk/>
            <pc:sldMk cId="3554878006" sldId="258"/>
            <ac:spMk id="124" creationId="{5084582F-6C7B-B8A1-A8F2-C67A2CF9414D}"/>
          </ac:spMkLst>
        </pc:spChg>
        <pc:spChg chg="add mod">
          <ac:chgData name="Mouksassi, Samer" userId="5ddd9d3e-a68e-4323-87ac-2ed99798725a" providerId="ADAL" clId="{5B0F5E7A-1D9D-4A1F-A756-4B75D45140AB}" dt="2025-12-12T03:26:52.307" v="98" actId="20577"/>
          <ac:spMkLst>
            <pc:docMk/>
            <pc:sldMk cId="3554878006" sldId="258"/>
            <ac:spMk id="125" creationId="{B400A5B1-787A-A4E0-B056-6C9C909A8081}"/>
          </ac:spMkLst>
        </pc:spChg>
        <pc:spChg chg="add mod">
          <ac:chgData name="Mouksassi, Samer" userId="5ddd9d3e-a68e-4323-87ac-2ed99798725a" providerId="ADAL" clId="{5B0F5E7A-1D9D-4A1F-A756-4B75D45140AB}" dt="2025-12-12T03:29:50.827" v="160" actId="1076"/>
          <ac:spMkLst>
            <pc:docMk/>
            <pc:sldMk cId="3554878006" sldId="258"/>
            <ac:spMk id="126" creationId="{84ACE411-F272-E4D9-33A0-1488FD9F44D3}"/>
          </ac:spMkLst>
        </pc:spChg>
        <pc:spChg chg="add mod">
          <ac:chgData name="Mouksassi, Samer" userId="5ddd9d3e-a68e-4323-87ac-2ed99798725a" providerId="ADAL" clId="{5B0F5E7A-1D9D-4A1F-A756-4B75D45140AB}" dt="2025-12-12T03:33:05.146" v="174"/>
          <ac:spMkLst>
            <pc:docMk/>
            <pc:sldMk cId="3554878006" sldId="258"/>
            <ac:spMk id="127" creationId="{00AB23FB-21A3-B497-186E-F0795DD2255F}"/>
          </ac:spMkLst>
        </pc:spChg>
        <pc:spChg chg="add mod">
          <ac:chgData name="Mouksassi, Samer" userId="5ddd9d3e-a68e-4323-87ac-2ed99798725a" providerId="ADAL" clId="{5B0F5E7A-1D9D-4A1F-A756-4B75D45140AB}" dt="2025-12-12T03:28:06.956" v="124" actId="1076"/>
          <ac:spMkLst>
            <pc:docMk/>
            <pc:sldMk cId="3554878006" sldId="258"/>
            <ac:spMk id="128" creationId="{00635B37-395A-7665-65CF-E41A57291981}"/>
          </ac:spMkLst>
        </pc:spChg>
        <pc:spChg chg="add mod">
          <ac:chgData name="Mouksassi, Samer" userId="5ddd9d3e-a68e-4323-87ac-2ed99798725a" providerId="ADAL" clId="{5B0F5E7A-1D9D-4A1F-A756-4B75D45140AB}" dt="2025-12-12T03:29:12.534" v="138" actId="20577"/>
          <ac:spMkLst>
            <pc:docMk/>
            <pc:sldMk cId="3554878006" sldId="258"/>
            <ac:spMk id="129" creationId="{F7EAC0F7-2448-72C1-9E69-9711D3A546ED}"/>
          </ac:spMkLst>
        </pc:spChg>
        <pc:spChg chg="add mod">
          <ac:chgData name="Mouksassi, Samer" userId="5ddd9d3e-a68e-4323-87ac-2ed99798725a" providerId="ADAL" clId="{5B0F5E7A-1D9D-4A1F-A756-4B75D45140AB}" dt="2025-12-12T03:29:16.249" v="140" actId="571"/>
          <ac:spMkLst>
            <pc:docMk/>
            <pc:sldMk cId="3554878006" sldId="258"/>
            <ac:spMk id="130" creationId="{44B69BDC-2FB4-6C94-8C09-D310AAE5B2FF}"/>
          </ac:spMkLst>
        </pc:spChg>
        <pc:spChg chg="add mod">
          <ac:chgData name="Mouksassi, Samer" userId="5ddd9d3e-a68e-4323-87ac-2ed99798725a" providerId="ADAL" clId="{5B0F5E7A-1D9D-4A1F-A756-4B75D45140AB}" dt="2025-12-12T03:29:28.085" v="154" actId="1076"/>
          <ac:spMkLst>
            <pc:docMk/>
            <pc:sldMk cId="3554878006" sldId="258"/>
            <ac:spMk id="131" creationId="{4E852EBC-E7D7-B977-8B14-9274203D837A}"/>
          </ac:spMkLst>
        </pc:spChg>
      </pc:sldChg>
      <pc:sldMasterChg chg="modSp modSldLayout">
        <pc:chgData name="Mouksassi, Samer" userId="5ddd9d3e-a68e-4323-87ac-2ed99798725a" providerId="ADAL" clId="{5B0F5E7A-1D9D-4A1F-A756-4B75D45140AB}" dt="2025-12-12T03:33:05.146" v="174"/>
        <pc:sldMasterMkLst>
          <pc:docMk/>
          <pc:sldMasterMk cId="666274591" sldId="2147483648"/>
        </pc:sldMasterMkLst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asterMk cId="666274591" sldId="2147483648"/>
            <ac:spMk id="2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asterMk cId="666274591" sldId="2147483648"/>
            <ac:spMk id="3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asterMk cId="666274591" sldId="2147483648"/>
            <ac:spMk id="4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asterMk cId="666274591" sldId="2147483648"/>
            <ac:spMk id="5" creationId="{00000000-0000-0000-0000-000000000000}"/>
          </ac:spMkLst>
        </pc:spChg>
        <pc:spChg chg="mod">
          <ac:chgData name="Mouksassi, Samer" userId="5ddd9d3e-a68e-4323-87ac-2ed99798725a" providerId="ADAL" clId="{5B0F5E7A-1D9D-4A1F-A756-4B75D45140AB}" dt="2025-12-12T03:33:05.146" v="174"/>
          <ac:spMkLst>
            <pc:docMk/>
            <pc:sldMasterMk cId="666274591" sldId="2147483648"/>
            <ac:spMk id="6" creationId="{00000000-0000-0000-0000-000000000000}"/>
          </ac:spMkLst>
        </pc:sp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329626357" sldId="2147483649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329626357" sldId="2147483649"/>
              <ac:spMk id="2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329626357" sldId="2147483649"/>
              <ac:spMk id="3" creationId="{00000000-0000-0000-0000-000000000000}"/>
            </ac:spMkLst>
          </pc:spChg>
        </pc:sldLayout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2061327686" sldId="2147483651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2061327686" sldId="2147483651"/>
              <ac:spMk id="2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2061327686" sldId="2147483651"/>
              <ac:spMk id="3" creationId="{00000000-0000-0000-0000-000000000000}"/>
            </ac:spMkLst>
          </pc:spChg>
        </pc:sldLayout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3083140367" sldId="2147483652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3083140367" sldId="2147483652"/>
              <ac:spMk id="3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3083140367" sldId="2147483652"/>
              <ac:spMk id="4" creationId="{00000000-0000-0000-0000-000000000000}"/>
            </ac:spMkLst>
          </pc:spChg>
        </pc:sldLayout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4230559702" sldId="2147483653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4230559702" sldId="2147483653"/>
              <ac:spMk id="2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4230559702" sldId="2147483653"/>
              <ac:spMk id="3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4230559702" sldId="2147483653"/>
              <ac:spMk id="4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4230559702" sldId="2147483653"/>
              <ac:spMk id="5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4230559702" sldId="2147483653"/>
              <ac:spMk id="6" creationId="{00000000-0000-0000-0000-000000000000}"/>
            </ac:spMkLst>
          </pc:spChg>
        </pc:sldLayout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1310804531" sldId="2147483656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310804531" sldId="2147483656"/>
              <ac:spMk id="2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310804531" sldId="2147483656"/>
              <ac:spMk id="3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310804531" sldId="2147483656"/>
              <ac:spMk id="4" creationId="{00000000-0000-0000-0000-000000000000}"/>
            </ac:spMkLst>
          </pc:spChg>
        </pc:sldLayout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1056271408" sldId="2147483657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056271408" sldId="2147483657"/>
              <ac:spMk id="2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056271408" sldId="2147483657"/>
              <ac:spMk id="3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056271408" sldId="2147483657"/>
              <ac:spMk id="4" creationId="{00000000-0000-0000-0000-000000000000}"/>
            </ac:spMkLst>
          </pc:spChg>
        </pc:sldLayoutChg>
        <pc:sldLayoutChg chg="modSp">
          <pc:chgData name="Mouksassi, Samer" userId="5ddd9d3e-a68e-4323-87ac-2ed99798725a" providerId="ADAL" clId="{5B0F5E7A-1D9D-4A1F-A756-4B75D45140AB}" dt="2025-12-12T03:33:05.146" v="174"/>
          <pc:sldLayoutMkLst>
            <pc:docMk/>
            <pc:sldMasterMk cId="666274591" sldId="2147483648"/>
            <pc:sldLayoutMk cId="1715730913" sldId="2147483659"/>
          </pc:sldLayoutMkLst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715730913" sldId="2147483659"/>
              <ac:spMk id="2" creationId="{00000000-0000-0000-0000-000000000000}"/>
            </ac:spMkLst>
          </pc:spChg>
          <pc:spChg chg="mod">
            <ac:chgData name="Mouksassi, Samer" userId="5ddd9d3e-a68e-4323-87ac-2ed99798725a" providerId="ADAL" clId="{5B0F5E7A-1D9D-4A1F-A756-4B75D45140AB}" dt="2025-12-12T03:33:05.146" v="174"/>
            <ac:spMkLst>
              <pc:docMk/>
              <pc:sldMasterMk cId="666274591" sldId="2147483648"/>
              <pc:sldLayoutMk cId="1715730913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1" y="1420286"/>
            <a:ext cx="3886200" cy="980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2590800"/>
            <a:ext cx="32004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8" y="2937936"/>
            <a:ext cx="3886200" cy="908050"/>
          </a:xfrm>
        </p:spPr>
        <p:txBody>
          <a:bodyPr anchor="t"/>
          <a:lstStyle>
            <a:lvl1pPr algn="l">
              <a:defRPr sz="2299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8" y="1937811"/>
            <a:ext cx="3886200" cy="1000125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08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17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26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35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4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52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61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70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1" y="1066802"/>
            <a:ext cx="2190750" cy="301730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4601" y="1066802"/>
            <a:ext cx="2190750" cy="301730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1" y="183092"/>
            <a:ext cx="41148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2" y="1023409"/>
            <a:ext cx="2020094" cy="42650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088" indent="0">
              <a:buNone/>
              <a:defRPr sz="1200" b="1"/>
            </a:lvl2pPr>
            <a:lvl3pPr marL="526176" indent="0">
              <a:buNone/>
              <a:defRPr sz="1100" b="1"/>
            </a:lvl3pPr>
            <a:lvl4pPr marL="789264" indent="0">
              <a:buNone/>
              <a:defRPr sz="900" b="1"/>
            </a:lvl4pPr>
            <a:lvl5pPr marL="1052353" indent="0">
              <a:buNone/>
              <a:defRPr sz="900" b="1"/>
            </a:lvl5pPr>
            <a:lvl6pPr marL="1315441" indent="0">
              <a:buNone/>
              <a:defRPr sz="900" b="1"/>
            </a:lvl6pPr>
            <a:lvl7pPr marL="1578529" indent="0">
              <a:buNone/>
              <a:defRPr sz="900" b="1"/>
            </a:lvl7pPr>
            <a:lvl8pPr marL="1841616" indent="0">
              <a:buNone/>
              <a:defRPr sz="900" b="1"/>
            </a:lvl8pPr>
            <a:lvl9pPr marL="2104705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2" y="1449918"/>
            <a:ext cx="2020094" cy="2634191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1023409"/>
            <a:ext cx="2020889" cy="42650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088" indent="0">
              <a:buNone/>
              <a:defRPr sz="1200" b="1"/>
            </a:lvl2pPr>
            <a:lvl3pPr marL="526176" indent="0">
              <a:buNone/>
              <a:defRPr sz="1100" b="1"/>
            </a:lvl3pPr>
            <a:lvl4pPr marL="789264" indent="0">
              <a:buNone/>
              <a:defRPr sz="900" b="1"/>
            </a:lvl4pPr>
            <a:lvl5pPr marL="1052353" indent="0">
              <a:buNone/>
              <a:defRPr sz="900" b="1"/>
            </a:lvl5pPr>
            <a:lvl6pPr marL="1315441" indent="0">
              <a:buNone/>
              <a:defRPr sz="900" b="1"/>
            </a:lvl6pPr>
            <a:lvl7pPr marL="1578529" indent="0">
              <a:buNone/>
              <a:defRPr sz="900" b="1"/>
            </a:lvl7pPr>
            <a:lvl8pPr marL="1841616" indent="0">
              <a:buNone/>
              <a:defRPr sz="900" b="1"/>
            </a:lvl8pPr>
            <a:lvl9pPr marL="2104705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449918"/>
            <a:ext cx="2020889" cy="2634191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3" y="182034"/>
            <a:ext cx="1504156" cy="774700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7" y="182035"/>
            <a:ext cx="2555875" cy="3902076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3" y="956735"/>
            <a:ext cx="1504156" cy="3127376"/>
          </a:xfrm>
        </p:spPr>
        <p:txBody>
          <a:bodyPr/>
          <a:lstStyle>
            <a:lvl1pPr marL="0" indent="0">
              <a:buNone/>
              <a:defRPr sz="800"/>
            </a:lvl1pPr>
            <a:lvl2pPr marL="263088" indent="0">
              <a:buNone/>
              <a:defRPr sz="699"/>
            </a:lvl2pPr>
            <a:lvl3pPr marL="526176" indent="0">
              <a:buNone/>
              <a:defRPr sz="600"/>
            </a:lvl3pPr>
            <a:lvl4pPr marL="789264" indent="0">
              <a:buNone/>
              <a:defRPr sz="500"/>
            </a:lvl4pPr>
            <a:lvl5pPr marL="1052353" indent="0">
              <a:buNone/>
              <a:defRPr sz="500"/>
            </a:lvl5pPr>
            <a:lvl6pPr marL="1315441" indent="0">
              <a:buNone/>
              <a:defRPr sz="500"/>
            </a:lvl6pPr>
            <a:lvl7pPr marL="1578529" indent="0">
              <a:buNone/>
              <a:defRPr sz="500"/>
            </a:lvl7pPr>
            <a:lvl8pPr marL="1841616" indent="0">
              <a:buNone/>
              <a:defRPr sz="500"/>
            </a:lvl8pPr>
            <a:lvl9pPr marL="2104705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3200403"/>
            <a:ext cx="2743200" cy="377825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408517"/>
            <a:ext cx="2743200" cy="2743200"/>
          </a:xfrm>
        </p:spPr>
        <p:txBody>
          <a:bodyPr/>
          <a:lstStyle>
            <a:lvl1pPr marL="0" indent="0">
              <a:buNone/>
              <a:defRPr sz="1799"/>
            </a:lvl1pPr>
            <a:lvl2pPr marL="263088" indent="0">
              <a:buNone/>
              <a:defRPr sz="1600"/>
            </a:lvl2pPr>
            <a:lvl3pPr marL="526176" indent="0">
              <a:buNone/>
              <a:defRPr sz="1400"/>
            </a:lvl3pPr>
            <a:lvl4pPr marL="789264" indent="0">
              <a:buNone/>
              <a:defRPr sz="1200"/>
            </a:lvl4pPr>
            <a:lvl5pPr marL="1052353" indent="0">
              <a:buNone/>
              <a:defRPr sz="1200"/>
            </a:lvl5pPr>
            <a:lvl6pPr marL="1315441" indent="0">
              <a:buNone/>
              <a:defRPr sz="1200"/>
            </a:lvl6pPr>
            <a:lvl7pPr marL="1578529" indent="0">
              <a:buNone/>
              <a:defRPr sz="1200"/>
            </a:lvl7pPr>
            <a:lvl8pPr marL="1841616" indent="0">
              <a:buNone/>
              <a:defRPr sz="1200"/>
            </a:lvl8pPr>
            <a:lvl9pPr marL="2104705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3578227"/>
            <a:ext cx="2743200" cy="536575"/>
          </a:xfrm>
        </p:spPr>
        <p:txBody>
          <a:bodyPr/>
          <a:lstStyle>
            <a:lvl1pPr marL="0" indent="0">
              <a:buNone/>
              <a:defRPr sz="800"/>
            </a:lvl1pPr>
            <a:lvl2pPr marL="263088" indent="0">
              <a:buNone/>
              <a:defRPr sz="699"/>
            </a:lvl2pPr>
            <a:lvl3pPr marL="526176" indent="0">
              <a:buNone/>
              <a:defRPr sz="600"/>
            </a:lvl3pPr>
            <a:lvl4pPr marL="789264" indent="0">
              <a:buNone/>
              <a:defRPr sz="500"/>
            </a:lvl4pPr>
            <a:lvl5pPr marL="1052353" indent="0">
              <a:buNone/>
              <a:defRPr sz="500"/>
            </a:lvl5pPr>
            <a:lvl6pPr marL="1315441" indent="0">
              <a:buNone/>
              <a:defRPr sz="500"/>
            </a:lvl6pPr>
            <a:lvl7pPr marL="1578529" indent="0">
              <a:buNone/>
              <a:defRPr sz="500"/>
            </a:lvl7pPr>
            <a:lvl8pPr marL="1841616" indent="0">
              <a:buNone/>
              <a:defRPr sz="500"/>
            </a:lvl8pPr>
            <a:lvl9pPr marL="2104705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0927" y="183097"/>
            <a:ext cx="1114425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3" y="183097"/>
            <a:ext cx="326707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1" y="183092"/>
            <a:ext cx="4114800" cy="762000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1" y="1066802"/>
            <a:ext cx="4114800" cy="3017309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1" y="4237571"/>
            <a:ext cx="1066800" cy="2434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1" y="4237571"/>
            <a:ext cx="1447800" cy="2434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1" y="4237571"/>
            <a:ext cx="1066800" cy="2434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176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16" indent="-197316" algn="l" defTabSz="5261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27518" indent="-164431" algn="l" defTabSz="526176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21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08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3897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6985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072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161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249" indent="-131545" algn="l" defTabSz="5261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088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176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264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353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441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529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616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705" algn="l" defTabSz="526176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C673-A597-97DF-8579-6C9630AC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c4">
            <a:extLst>
              <a:ext uri="{FF2B5EF4-FFF2-40B4-BE49-F238E27FC236}">
                <a16:creationId xmlns:a16="http://schemas.microsoft.com/office/drawing/2014/main" id="{816F3353-813C-0C4F-ED80-A8F1BB736AEA}"/>
              </a:ext>
            </a:extLst>
          </p:cNvPr>
          <p:cNvSpPr/>
          <p:nvPr/>
        </p:nvSpPr>
        <p:spPr>
          <a:xfrm>
            <a:off x="609602" y="571500"/>
            <a:ext cx="3112121" cy="34290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pl5">
            <a:extLst>
              <a:ext uri="{FF2B5EF4-FFF2-40B4-BE49-F238E27FC236}">
                <a16:creationId xmlns:a16="http://schemas.microsoft.com/office/drawing/2014/main" id="{879F2FDC-8D22-252A-8A41-8C6C01C4C744}"/>
              </a:ext>
            </a:extLst>
          </p:cNvPr>
          <p:cNvSpPr/>
          <p:nvPr/>
        </p:nvSpPr>
        <p:spPr>
          <a:xfrm>
            <a:off x="1317576" y="694472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48346" y="1633386"/>
                </a:moveTo>
                <a:lnTo>
                  <a:pt x="47571" y="1627383"/>
                </a:lnTo>
                <a:lnTo>
                  <a:pt x="45105" y="1607655"/>
                </a:lnTo>
                <a:lnTo>
                  <a:pt x="42717" y="1587813"/>
                </a:lnTo>
                <a:lnTo>
                  <a:pt x="40415" y="1567863"/>
                </a:lnTo>
                <a:lnTo>
                  <a:pt x="38211" y="1547814"/>
                </a:lnTo>
                <a:lnTo>
                  <a:pt x="36093" y="1527673"/>
                </a:lnTo>
                <a:lnTo>
                  <a:pt x="34047" y="1507449"/>
                </a:lnTo>
                <a:lnTo>
                  <a:pt x="32053" y="1487152"/>
                </a:lnTo>
                <a:lnTo>
                  <a:pt x="30095" y="1466789"/>
                </a:lnTo>
                <a:lnTo>
                  <a:pt x="28177" y="1446366"/>
                </a:lnTo>
                <a:lnTo>
                  <a:pt x="26312" y="1425889"/>
                </a:lnTo>
                <a:lnTo>
                  <a:pt x="24517" y="1405364"/>
                </a:lnTo>
                <a:lnTo>
                  <a:pt x="22806" y="1384794"/>
                </a:lnTo>
                <a:lnTo>
                  <a:pt x="21183" y="1364186"/>
                </a:lnTo>
                <a:lnTo>
                  <a:pt x="19641" y="1343547"/>
                </a:lnTo>
                <a:lnTo>
                  <a:pt x="18170" y="1322882"/>
                </a:lnTo>
                <a:lnTo>
                  <a:pt x="16762" y="1302198"/>
                </a:lnTo>
                <a:lnTo>
                  <a:pt x="15415" y="1281501"/>
                </a:lnTo>
                <a:lnTo>
                  <a:pt x="14133" y="1260795"/>
                </a:lnTo>
                <a:lnTo>
                  <a:pt x="12921" y="1240086"/>
                </a:lnTo>
                <a:lnTo>
                  <a:pt x="11786" y="1219376"/>
                </a:lnTo>
                <a:lnTo>
                  <a:pt x="10730" y="1198670"/>
                </a:lnTo>
                <a:lnTo>
                  <a:pt x="9754" y="1177967"/>
                </a:lnTo>
                <a:lnTo>
                  <a:pt x="8858" y="1157265"/>
                </a:lnTo>
                <a:lnTo>
                  <a:pt x="8042" y="1136562"/>
                </a:lnTo>
                <a:lnTo>
                  <a:pt x="7302" y="1115859"/>
                </a:lnTo>
                <a:lnTo>
                  <a:pt x="6621" y="1095156"/>
                </a:lnTo>
                <a:lnTo>
                  <a:pt x="5981" y="1074451"/>
                </a:lnTo>
                <a:lnTo>
                  <a:pt x="5363" y="1053747"/>
                </a:lnTo>
                <a:lnTo>
                  <a:pt x="4755" y="1033043"/>
                </a:lnTo>
                <a:lnTo>
                  <a:pt x="4162" y="1012339"/>
                </a:lnTo>
                <a:lnTo>
                  <a:pt x="3597" y="991636"/>
                </a:lnTo>
                <a:lnTo>
                  <a:pt x="3072" y="970932"/>
                </a:lnTo>
                <a:lnTo>
                  <a:pt x="2596" y="950228"/>
                </a:lnTo>
                <a:lnTo>
                  <a:pt x="2171" y="929524"/>
                </a:lnTo>
                <a:lnTo>
                  <a:pt x="1792" y="908821"/>
                </a:lnTo>
                <a:lnTo>
                  <a:pt x="1457" y="888117"/>
                </a:lnTo>
                <a:lnTo>
                  <a:pt x="1163" y="867413"/>
                </a:lnTo>
                <a:lnTo>
                  <a:pt x="905" y="846709"/>
                </a:lnTo>
                <a:lnTo>
                  <a:pt x="680" y="826006"/>
                </a:lnTo>
                <a:lnTo>
                  <a:pt x="482" y="805302"/>
                </a:lnTo>
                <a:lnTo>
                  <a:pt x="309" y="784598"/>
                </a:lnTo>
                <a:lnTo>
                  <a:pt x="164" y="763894"/>
                </a:lnTo>
                <a:lnTo>
                  <a:pt x="58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58" y="681079"/>
                </a:lnTo>
                <a:lnTo>
                  <a:pt x="164" y="660375"/>
                </a:lnTo>
                <a:lnTo>
                  <a:pt x="309" y="639672"/>
                </a:lnTo>
                <a:lnTo>
                  <a:pt x="482" y="618968"/>
                </a:lnTo>
                <a:lnTo>
                  <a:pt x="680" y="598264"/>
                </a:lnTo>
                <a:lnTo>
                  <a:pt x="905" y="577560"/>
                </a:lnTo>
                <a:lnTo>
                  <a:pt x="1163" y="556856"/>
                </a:lnTo>
                <a:lnTo>
                  <a:pt x="1457" y="536153"/>
                </a:lnTo>
                <a:lnTo>
                  <a:pt x="1792" y="515449"/>
                </a:lnTo>
                <a:lnTo>
                  <a:pt x="2171" y="494745"/>
                </a:lnTo>
                <a:lnTo>
                  <a:pt x="2596" y="474041"/>
                </a:lnTo>
                <a:lnTo>
                  <a:pt x="3072" y="453338"/>
                </a:lnTo>
                <a:lnTo>
                  <a:pt x="3597" y="432634"/>
                </a:lnTo>
                <a:lnTo>
                  <a:pt x="4162" y="411930"/>
                </a:lnTo>
                <a:lnTo>
                  <a:pt x="4755" y="391227"/>
                </a:lnTo>
                <a:lnTo>
                  <a:pt x="5363" y="370522"/>
                </a:lnTo>
                <a:lnTo>
                  <a:pt x="5981" y="349818"/>
                </a:lnTo>
                <a:lnTo>
                  <a:pt x="6621" y="329114"/>
                </a:lnTo>
                <a:lnTo>
                  <a:pt x="7302" y="308410"/>
                </a:lnTo>
                <a:lnTo>
                  <a:pt x="8042" y="287707"/>
                </a:lnTo>
                <a:lnTo>
                  <a:pt x="8858" y="267005"/>
                </a:lnTo>
                <a:lnTo>
                  <a:pt x="9754" y="246303"/>
                </a:lnTo>
                <a:lnTo>
                  <a:pt x="10730" y="225599"/>
                </a:lnTo>
                <a:lnTo>
                  <a:pt x="11786" y="204893"/>
                </a:lnTo>
                <a:lnTo>
                  <a:pt x="12921" y="184184"/>
                </a:lnTo>
                <a:lnTo>
                  <a:pt x="14133" y="163474"/>
                </a:lnTo>
                <a:lnTo>
                  <a:pt x="15415" y="142768"/>
                </a:lnTo>
                <a:lnTo>
                  <a:pt x="16762" y="122071"/>
                </a:lnTo>
                <a:lnTo>
                  <a:pt x="18170" y="101388"/>
                </a:lnTo>
                <a:lnTo>
                  <a:pt x="19641" y="80723"/>
                </a:lnTo>
                <a:lnTo>
                  <a:pt x="21183" y="60083"/>
                </a:lnTo>
                <a:lnTo>
                  <a:pt x="22806" y="39476"/>
                </a:lnTo>
                <a:lnTo>
                  <a:pt x="24517" y="18906"/>
                </a:lnTo>
                <a:lnTo>
                  <a:pt x="26171" y="0"/>
                </a:lnTo>
                <a:lnTo>
                  <a:pt x="2617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6">
            <a:extLst>
              <a:ext uri="{FF2B5EF4-FFF2-40B4-BE49-F238E27FC236}">
                <a16:creationId xmlns:a16="http://schemas.microsoft.com/office/drawing/2014/main" id="{31088A1A-C7DD-FF2F-9ABC-57C5821AABF9}"/>
              </a:ext>
            </a:extLst>
          </p:cNvPr>
          <p:cNvSpPr/>
          <p:nvPr/>
        </p:nvSpPr>
        <p:spPr>
          <a:xfrm>
            <a:off x="1850817" y="694472"/>
            <a:ext cx="0" cy="2886396"/>
          </a:xfrm>
          <a:custGeom>
            <a:avLst/>
            <a:gdLst/>
            <a:ahLst/>
            <a:cxnLst/>
            <a:rect l="0" t="0" r="0" b="0"/>
            <a:pathLst>
              <a:path h="1633386">
                <a:moveTo>
                  <a:pt x="0" y="1633386"/>
                </a:moveTo>
                <a:lnTo>
                  <a:pt x="0" y="1627383"/>
                </a:lnTo>
                <a:lnTo>
                  <a:pt x="0" y="1607655"/>
                </a:lnTo>
                <a:lnTo>
                  <a:pt x="0" y="1587813"/>
                </a:lnTo>
                <a:lnTo>
                  <a:pt x="0" y="1567863"/>
                </a:lnTo>
                <a:lnTo>
                  <a:pt x="0" y="1547814"/>
                </a:lnTo>
                <a:lnTo>
                  <a:pt x="0" y="1527673"/>
                </a:lnTo>
                <a:lnTo>
                  <a:pt x="0" y="1507449"/>
                </a:lnTo>
                <a:lnTo>
                  <a:pt x="0" y="1487152"/>
                </a:lnTo>
                <a:lnTo>
                  <a:pt x="0" y="1466789"/>
                </a:lnTo>
                <a:lnTo>
                  <a:pt x="0" y="1446366"/>
                </a:lnTo>
                <a:lnTo>
                  <a:pt x="0" y="1425889"/>
                </a:lnTo>
                <a:lnTo>
                  <a:pt x="0" y="1405364"/>
                </a:lnTo>
                <a:lnTo>
                  <a:pt x="0" y="1384794"/>
                </a:lnTo>
                <a:lnTo>
                  <a:pt x="0" y="1364186"/>
                </a:lnTo>
                <a:lnTo>
                  <a:pt x="0" y="1343547"/>
                </a:lnTo>
                <a:lnTo>
                  <a:pt x="0" y="1322882"/>
                </a:lnTo>
                <a:lnTo>
                  <a:pt x="0" y="1302198"/>
                </a:lnTo>
                <a:lnTo>
                  <a:pt x="0" y="1281501"/>
                </a:lnTo>
                <a:lnTo>
                  <a:pt x="0" y="1260795"/>
                </a:lnTo>
                <a:lnTo>
                  <a:pt x="0" y="1240086"/>
                </a:lnTo>
                <a:lnTo>
                  <a:pt x="0" y="1219376"/>
                </a:lnTo>
                <a:lnTo>
                  <a:pt x="0" y="1198670"/>
                </a:lnTo>
                <a:lnTo>
                  <a:pt x="0" y="1177967"/>
                </a:lnTo>
                <a:lnTo>
                  <a:pt x="0" y="1157265"/>
                </a:lnTo>
                <a:lnTo>
                  <a:pt x="0" y="1136562"/>
                </a:lnTo>
                <a:lnTo>
                  <a:pt x="0" y="1115859"/>
                </a:lnTo>
                <a:lnTo>
                  <a:pt x="0" y="1095156"/>
                </a:lnTo>
                <a:lnTo>
                  <a:pt x="0" y="1074451"/>
                </a:lnTo>
                <a:lnTo>
                  <a:pt x="0" y="1053747"/>
                </a:lnTo>
                <a:lnTo>
                  <a:pt x="0" y="1033043"/>
                </a:lnTo>
                <a:lnTo>
                  <a:pt x="0" y="1012339"/>
                </a:lnTo>
                <a:lnTo>
                  <a:pt x="0" y="991636"/>
                </a:lnTo>
                <a:lnTo>
                  <a:pt x="0" y="970932"/>
                </a:lnTo>
                <a:lnTo>
                  <a:pt x="0" y="950228"/>
                </a:lnTo>
                <a:lnTo>
                  <a:pt x="0" y="929524"/>
                </a:lnTo>
                <a:lnTo>
                  <a:pt x="0" y="908821"/>
                </a:lnTo>
                <a:lnTo>
                  <a:pt x="0" y="888117"/>
                </a:lnTo>
                <a:lnTo>
                  <a:pt x="0" y="867413"/>
                </a:lnTo>
                <a:lnTo>
                  <a:pt x="0" y="846709"/>
                </a:lnTo>
                <a:lnTo>
                  <a:pt x="0" y="826006"/>
                </a:lnTo>
                <a:lnTo>
                  <a:pt x="0" y="805302"/>
                </a:lnTo>
                <a:lnTo>
                  <a:pt x="0" y="784598"/>
                </a:lnTo>
                <a:lnTo>
                  <a:pt x="0" y="763894"/>
                </a:lnTo>
                <a:lnTo>
                  <a:pt x="0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0" y="681079"/>
                </a:lnTo>
                <a:lnTo>
                  <a:pt x="0" y="660375"/>
                </a:lnTo>
                <a:lnTo>
                  <a:pt x="0" y="639672"/>
                </a:lnTo>
                <a:lnTo>
                  <a:pt x="0" y="618968"/>
                </a:lnTo>
                <a:lnTo>
                  <a:pt x="0" y="598264"/>
                </a:lnTo>
                <a:lnTo>
                  <a:pt x="0" y="577560"/>
                </a:lnTo>
                <a:lnTo>
                  <a:pt x="0" y="556856"/>
                </a:lnTo>
                <a:lnTo>
                  <a:pt x="0" y="536153"/>
                </a:lnTo>
                <a:lnTo>
                  <a:pt x="0" y="515449"/>
                </a:lnTo>
                <a:lnTo>
                  <a:pt x="0" y="494745"/>
                </a:lnTo>
                <a:lnTo>
                  <a:pt x="0" y="474041"/>
                </a:lnTo>
                <a:lnTo>
                  <a:pt x="0" y="453338"/>
                </a:lnTo>
                <a:lnTo>
                  <a:pt x="0" y="432634"/>
                </a:lnTo>
                <a:lnTo>
                  <a:pt x="0" y="411930"/>
                </a:lnTo>
                <a:lnTo>
                  <a:pt x="0" y="391227"/>
                </a:lnTo>
                <a:lnTo>
                  <a:pt x="0" y="370522"/>
                </a:lnTo>
                <a:lnTo>
                  <a:pt x="0" y="349818"/>
                </a:lnTo>
                <a:lnTo>
                  <a:pt x="0" y="329114"/>
                </a:lnTo>
                <a:lnTo>
                  <a:pt x="0" y="308410"/>
                </a:lnTo>
                <a:lnTo>
                  <a:pt x="0" y="287707"/>
                </a:lnTo>
                <a:lnTo>
                  <a:pt x="0" y="267005"/>
                </a:lnTo>
                <a:lnTo>
                  <a:pt x="0" y="246303"/>
                </a:lnTo>
                <a:lnTo>
                  <a:pt x="0" y="225599"/>
                </a:lnTo>
                <a:lnTo>
                  <a:pt x="0" y="204893"/>
                </a:lnTo>
                <a:lnTo>
                  <a:pt x="0" y="184184"/>
                </a:lnTo>
                <a:lnTo>
                  <a:pt x="0" y="163474"/>
                </a:lnTo>
                <a:lnTo>
                  <a:pt x="0" y="142768"/>
                </a:lnTo>
                <a:lnTo>
                  <a:pt x="0" y="122071"/>
                </a:lnTo>
                <a:lnTo>
                  <a:pt x="0" y="101388"/>
                </a:lnTo>
                <a:lnTo>
                  <a:pt x="0" y="80723"/>
                </a:lnTo>
                <a:lnTo>
                  <a:pt x="0" y="60083"/>
                </a:lnTo>
                <a:lnTo>
                  <a:pt x="0" y="39476"/>
                </a:lnTo>
                <a:lnTo>
                  <a:pt x="0" y="18906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>
            <a:extLst>
              <a:ext uri="{FF2B5EF4-FFF2-40B4-BE49-F238E27FC236}">
                <a16:creationId xmlns:a16="http://schemas.microsoft.com/office/drawing/2014/main" id="{BEBE255D-6E29-F117-C262-DD3E642AB6CF}"/>
              </a:ext>
            </a:extLst>
          </p:cNvPr>
          <p:cNvSpPr/>
          <p:nvPr/>
        </p:nvSpPr>
        <p:spPr>
          <a:xfrm>
            <a:off x="2298630" y="694472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0" y="1633386"/>
                </a:moveTo>
                <a:lnTo>
                  <a:pt x="775" y="1627383"/>
                </a:lnTo>
                <a:lnTo>
                  <a:pt x="3240" y="1607655"/>
                </a:lnTo>
                <a:lnTo>
                  <a:pt x="5629" y="1587813"/>
                </a:lnTo>
                <a:lnTo>
                  <a:pt x="7930" y="1567863"/>
                </a:lnTo>
                <a:lnTo>
                  <a:pt x="10135" y="1547814"/>
                </a:lnTo>
                <a:lnTo>
                  <a:pt x="12252" y="1527673"/>
                </a:lnTo>
                <a:lnTo>
                  <a:pt x="14299" y="1507449"/>
                </a:lnTo>
                <a:lnTo>
                  <a:pt x="16293" y="1487152"/>
                </a:lnTo>
                <a:lnTo>
                  <a:pt x="18250" y="1466789"/>
                </a:lnTo>
                <a:lnTo>
                  <a:pt x="20169" y="1446366"/>
                </a:lnTo>
                <a:lnTo>
                  <a:pt x="22034" y="1425889"/>
                </a:lnTo>
                <a:lnTo>
                  <a:pt x="23829" y="1405364"/>
                </a:lnTo>
                <a:lnTo>
                  <a:pt x="25540" y="1384794"/>
                </a:lnTo>
                <a:lnTo>
                  <a:pt x="27162" y="1364186"/>
                </a:lnTo>
                <a:lnTo>
                  <a:pt x="28705" y="1343547"/>
                </a:lnTo>
                <a:lnTo>
                  <a:pt x="30176" y="1322882"/>
                </a:lnTo>
                <a:lnTo>
                  <a:pt x="31584" y="1302198"/>
                </a:lnTo>
                <a:lnTo>
                  <a:pt x="32931" y="1281501"/>
                </a:lnTo>
                <a:lnTo>
                  <a:pt x="34213" y="1260795"/>
                </a:lnTo>
                <a:lnTo>
                  <a:pt x="35424" y="1240086"/>
                </a:lnTo>
                <a:lnTo>
                  <a:pt x="36560" y="1219376"/>
                </a:lnTo>
                <a:lnTo>
                  <a:pt x="37616" y="1198670"/>
                </a:lnTo>
                <a:lnTo>
                  <a:pt x="38592" y="1177967"/>
                </a:lnTo>
                <a:lnTo>
                  <a:pt x="39488" y="1157265"/>
                </a:lnTo>
                <a:lnTo>
                  <a:pt x="40304" y="1136562"/>
                </a:lnTo>
                <a:lnTo>
                  <a:pt x="41044" y="1115859"/>
                </a:lnTo>
                <a:lnTo>
                  <a:pt x="41725" y="1095156"/>
                </a:lnTo>
                <a:lnTo>
                  <a:pt x="42365" y="1074451"/>
                </a:lnTo>
                <a:lnTo>
                  <a:pt x="42983" y="1053747"/>
                </a:lnTo>
                <a:lnTo>
                  <a:pt x="43591" y="1033043"/>
                </a:lnTo>
                <a:lnTo>
                  <a:pt x="44184" y="1012339"/>
                </a:lnTo>
                <a:lnTo>
                  <a:pt x="44749" y="991636"/>
                </a:lnTo>
                <a:lnTo>
                  <a:pt x="45274" y="970932"/>
                </a:lnTo>
                <a:lnTo>
                  <a:pt x="45750" y="950228"/>
                </a:lnTo>
                <a:lnTo>
                  <a:pt x="46175" y="929524"/>
                </a:lnTo>
                <a:lnTo>
                  <a:pt x="46554" y="908821"/>
                </a:lnTo>
                <a:lnTo>
                  <a:pt x="46889" y="888117"/>
                </a:lnTo>
                <a:lnTo>
                  <a:pt x="47183" y="867413"/>
                </a:lnTo>
                <a:lnTo>
                  <a:pt x="47441" y="846709"/>
                </a:lnTo>
                <a:lnTo>
                  <a:pt x="47666" y="826006"/>
                </a:lnTo>
                <a:lnTo>
                  <a:pt x="47864" y="805302"/>
                </a:lnTo>
                <a:lnTo>
                  <a:pt x="48037" y="784598"/>
                </a:lnTo>
                <a:lnTo>
                  <a:pt x="48182" y="763894"/>
                </a:lnTo>
                <a:lnTo>
                  <a:pt x="48288" y="743190"/>
                </a:lnTo>
                <a:lnTo>
                  <a:pt x="48346" y="722487"/>
                </a:lnTo>
                <a:lnTo>
                  <a:pt x="48346" y="701783"/>
                </a:lnTo>
                <a:lnTo>
                  <a:pt x="48288" y="681079"/>
                </a:lnTo>
                <a:lnTo>
                  <a:pt x="48182" y="660375"/>
                </a:lnTo>
                <a:lnTo>
                  <a:pt x="48037" y="639672"/>
                </a:lnTo>
                <a:lnTo>
                  <a:pt x="47864" y="618968"/>
                </a:lnTo>
                <a:lnTo>
                  <a:pt x="47666" y="598264"/>
                </a:lnTo>
                <a:lnTo>
                  <a:pt x="47441" y="577560"/>
                </a:lnTo>
                <a:lnTo>
                  <a:pt x="47183" y="556856"/>
                </a:lnTo>
                <a:lnTo>
                  <a:pt x="46889" y="536153"/>
                </a:lnTo>
                <a:lnTo>
                  <a:pt x="46554" y="515449"/>
                </a:lnTo>
                <a:lnTo>
                  <a:pt x="46175" y="494745"/>
                </a:lnTo>
                <a:lnTo>
                  <a:pt x="45750" y="474041"/>
                </a:lnTo>
                <a:lnTo>
                  <a:pt x="45274" y="453338"/>
                </a:lnTo>
                <a:lnTo>
                  <a:pt x="44749" y="432634"/>
                </a:lnTo>
                <a:lnTo>
                  <a:pt x="44184" y="411930"/>
                </a:lnTo>
                <a:lnTo>
                  <a:pt x="43591" y="391227"/>
                </a:lnTo>
                <a:lnTo>
                  <a:pt x="42983" y="370522"/>
                </a:lnTo>
                <a:lnTo>
                  <a:pt x="42365" y="349818"/>
                </a:lnTo>
                <a:lnTo>
                  <a:pt x="41725" y="329114"/>
                </a:lnTo>
                <a:lnTo>
                  <a:pt x="41044" y="308410"/>
                </a:lnTo>
                <a:lnTo>
                  <a:pt x="40304" y="287707"/>
                </a:lnTo>
                <a:lnTo>
                  <a:pt x="39488" y="267005"/>
                </a:lnTo>
                <a:lnTo>
                  <a:pt x="38592" y="246303"/>
                </a:lnTo>
                <a:lnTo>
                  <a:pt x="37616" y="225599"/>
                </a:lnTo>
                <a:lnTo>
                  <a:pt x="36560" y="204893"/>
                </a:lnTo>
                <a:lnTo>
                  <a:pt x="35424" y="184184"/>
                </a:lnTo>
                <a:lnTo>
                  <a:pt x="34213" y="163474"/>
                </a:lnTo>
                <a:lnTo>
                  <a:pt x="32931" y="142768"/>
                </a:lnTo>
                <a:lnTo>
                  <a:pt x="31584" y="122071"/>
                </a:lnTo>
                <a:lnTo>
                  <a:pt x="30176" y="101388"/>
                </a:lnTo>
                <a:lnTo>
                  <a:pt x="28705" y="80723"/>
                </a:lnTo>
                <a:lnTo>
                  <a:pt x="27162" y="60083"/>
                </a:lnTo>
                <a:lnTo>
                  <a:pt x="25540" y="39476"/>
                </a:lnTo>
                <a:lnTo>
                  <a:pt x="23829" y="18906"/>
                </a:lnTo>
                <a:lnTo>
                  <a:pt x="22175" y="0"/>
                </a:lnTo>
                <a:lnTo>
                  <a:pt x="22175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>
            <a:extLst>
              <a:ext uri="{FF2B5EF4-FFF2-40B4-BE49-F238E27FC236}">
                <a16:creationId xmlns:a16="http://schemas.microsoft.com/office/drawing/2014/main" id="{9C1089B5-9894-B542-BE26-584EBEC05F19}"/>
              </a:ext>
            </a:extLst>
          </p:cNvPr>
          <p:cNvSpPr/>
          <p:nvPr/>
        </p:nvSpPr>
        <p:spPr>
          <a:xfrm>
            <a:off x="2746438" y="694472"/>
            <a:ext cx="170870" cy="2886396"/>
          </a:xfrm>
          <a:custGeom>
            <a:avLst/>
            <a:gdLst/>
            <a:ahLst/>
            <a:cxnLst/>
            <a:rect l="0" t="0" r="0" b="0"/>
            <a:pathLst>
              <a:path w="96693" h="1633386">
                <a:moveTo>
                  <a:pt x="0" y="1633386"/>
                </a:moveTo>
                <a:lnTo>
                  <a:pt x="1550" y="1627383"/>
                </a:lnTo>
                <a:lnTo>
                  <a:pt x="6481" y="1607655"/>
                </a:lnTo>
                <a:lnTo>
                  <a:pt x="11259" y="1587813"/>
                </a:lnTo>
                <a:lnTo>
                  <a:pt x="15861" y="1567863"/>
                </a:lnTo>
                <a:lnTo>
                  <a:pt x="20271" y="1547814"/>
                </a:lnTo>
                <a:lnTo>
                  <a:pt x="24505" y="1527673"/>
                </a:lnTo>
                <a:lnTo>
                  <a:pt x="28599" y="1507449"/>
                </a:lnTo>
                <a:lnTo>
                  <a:pt x="32587" y="1487152"/>
                </a:lnTo>
                <a:lnTo>
                  <a:pt x="36501" y="1466789"/>
                </a:lnTo>
                <a:lnTo>
                  <a:pt x="40338" y="1446366"/>
                </a:lnTo>
                <a:lnTo>
                  <a:pt x="44068" y="1425889"/>
                </a:lnTo>
                <a:lnTo>
                  <a:pt x="47658" y="1405364"/>
                </a:lnTo>
                <a:lnTo>
                  <a:pt x="51080" y="1384794"/>
                </a:lnTo>
                <a:lnTo>
                  <a:pt x="54325" y="1364186"/>
                </a:lnTo>
                <a:lnTo>
                  <a:pt x="57411" y="1343547"/>
                </a:lnTo>
                <a:lnTo>
                  <a:pt x="60353" y="1322882"/>
                </a:lnTo>
                <a:lnTo>
                  <a:pt x="63168" y="1302198"/>
                </a:lnTo>
                <a:lnTo>
                  <a:pt x="65863" y="1281501"/>
                </a:lnTo>
                <a:lnTo>
                  <a:pt x="68426" y="1260795"/>
                </a:lnTo>
                <a:lnTo>
                  <a:pt x="70849" y="1240086"/>
                </a:lnTo>
                <a:lnTo>
                  <a:pt x="73120" y="1219376"/>
                </a:lnTo>
                <a:lnTo>
                  <a:pt x="75232" y="1198670"/>
                </a:lnTo>
                <a:lnTo>
                  <a:pt x="77184" y="1177967"/>
                </a:lnTo>
                <a:lnTo>
                  <a:pt x="78977" y="1157265"/>
                </a:lnTo>
                <a:lnTo>
                  <a:pt x="80609" y="1136562"/>
                </a:lnTo>
                <a:lnTo>
                  <a:pt x="82089" y="1115859"/>
                </a:lnTo>
                <a:lnTo>
                  <a:pt x="83451" y="1095156"/>
                </a:lnTo>
                <a:lnTo>
                  <a:pt x="84731" y="1074451"/>
                </a:lnTo>
                <a:lnTo>
                  <a:pt x="85966" y="1053747"/>
                </a:lnTo>
                <a:lnTo>
                  <a:pt x="87183" y="1033043"/>
                </a:lnTo>
                <a:lnTo>
                  <a:pt x="88368" y="1012339"/>
                </a:lnTo>
                <a:lnTo>
                  <a:pt x="89498" y="991636"/>
                </a:lnTo>
                <a:lnTo>
                  <a:pt x="90549" y="970932"/>
                </a:lnTo>
                <a:lnTo>
                  <a:pt x="91500" y="950228"/>
                </a:lnTo>
                <a:lnTo>
                  <a:pt x="92351" y="929524"/>
                </a:lnTo>
                <a:lnTo>
                  <a:pt x="93108" y="908821"/>
                </a:lnTo>
                <a:lnTo>
                  <a:pt x="93778" y="888117"/>
                </a:lnTo>
                <a:lnTo>
                  <a:pt x="94367" y="867413"/>
                </a:lnTo>
                <a:lnTo>
                  <a:pt x="94882" y="846709"/>
                </a:lnTo>
                <a:lnTo>
                  <a:pt x="95333" y="826006"/>
                </a:lnTo>
                <a:lnTo>
                  <a:pt x="95728" y="805302"/>
                </a:lnTo>
                <a:lnTo>
                  <a:pt x="96075" y="784598"/>
                </a:lnTo>
                <a:lnTo>
                  <a:pt x="96364" y="763894"/>
                </a:lnTo>
                <a:lnTo>
                  <a:pt x="96577" y="743190"/>
                </a:lnTo>
                <a:lnTo>
                  <a:pt x="96693" y="722487"/>
                </a:lnTo>
                <a:lnTo>
                  <a:pt x="96693" y="701783"/>
                </a:lnTo>
                <a:lnTo>
                  <a:pt x="96577" y="681079"/>
                </a:lnTo>
                <a:lnTo>
                  <a:pt x="96364" y="660375"/>
                </a:lnTo>
                <a:lnTo>
                  <a:pt x="96075" y="639672"/>
                </a:lnTo>
                <a:lnTo>
                  <a:pt x="95728" y="618968"/>
                </a:lnTo>
                <a:lnTo>
                  <a:pt x="95333" y="598264"/>
                </a:lnTo>
                <a:lnTo>
                  <a:pt x="94882" y="577560"/>
                </a:lnTo>
                <a:lnTo>
                  <a:pt x="94367" y="556856"/>
                </a:lnTo>
                <a:lnTo>
                  <a:pt x="93778" y="536153"/>
                </a:lnTo>
                <a:lnTo>
                  <a:pt x="93108" y="515449"/>
                </a:lnTo>
                <a:lnTo>
                  <a:pt x="92351" y="494745"/>
                </a:lnTo>
                <a:lnTo>
                  <a:pt x="91500" y="474041"/>
                </a:lnTo>
                <a:lnTo>
                  <a:pt x="90549" y="453338"/>
                </a:lnTo>
                <a:lnTo>
                  <a:pt x="89498" y="432634"/>
                </a:lnTo>
                <a:lnTo>
                  <a:pt x="88368" y="411930"/>
                </a:lnTo>
                <a:lnTo>
                  <a:pt x="87183" y="391227"/>
                </a:lnTo>
                <a:lnTo>
                  <a:pt x="85966" y="370522"/>
                </a:lnTo>
                <a:lnTo>
                  <a:pt x="84731" y="349818"/>
                </a:lnTo>
                <a:lnTo>
                  <a:pt x="83451" y="329114"/>
                </a:lnTo>
                <a:lnTo>
                  <a:pt x="82089" y="308410"/>
                </a:lnTo>
                <a:lnTo>
                  <a:pt x="80609" y="287707"/>
                </a:lnTo>
                <a:lnTo>
                  <a:pt x="78977" y="267005"/>
                </a:lnTo>
                <a:lnTo>
                  <a:pt x="77184" y="246303"/>
                </a:lnTo>
                <a:lnTo>
                  <a:pt x="75232" y="225599"/>
                </a:lnTo>
                <a:lnTo>
                  <a:pt x="73120" y="204893"/>
                </a:lnTo>
                <a:lnTo>
                  <a:pt x="70849" y="184184"/>
                </a:lnTo>
                <a:lnTo>
                  <a:pt x="68426" y="163474"/>
                </a:lnTo>
                <a:lnTo>
                  <a:pt x="65863" y="142768"/>
                </a:lnTo>
                <a:lnTo>
                  <a:pt x="63168" y="122071"/>
                </a:lnTo>
                <a:lnTo>
                  <a:pt x="60353" y="101388"/>
                </a:lnTo>
                <a:lnTo>
                  <a:pt x="57411" y="80723"/>
                </a:lnTo>
                <a:lnTo>
                  <a:pt x="54325" y="60083"/>
                </a:lnTo>
                <a:lnTo>
                  <a:pt x="51080" y="39476"/>
                </a:lnTo>
                <a:lnTo>
                  <a:pt x="47658" y="18906"/>
                </a:lnTo>
                <a:lnTo>
                  <a:pt x="44351" y="0"/>
                </a:lnTo>
                <a:lnTo>
                  <a:pt x="443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>
            <a:extLst>
              <a:ext uri="{FF2B5EF4-FFF2-40B4-BE49-F238E27FC236}">
                <a16:creationId xmlns:a16="http://schemas.microsoft.com/office/drawing/2014/main" id="{2D6E49F7-2B79-314E-75FC-CAFCFCAAD64F}"/>
              </a:ext>
            </a:extLst>
          </p:cNvPr>
          <p:cNvSpPr/>
          <p:nvPr/>
        </p:nvSpPr>
        <p:spPr>
          <a:xfrm>
            <a:off x="3194247" y="694472"/>
            <a:ext cx="256304" cy="2886396"/>
          </a:xfrm>
          <a:custGeom>
            <a:avLst/>
            <a:gdLst/>
            <a:ahLst/>
            <a:cxnLst/>
            <a:rect l="0" t="0" r="0" b="0"/>
            <a:pathLst>
              <a:path w="145040" h="1633386">
                <a:moveTo>
                  <a:pt x="0" y="1633386"/>
                </a:moveTo>
                <a:lnTo>
                  <a:pt x="2325" y="1627383"/>
                </a:lnTo>
                <a:lnTo>
                  <a:pt x="9722" y="1607655"/>
                </a:lnTo>
                <a:lnTo>
                  <a:pt x="16889" y="1587813"/>
                </a:lnTo>
                <a:lnTo>
                  <a:pt x="23792" y="1567863"/>
                </a:lnTo>
                <a:lnTo>
                  <a:pt x="30407" y="1547814"/>
                </a:lnTo>
                <a:lnTo>
                  <a:pt x="36758" y="1527673"/>
                </a:lnTo>
                <a:lnTo>
                  <a:pt x="42898" y="1507449"/>
                </a:lnTo>
                <a:lnTo>
                  <a:pt x="48880" y="1487152"/>
                </a:lnTo>
                <a:lnTo>
                  <a:pt x="54752" y="1466789"/>
                </a:lnTo>
                <a:lnTo>
                  <a:pt x="60508" y="1446366"/>
                </a:lnTo>
                <a:lnTo>
                  <a:pt x="66102" y="1425889"/>
                </a:lnTo>
                <a:lnTo>
                  <a:pt x="71488" y="1405364"/>
                </a:lnTo>
                <a:lnTo>
                  <a:pt x="76620" y="1384794"/>
                </a:lnTo>
                <a:lnTo>
                  <a:pt x="81488" y="1364186"/>
                </a:lnTo>
                <a:lnTo>
                  <a:pt x="86116" y="1343547"/>
                </a:lnTo>
                <a:lnTo>
                  <a:pt x="90529" y="1322882"/>
                </a:lnTo>
                <a:lnTo>
                  <a:pt x="94752" y="1302198"/>
                </a:lnTo>
                <a:lnTo>
                  <a:pt x="98794" y="1281501"/>
                </a:lnTo>
                <a:lnTo>
                  <a:pt x="102640" y="1260795"/>
                </a:lnTo>
                <a:lnTo>
                  <a:pt x="106274" y="1240086"/>
                </a:lnTo>
                <a:lnTo>
                  <a:pt x="109681" y="1219376"/>
                </a:lnTo>
                <a:lnTo>
                  <a:pt x="112849" y="1198670"/>
                </a:lnTo>
                <a:lnTo>
                  <a:pt x="115777" y="1177967"/>
                </a:lnTo>
                <a:lnTo>
                  <a:pt x="118465" y="1157265"/>
                </a:lnTo>
                <a:lnTo>
                  <a:pt x="120913" y="1136562"/>
                </a:lnTo>
                <a:lnTo>
                  <a:pt x="123134" y="1115859"/>
                </a:lnTo>
                <a:lnTo>
                  <a:pt x="125176" y="1095156"/>
                </a:lnTo>
                <a:lnTo>
                  <a:pt x="127096" y="1074451"/>
                </a:lnTo>
                <a:lnTo>
                  <a:pt x="128949" y="1053747"/>
                </a:lnTo>
                <a:lnTo>
                  <a:pt x="130774" y="1033043"/>
                </a:lnTo>
                <a:lnTo>
                  <a:pt x="132552" y="1012339"/>
                </a:lnTo>
                <a:lnTo>
                  <a:pt x="134247" y="991636"/>
                </a:lnTo>
                <a:lnTo>
                  <a:pt x="135823" y="970932"/>
                </a:lnTo>
                <a:lnTo>
                  <a:pt x="137250" y="950228"/>
                </a:lnTo>
                <a:lnTo>
                  <a:pt x="138527" y="929524"/>
                </a:lnTo>
                <a:lnTo>
                  <a:pt x="139663" y="908821"/>
                </a:lnTo>
                <a:lnTo>
                  <a:pt x="140667" y="888117"/>
                </a:lnTo>
                <a:lnTo>
                  <a:pt x="141550" y="867413"/>
                </a:lnTo>
                <a:lnTo>
                  <a:pt x="142323" y="846709"/>
                </a:lnTo>
                <a:lnTo>
                  <a:pt x="143000" y="826006"/>
                </a:lnTo>
                <a:lnTo>
                  <a:pt x="143593" y="805302"/>
                </a:lnTo>
                <a:lnTo>
                  <a:pt x="144112" y="784598"/>
                </a:lnTo>
                <a:lnTo>
                  <a:pt x="144547" y="763894"/>
                </a:lnTo>
                <a:lnTo>
                  <a:pt x="144866" y="743190"/>
                </a:lnTo>
                <a:lnTo>
                  <a:pt x="145040" y="722487"/>
                </a:lnTo>
                <a:lnTo>
                  <a:pt x="145040" y="701783"/>
                </a:lnTo>
                <a:lnTo>
                  <a:pt x="144866" y="681079"/>
                </a:lnTo>
                <a:lnTo>
                  <a:pt x="144547" y="660375"/>
                </a:lnTo>
                <a:lnTo>
                  <a:pt x="144112" y="639672"/>
                </a:lnTo>
                <a:lnTo>
                  <a:pt x="143593" y="618968"/>
                </a:lnTo>
                <a:lnTo>
                  <a:pt x="143000" y="598264"/>
                </a:lnTo>
                <a:lnTo>
                  <a:pt x="142323" y="577560"/>
                </a:lnTo>
                <a:lnTo>
                  <a:pt x="141550" y="556856"/>
                </a:lnTo>
                <a:lnTo>
                  <a:pt x="140667" y="536153"/>
                </a:lnTo>
                <a:lnTo>
                  <a:pt x="139663" y="515449"/>
                </a:lnTo>
                <a:lnTo>
                  <a:pt x="138527" y="494745"/>
                </a:lnTo>
                <a:lnTo>
                  <a:pt x="137250" y="474041"/>
                </a:lnTo>
                <a:lnTo>
                  <a:pt x="135823" y="453338"/>
                </a:lnTo>
                <a:lnTo>
                  <a:pt x="134247" y="432634"/>
                </a:lnTo>
                <a:lnTo>
                  <a:pt x="132552" y="411930"/>
                </a:lnTo>
                <a:lnTo>
                  <a:pt x="130774" y="391227"/>
                </a:lnTo>
                <a:lnTo>
                  <a:pt x="128949" y="370522"/>
                </a:lnTo>
                <a:lnTo>
                  <a:pt x="127096" y="349818"/>
                </a:lnTo>
                <a:lnTo>
                  <a:pt x="125176" y="329114"/>
                </a:lnTo>
                <a:lnTo>
                  <a:pt x="123134" y="308410"/>
                </a:lnTo>
                <a:lnTo>
                  <a:pt x="120913" y="287707"/>
                </a:lnTo>
                <a:lnTo>
                  <a:pt x="118465" y="267005"/>
                </a:lnTo>
                <a:lnTo>
                  <a:pt x="115777" y="246303"/>
                </a:lnTo>
                <a:lnTo>
                  <a:pt x="112849" y="225599"/>
                </a:lnTo>
                <a:lnTo>
                  <a:pt x="109681" y="204893"/>
                </a:lnTo>
                <a:lnTo>
                  <a:pt x="106274" y="184184"/>
                </a:lnTo>
                <a:lnTo>
                  <a:pt x="102640" y="163474"/>
                </a:lnTo>
                <a:lnTo>
                  <a:pt x="98794" y="142768"/>
                </a:lnTo>
                <a:lnTo>
                  <a:pt x="94752" y="122071"/>
                </a:lnTo>
                <a:lnTo>
                  <a:pt x="90529" y="101388"/>
                </a:lnTo>
                <a:lnTo>
                  <a:pt x="86116" y="80723"/>
                </a:lnTo>
                <a:lnTo>
                  <a:pt x="81488" y="60083"/>
                </a:lnTo>
                <a:lnTo>
                  <a:pt x="76620" y="39476"/>
                </a:lnTo>
                <a:lnTo>
                  <a:pt x="71488" y="18906"/>
                </a:lnTo>
                <a:lnTo>
                  <a:pt x="66527" y="0"/>
                </a:lnTo>
                <a:lnTo>
                  <a:pt x="66527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>
            <a:extLst>
              <a:ext uri="{FF2B5EF4-FFF2-40B4-BE49-F238E27FC236}">
                <a16:creationId xmlns:a16="http://schemas.microsoft.com/office/drawing/2014/main" id="{0AB673FF-DC09-157B-787B-283030328231}"/>
              </a:ext>
            </a:extLst>
          </p:cNvPr>
          <p:cNvSpPr/>
          <p:nvPr/>
        </p:nvSpPr>
        <p:spPr>
          <a:xfrm>
            <a:off x="1280016" y="3159762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>
            <a:extLst>
              <a:ext uri="{FF2B5EF4-FFF2-40B4-BE49-F238E27FC236}">
                <a16:creationId xmlns:a16="http://schemas.microsoft.com/office/drawing/2014/main" id="{7111C8F1-C55B-09C2-01B4-84ACEA35154B}"/>
              </a:ext>
            </a:extLst>
          </p:cNvPr>
          <p:cNvSpPr/>
          <p:nvPr/>
        </p:nvSpPr>
        <p:spPr>
          <a:xfrm>
            <a:off x="1280016" y="2556576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>
            <a:extLst>
              <a:ext uri="{FF2B5EF4-FFF2-40B4-BE49-F238E27FC236}">
                <a16:creationId xmlns:a16="http://schemas.microsoft.com/office/drawing/2014/main" id="{1CE6414F-CAD9-10CD-BE16-D89FBC7CF102}"/>
              </a:ext>
            </a:extLst>
          </p:cNvPr>
          <p:cNvSpPr/>
          <p:nvPr/>
        </p:nvSpPr>
        <p:spPr>
          <a:xfrm>
            <a:off x="1280016" y="1952903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2101" y="0"/>
                </a:lnTo>
                <a:lnTo>
                  <a:pt x="30390" y="0"/>
                </a:lnTo>
                <a:lnTo>
                  <a:pt x="48679" y="0"/>
                </a:lnTo>
                <a:lnTo>
                  <a:pt x="66968" y="0"/>
                </a:lnTo>
                <a:lnTo>
                  <a:pt x="85257" y="0"/>
                </a:lnTo>
                <a:lnTo>
                  <a:pt x="103545" y="0"/>
                </a:lnTo>
                <a:lnTo>
                  <a:pt x="121834" y="0"/>
                </a:lnTo>
                <a:lnTo>
                  <a:pt x="140123" y="0"/>
                </a:lnTo>
                <a:lnTo>
                  <a:pt x="158412" y="0"/>
                </a:lnTo>
                <a:lnTo>
                  <a:pt x="176701" y="0"/>
                </a:lnTo>
                <a:lnTo>
                  <a:pt x="194990" y="0"/>
                </a:lnTo>
                <a:lnTo>
                  <a:pt x="213279" y="0"/>
                </a:lnTo>
                <a:lnTo>
                  <a:pt x="231567" y="0"/>
                </a:lnTo>
                <a:lnTo>
                  <a:pt x="249856" y="0"/>
                </a:lnTo>
                <a:lnTo>
                  <a:pt x="268145" y="0"/>
                </a:lnTo>
                <a:lnTo>
                  <a:pt x="286434" y="0"/>
                </a:lnTo>
                <a:lnTo>
                  <a:pt x="304723" y="0"/>
                </a:lnTo>
                <a:lnTo>
                  <a:pt x="323012" y="0"/>
                </a:lnTo>
                <a:lnTo>
                  <a:pt x="341300" y="0"/>
                </a:lnTo>
                <a:lnTo>
                  <a:pt x="359589" y="0"/>
                </a:lnTo>
                <a:lnTo>
                  <a:pt x="377878" y="0"/>
                </a:lnTo>
                <a:lnTo>
                  <a:pt x="396167" y="0"/>
                </a:lnTo>
                <a:lnTo>
                  <a:pt x="414456" y="0"/>
                </a:lnTo>
                <a:lnTo>
                  <a:pt x="432745" y="0"/>
                </a:lnTo>
                <a:lnTo>
                  <a:pt x="451034" y="0"/>
                </a:lnTo>
                <a:lnTo>
                  <a:pt x="469322" y="0"/>
                </a:lnTo>
                <a:lnTo>
                  <a:pt x="487611" y="0"/>
                </a:lnTo>
                <a:lnTo>
                  <a:pt x="505900" y="0"/>
                </a:lnTo>
                <a:lnTo>
                  <a:pt x="524189" y="0"/>
                </a:lnTo>
                <a:lnTo>
                  <a:pt x="542478" y="0"/>
                </a:lnTo>
                <a:lnTo>
                  <a:pt x="560767" y="0"/>
                </a:lnTo>
                <a:lnTo>
                  <a:pt x="579056" y="0"/>
                </a:lnTo>
                <a:lnTo>
                  <a:pt x="597344" y="0"/>
                </a:lnTo>
                <a:lnTo>
                  <a:pt x="615633" y="0"/>
                </a:lnTo>
                <a:lnTo>
                  <a:pt x="633922" y="0"/>
                </a:lnTo>
                <a:lnTo>
                  <a:pt x="652211" y="0"/>
                </a:lnTo>
                <a:lnTo>
                  <a:pt x="670500" y="0"/>
                </a:lnTo>
                <a:lnTo>
                  <a:pt x="688789" y="0"/>
                </a:lnTo>
                <a:lnTo>
                  <a:pt x="707078" y="0"/>
                </a:lnTo>
                <a:lnTo>
                  <a:pt x="725366" y="0"/>
                </a:lnTo>
                <a:lnTo>
                  <a:pt x="743655" y="0"/>
                </a:lnTo>
                <a:lnTo>
                  <a:pt x="761944" y="0"/>
                </a:lnTo>
                <a:lnTo>
                  <a:pt x="780233" y="0"/>
                </a:lnTo>
                <a:lnTo>
                  <a:pt x="798522" y="0"/>
                </a:lnTo>
                <a:lnTo>
                  <a:pt x="816811" y="0"/>
                </a:lnTo>
                <a:lnTo>
                  <a:pt x="835100" y="0"/>
                </a:lnTo>
                <a:lnTo>
                  <a:pt x="853388" y="0"/>
                </a:lnTo>
                <a:lnTo>
                  <a:pt x="871677" y="0"/>
                </a:lnTo>
                <a:lnTo>
                  <a:pt x="889966" y="0"/>
                </a:lnTo>
                <a:lnTo>
                  <a:pt x="908255" y="0"/>
                </a:lnTo>
                <a:lnTo>
                  <a:pt x="926544" y="0"/>
                </a:lnTo>
                <a:lnTo>
                  <a:pt x="944833" y="0"/>
                </a:lnTo>
                <a:lnTo>
                  <a:pt x="963122" y="0"/>
                </a:lnTo>
                <a:lnTo>
                  <a:pt x="981410" y="0"/>
                </a:lnTo>
                <a:lnTo>
                  <a:pt x="999699" y="0"/>
                </a:lnTo>
                <a:lnTo>
                  <a:pt x="1017988" y="0"/>
                </a:lnTo>
                <a:lnTo>
                  <a:pt x="1036277" y="0"/>
                </a:lnTo>
                <a:lnTo>
                  <a:pt x="1054566" y="0"/>
                </a:lnTo>
                <a:lnTo>
                  <a:pt x="1072855" y="0"/>
                </a:lnTo>
                <a:lnTo>
                  <a:pt x="1091143" y="0"/>
                </a:lnTo>
                <a:lnTo>
                  <a:pt x="1109432" y="0"/>
                </a:lnTo>
                <a:lnTo>
                  <a:pt x="1127721" y="0"/>
                </a:lnTo>
                <a:lnTo>
                  <a:pt x="1146010" y="0"/>
                </a:lnTo>
                <a:lnTo>
                  <a:pt x="1164299" y="0"/>
                </a:lnTo>
                <a:lnTo>
                  <a:pt x="1182588" y="0"/>
                </a:lnTo>
                <a:lnTo>
                  <a:pt x="1200877" y="0"/>
                </a:lnTo>
                <a:lnTo>
                  <a:pt x="1219165" y="0"/>
                </a:lnTo>
                <a:lnTo>
                  <a:pt x="1237454" y="0"/>
                </a:lnTo>
                <a:lnTo>
                  <a:pt x="1255743" y="0"/>
                </a:lnTo>
                <a:lnTo>
                  <a:pt x="1274032" y="0"/>
                </a:lnTo>
                <a:lnTo>
                  <a:pt x="1292321" y="0"/>
                </a:lnTo>
                <a:lnTo>
                  <a:pt x="1310610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>
            <a:extLst>
              <a:ext uri="{FF2B5EF4-FFF2-40B4-BE49-F238E27FC236}">
                <a16:creationId xmlns:a16="http://schemas.microsoft.com/office/drawing/2014/main" id="{5F93D4A8-2F98-D27B-2183-FD49F1EF20B1}"/>
              </a:ext>
            </a:extLst>
          </p:cNvPr>
          <p:cNvSpPr/>
          <p:nvPr/>
        </p:nvSpPr>
        <p:spPr>
          <a:xfrm>
            <a:off x="1280016" y="1349232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>
            <a:extLst>
              <a:ext uri="{FF2B5EF4-FFF2-40B4-BE49-F238E27FC236}">
                <a16:creationId xmlns:a16="http://schemas.microsoft.com/office/drawing/2014/main" id="{1EE42CD0-B736-DDF1-CD5F-8E4397B0B2D7}"/>
              </a:ext>
            </a:extLst>
          </p:cNvPr>
          <p:cNvSpPr/>
          <p:nvPr/>
        </p:nvSpPr>
        <p:spPr>
          <a:xfrm>
            <a:off x="1280016" y="746048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g15">
            <a:extLst>
              <a:ext uri="{FF2B5EF4-FFF2-40B4-BE49-F238E27FC236}">
                <a16:creationId xmlns:a16="http://schemas.microsoft.com/office/drawing/2014/main" id="{A7640CDF-4950-5D6F-D7BC-30FB4C359A26}"/>
              </a:ext>
            </a:extLst>
          </p:cNvPr>
          <p:cNvSpPr/>
          <p:nvPr/>
        </p:nvSpPr>
        <p:spPr>
          <a:xfrm>
            <a:off x="2632199" y="1981581"/>
            <a:ext cx="288345" cy="325105"/>
          </a:xfrm>
          <a:custGeom>
            <a:avLst/>
            <a:gdLst/>
            <a:ahLst/>
            <a:cxnLst/>
            <a:rect l="0" t="0" r="0" b="0"/>
            <a:pathLst>
              <a:path w="163172" h="183974">
                <a:moveTo>
                  <a:pt x="69342" y="0"/>
                </a:moveTo>
                <a:lnTo>
                  <a:pt x="71883" y="1875"/>
                </a:lnTo>
                <a:lnTo>
                  <a:pt x="126296" y="36671"/>
                </a:lnTo>
                <a:lnTo>
                  <a:pt x="127200" y="46580"/>
                </a:lnTo>
                <a:lnTo>
                  <a:pt x="148582" y="63655"/>
                </a:lnTo>
                <a:lnTo>
                  <a:pt x="141267" y="84701"/>
                </a:lnTo>
                <a:lnTo>
                  <a:pt x="141977" y="94381"/>
                </a:lnTo>
                <a:lnTo>
                  <a:pt x="151491" y="100604"/>
                </a:lnTo>
                <a:lnTo>
                  <a:pt x="151850" y="105045"/>
                </a:lnTo>
                <a:lnTo>
                  <a:pt x="147484" y="115360"/>
                </a:lnTo>
                <a:lnTo>
                  <a:pt x="148228" y="120551"/>
                </a:lnTo>
                <a:lnTo>
                  <a:pt x="147049" y="128711"/>
                </a:lnTo>
                <a:lnTo>
                  <a:pt x="152027" y="139418"/>
                </a:lnTo>
                <a:lnTo>
                  <a:pt x="157774" y="156260"/>
                </a:lnTo>
                <a:lnTo>
                  <a:pt x="163172" y="159995"/>
                </a:lnTo>
                <a:lnTo>
                  <a:pt x="150920" y="169898"/>
                </a:lnTo>
                <a:lnTo>
                  <a:pt x="134301" y="176531"/>
                </a:lnTo>
                <a:lnTo>
                  <a:pt x="125310" y="176251"/>
                </a:lnTo>
                <a:lnTo>
                  <a:pt x="119800" y="181374"/>
                </a:lnTo>
                <a:lnTo>
                  <a:pt x="109346" y="181815"/>
                </a:lnTo>
                <a:lnTo>
                  <a:pt x="105362" y="183974"/>
                </a:lnTo>
                <a:lnTo>
                  <a:pt x="87490" y="179161"/>
                </a:lnTo>
                <a:lnTo>
                  <a:pt x="76163" y="180542"/>
                </a:lnTo>
                <a:lnTo>
                  <a:pt x="72603" y="157312"/>
                </a:lnTo>
                <a:lnTo>
                  <a:pt x="67707" y="149347"/>
                </a:lnTo>
                <a:lnTo>
                  <a:pt x="64797" y="144624"/>
                </a:lnTo>
                <a:lnTo>
                  <a:pt x="50138" y="141437"/>
                </a:lnTo>
                <a:lnTo>
                  <a:pt x="41719" y="136309"/>
                </a:lnTo>
                <a:lnTo>
                  <a:pt x="32225" y="133434"/>
                </a:lnTo>
                <a:lnTo>
                  <a:pt x="26289" y="130574"/>
                </a:lnTo>
                <a:lnTo>
                  <a:pt x="20091" y="126225"/>
                </a:lnTo>
                <a:lnTo>
                  <a:pt x="12342" y="104703"/>
                </a:lnTo>
                <a:lnTo>
                  <a:pt x="3760" y="95139"/>
                </a:lnTo>
                <a:lnTo>
                  <a:pt x="890" y="85232"/>
                </a:lnTo>
                <a:lnTo>
                  <a:pt x="2515" y="76350"/>
                </a:lnTo>
                <a:lnTo>
                  <a:pt x="0" y="60635"/>
                </a:lnTo>
                <a:lnTo>
                  <a:pt x="6241" y="59822"/>
                </a:lnTo>
                <a:lnTo>
                  <a:pt x="11782" y="53635"/>
                </a:lnTo>
                <a:lnTo>
                  <a:pt x="17747" y="44726"/>
                </a:lnTo>
                <a:lnTo>
                  <a:pt x="21504" y="41152"/>
                </a:lnTo>
                <a:lnTo>
                  <a:pt x="21419" y="35601"/>
                </a:lnTo>
                <a:lnTo>
                  <a:pt x="18207" y="31729"/>
                </a:lnTo>
                <a:lnTo>
                  <a:pt x="17389" y="25003"/>
                </a:lnTo>
                <a:lnTo>
                  <a:pt x="21759" y="22841"/>
                </a:lnTo>
                <a:lnTo>
                  <a:pt x="22699" y="12791"/>
                </a:lnTo>
                <a:lnTo>
                  <a:pt x="16757" y="3154"/>
                </a:lnTo>
                <a:lnTo>
                  <a:pt x="22057" y="1102"/>
                </a:lnTo>
                <a:lnTo>
                  <a:pt x="38596" y="1321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g16">
            <a:extLst>
              <a:ext uri="{FF2B5EF4-FFF2-40B4-BE49-F238E27FC236}">
                <a16:creationId xmlns:a16="http://schemas.microsoft.com/office/drawing/2014/main" id="{EF674A55-749D-1150-E8A2-53CE85AE3F33}"/>
              </a:ext>
            </a:extLst>
          </p:cNvPr>
          <p:cNvSpPr/>
          <p:nvPr/>
        </p:nvSpPr>
        <p:spPr>
          <a:xfrm>
            <a:off x="1404721" y="1118143"/>
            <a:ext cx="222750" cy="200915"/>
          </a:xfrm>
          <a:custGeom>
            <a:avLst/>
            <a:gdLst/>
            <a:ahLst/>
            <a:cxnLst/>
            <a:rect l="0" t="0" r="0" b="0"/>
            <a:pathLst>
              <a:path w="126052" h="113696">
                <a:moveTo>
                  <a:pt x="126052" y="0"/>
                </a:moveTo>
                <a:lnTo>
                  <a:pt x="126036" y="1143"/>
                </a:lnTo>
                <a:lnTo>
                  <a:pt x="125689" y="4452"/>
                </a:lnTo>
                <a:lnTo>
                  <a:pt x="125161" y="30322"/>
                </a:lnTo>
                <a:lnTo>
                  <a:pt x="77096" y="29429"/>
                </a:lnTo>
                <a:lnTo>
                  <a:pt x="76601" y="73132"/>
                </a:lnTo>
                <a:lnTo>
                  <a:pt x="62766" y="74665"/>
                </a:lnTo>
                <a:lnTo>
                  <a:pt x="58974" y="83438"/>
                </a:lnTo>
                <a:lnTo>
                  <a:pt x="61273" y="108105"/>
                </a:lnTo>
                <a:lnTo>
                  <a:pt x="3373" y="107998"/>
                </a:lnTo>
                <a:lnTo>
                  <a:pt x="0" y="113696"/>
                </a:lnTo>
                <a:lnTo>
                  <a:pt x="821" y="106478"/>
                </a:lnTo>
                <a:lnTo>
                  <a:pt x="1079" y="106505"/>
                </a:lnTo>
                <a:lnTo>
                  <a:pt x="34402" y="105141"/>
                </a:lnTo>
                <a:lnTo>
                  <a:pt x="36316" y="98986"/>
                </a:lnTo>
                <a:lnTo>
                  <a:pt x="42538" y="91313"/>
                </a:lnTo>
                <a:lnTo>
                  <a:pt x="47947" y="67727"/>
                </a:lnTo>
                <a:lnTo>
                  <a:pt x="68823" y="49296"/>
                </a:lnTo>
                <a:lnTo>
                  <a:pt x="76238" y="27763"/>
                </a:lnTo>
                <a:lnTo>
                  <a:pt x="80846" y="26512"/>
                </a:lnTo>
                <a:lnTo>
                  <a:pt x="85939" y="13202"/>
                </a:lnTo>
                <a:lnTo>
                  <a:pt x="98277" y="11368"/>
                </a:lnTo>
                <a:lnTo>
                  <a:pt x="103514" y="13586"/>
                </a:lnTo>
                <a:lnTo>
                  <a:pt x="110151" y="13586"/>
                </a:lnTo>
                <a:lnTo>
                  <a:pt x="114942" y="9700"/>
                </a:lnTo>
                <a:lnTo>
                  <a:pt x="123983" y="9150"/>
                </a:lnTo>
                <a:lnTo>
                  <a:pt x="123832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g17">
            <a:extLst>
              <a:ext uri="{FF2B5EF4-FFF2-40B4-BE49-F238E27FC236}">
                <a16:creationId xmlns:a16="http://schemas.microsoft.com/office/drawing/2014/main" id="{4DFDBD09-F396-1075-2CC1-4C758AF3756D}"/>
              </a:ext>
            </a:extLst>
          </p:cNvPr>
          <p:cNvSpPr/>
          <p:nvPr/>
        </p:nvSpPr>
        <p:spPr>
          <a:xfrm>
            <a:off x="2175051" y="1794255"/>
            <a:ext cx="506698" cy="558796"/>
          </a:xfrm>
          <a:custGeom>
            <a:avLst/>
            <a:gdLst/>
            <a:ahLst/>
            <a:cxnLst/>
            <a:rect l="0" t="0" r="0" b="0"/>
            <a:pathLst>
              <a:path w="286736" h="316218">
                <a:moveTo>
                  <a:pt x="258694" y="166639"/>
                </a:moveTo>
                <a:lnTo>
                  <a:pt x="261210" y="182353"/>
                </a:lnTo>
                <a:lnTo>
                  <a:pt x="259584" y="191236"/>
                </a:lnTo>
                <a:lnTo>
                  <a:pt x="262454" y="201143"/>
                </a:lnTo>
                <a:lnTo>
                  <a:pt x="271036" y="210707"/>
                </a:lnTo>
                <a:lnTo>
                  <a:pt x="278785" y="232229"/>
                </a:lnTo>
                <a:lnTo>
                  <a:pt x="272894" y="230491"/>
                </a:lnTo>
                <a:lnTo>
                  <a:pt x="252643" y="233374"/>
                </a:lnTo>
                <a:lnTo>
                  <a:pt x="248576" y="235416"/>
                </a:lnTo>
                <a:lnTo>
                  <a:pt x="244090" y="246319"/>
                </a:lnTo>
                <a:lnTo>
                  <a:pt x="247305" y="253852"/>
                </a:lnTo>
                <a:lnTo>
                  <a:pt x="244204" y="274075"/>
                </a:lnTo>
                <a:lnTo>
                  <a:pt x="241937" y="291220"/>
                </a:lnTo>
                <a:lnTo>
                  <a:pt x="245910" y="294259"/>
                </a:lnTo>
                <a:lnTo>
                  <a:pt x="256212" y="300906"/>
                </a:lnTo>
                <a:lnTo>
                  <a:pt x="260410" y="297800"/>
                </a:lnTo>
                <a:lnTo>
                  <a:pt x="261133" y="316218"/>
                </a:lnTo>
                <a:lnTo>
                  <a:pt x="249680" y="316077"/>
                </a:lnTo>
                <a:lnTo>
                  <a:pt x="243797" y="306677"/>
                </a:lnTo>
                <a:lnTo>
                  <a:pt x="238472" y="299398"/>
                </a:lnTo>
                <a:lnTo>
                  <a:pt x="227048" y="297012"/>
                </a:lnTo>
                <a:lnTo>
                  <a:pt x="223901" y="288061"/>
                </a:lnTo>
                <a:lnTo>
                  <a:pt x="214607" y="293454"/>
                </a:lnTo>
                <a:lnTo>
                  <a:pt x="202656" y="291071"/>
                </a:lnTo>
                <a:lnTo>
                  <a:pt x="197816" y="283316"/>
                </a:lnTo>
                <a:lnTo>
                  <a:pt x="188324" y="281741"/>
                </a:lnTo>
                <a:lnTo>
                  <a:pt x="181284" y="282153"/>
                </a:lnTo>
                <a:lnTo>
                  <a:pt x="180530" y="276844"/>
                </a:lnTo>
                <a:lnTo>
                  <a:pt x="175362" y="276414"/>
                </a:lnTo>
                <a:lnTo>
                  <a:pt x="168547" y="275407"/>
                </a:lnTo>
                <a:lnTo>
                  <a:pt x="159203" y="277965"/>
                </a:lnTo>
                <a:lnTo>
                  <a:pt x="152690" y="277545"/>
                </a:lnTo>
                <a:lnTo>
                  <a:pt x="148947" y="279112"/>
                </a:lnTo>
                <a:lnTo>
                  <a:pt x="150099" y="258786"/>
                </a:lnTo>
                <a:lnTo>
                  <a:pt x="145187" y="252448"/>
                </a:lnTo>
                <a:lnTo>
                  <a:pt x="144239" y="241943"/>
                </a:lnTo>
                <a:lnTo>
                  <a:pt x="146597" y="231647"/>
                </a:lnTo>
                <a:lnTo>
                  <a:pt x="143634" y="225057"/>
                </a:lnTo>
                <a:lnTo>
                  <a:pt x="143490" y="214309"/>
                </a:lnTo>
                <a:lnTo>
                  <a:pt x="125229" y="214459"/>
                </a:lnTo>
                <a:lnTo>
                  <a:pt x="126608" y="208305"/>
                </a:lnTo>
                <a:lnTo>
                  <a:pt x="118928" y="208369"/>
                </a:lnTo>
                <a:lnTo>
                  <a:pt x="118085" y="211329"/>
                </a:lnTo>
                <a:lnTo>
                  <a:pt x="108744" y="211996"/>
                </a:lnTo>
                <a:lnTo>
                  <a:pt x="104862" y="221950"/>
                </a:lnTo>
                <a:lnTo>
                  <a:pt x="102560" y="226221"/>
                </a:lnTo>
                <a:lnTo>
                  <a:pt x="94275" y="223809"/>
                </a:lnTo>
                <a:lnTo>
                  <a:pt x="89286" y="226211"/>
                </a:lnTo>
                <a:lnTo>
                  <a:pt x="79325" y="227593"/>
                </a:lnTo>
                <a:lnTo>
                  <a:pt x="73653" y="218662"/>
                </a:lnTo>
                <a:lnTo>
                  <a:pt x="70247" y="213138"/>
                </a:lnTo>
                <a:lnTo>
                  <a:pt x="66017" y="202896"/>
                </a:lnTo>
                <a:lnTo>
                  <a:pt x="62405" y="190168"/>
                </a:lnTo>
                <a:lnTo>
                  <a:pt x="17964" y="189942"/>
                </a:lnTo>
                <a:lnTo>
                  <a:pt x="12669" y="191994"/>
                </a:lnTo>
                <a:lnTo>
                  <a:pt x="8308" y="191674"/>
                </a:lnTo>
                <a:lnTo>
                  <a:pt x="2079" y="193970"/>
                </a:lnTo>
                <a:lnTo>
                  <a:pt x="0" y="188672"/>
                </a:lnTo>
                <a:lnTo>
                  <a:pt x="3841" y="186868"/>
                </a:lnTo>
                <a:lnTo>
                  <a:pt x="4354" y="179422"/>
                </a:lnTo>
                <a:lnTo>
                  <a:pt x="6843" y="175031"/>
                </a:lnTo>
                <a:lnTo>
                  <a:pt x="12345" y="171441"/>
                </a:lnTo>
                <a:lnTo>
                  <a:pt x="16295" y="173181"/>
                </a:lnTo>
                <a:lnTo>
                  <a:pt x="21484" y="166642"/>
                </a:lnTo>
                <a:lnTo>
                  <a:pt x="29693" y="166810"/>
                </a:lnTo>
                <a:lnTo>
                  <a:pt x="30630" y="171646"/>
                </a:lnTo>
                <a:lnTo>
                  <a:pt x="36241" y="174671"/>
                </a:lnTo>
                <a:lnTo>
                  <a:pt x="45173" y="163967"/>
                </a:lnTo>
                <a:lnTo>
                  <a:pt x="54003" y="155625"/>
                </a:lnTo>
                <a:lnTo>
                  <a:pt x="57844" y="150159"/>
                </a:lnTo>
                <a:lnTo>
                  <a:pt x="57410" y="136106"/>
                </a:lnTo>
                <a:lnTo>
                  <a:pt x="64025" y="119513"/>
                </a:lnTo>
                <a:lnTo>
                  <a:pt x="70962" y="110714"/>
                </a:lnTo>
                <a:lnTo>
                  <a:pt x="80912" y="102482"/>
                </a:lnTo>
                <a:lnTo>
                  <a:pt x="82653" y="97033"/>
                </a:lnTo>
                <a:lnTo>
                  <a:pt x="83032" y="90769"/>
                </a:lnTo>
                <a:lnTo>
                  <a:pt x="85490" y="84842"/>
                </a:lnTo>
                <a:lnTo>
                  <a:pt x="84688" y="75162"/>
                </a:lnTo>
                <a:lnTo>
                  <a:pt x="86528" y="60025"/>
                </a:lnTo>
                <a:lnTo>
                  <a:pt x="89433" y="49369"/>
                </a:lnTo>
                <a:lnTo>
                  <a:pt x="93904" y="40235"/>
                </a:lnTo>
                <a:lnTo>
                  <a:pt x="94737" y="29920"/>
                </a:lnTo>
                <a:lnTo>
                  <a:pt x="96012" y="18008"/>
                </a:lnTo>
                <a:lnTo>
                  <a:pt x="101815" y="9335"/>
                </a:lnTo>
                <a:lnTo>
                  <a:pt x="109839" y="3835"/>
                </a:lnTo>
                <a:lnTo>
                  <a:pt x="122287" y="9640"/>
                </a:lnTo>
                <a:lnTo>
                  <a:pt x="131938" y="15941"/>
                </a:lnTo>
                <a:lnTo>
                  <a:pt x="142978" y="17622"/>
                </a:lnTo>
                <a:lnTo>
                  <a:pt x="154250" y="20956"/>
                </a:lnTo>
                <a:lnTo>
                  <a:pt x="158666" y="10641"/>
                </a:lnTo>
                <a:lnTo>
                  <a:pt x="160723" y="9325"/>
                </a:lnTo>
                <a:lnTo>
                  <a:pt x="167607" y="11040"/>
                </a:lnTo>
                <a:lnTo>
                  <a:pt x="184297" y="2516"/>
                </a:lnTo>
                <a:lnTo>
                  <a:pt x="190279" y="6129"/>
                </a:lnTo>
                <a:lnTo>
                  <a:pt x="195153" y="5616"/>
                </a:lnTo>
                <a:lnTo>
                  <a:pt x="197368" y="1463"/>
                </a:lnTo>
                <a:lnTo>
                  <a:pt x="202951" y="0"/>
                </a:lnTo>
                <a:lnTo>
                  <a:pt x="214305" y="1797"/>
                </a:lnTo>
                <a:lnTo>
                  <a:pt x="223972" y="2190"/>
                </a:lnTo>
                <a:lnTo>
                  <a:pt x="228924" y="378"/>
                </a:lnTo>
                <a:lnTo>
                  <a:pt x="238215" y="14478"/>
                </a:lnTo>
                <a:lnTo>
                  <a:pt x="245005" y="16549"/>
                </a:lnTo>
                <a:lnTo>
                  <a:pt x="249007" y="13681"/>
                </a:lnTo>
                <a:lnTo>
                  <a:pt x="255989" y="14805"/>
                </a:lnTo>
                <a:lnTo>
                  <a:pt x="264340" y="11192"/>
                </a:lnTo>
                <a:lnTo>
                  <a:pt x="268005" y="18487"/>
                </a:lnTo>
                <a:lnTo>
                  <a:pt x="281402" y="29838"/>
                </a:lnTo>
                <a:lnTo>
                  <a:pt x="280673" y="49810"/>
                </a:lnTo>
                <a:lnTo>
                  <a:pt x="286736" y="52123"/>
                </a:lnTo>
                <a:lnTo>
                  <a:pt x="281929" y="58188"/>
                </a:lnTo>
                <a:lnTo>
                  <a:pt x="276160" y="62724"/>
                </a:lnTo>
                <a:lnTo>
                  <a:pt x="270433" y="71632"/>
                </a:lnTo>
                <a:lnTo>
                  <a:pt x="267283" y="79573"/>
                </a:lnTo>
                <a:lnTo>
                  <a:pt x="266443" y="93284"/>
                </a:lnTo>
                <a:lnTo>
                  <a:pt x="262939" y="99810"/>
                </a:lnTo>
                <a:lnTo>
                  <a:pt x="262769" y="112687"/>
                </a:lnTo>
                <a:lnTo>
                  <a:pt x="258407" y="117448"/>
                </a:lnTo>
                <a:lnTo>
                  <a:pt x="257785" y="127612"/>
                </a:lnTo>
                <a:lnTo>
                  <a:pt x="255704" y="128929"/>
                </a:lnTo>
                <a:lnTo>
                  <a:pt x="254235" y="138273"/>
                </a:lnTo>
                <a:lnTo>
                  <a:pt x="257956" y="146039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g18">
            <a:extLst>
              <a:ext uri="{FF2B5EF4-FFF2-40B4-BE49-F238E27FC236}">
                <a16:creationId xmlns:a16="http://schemas.microsoft.com/office/drawing/2014/main" id="{E696DFD5-6FFB-AD19-F20D-70C01B388CDB}"/>
              </a:ext>
            </a:extLst>
          </p:cNvPr>
          <p:cNvSpPr/>
          <p:nvPr/>
        </p:nvSpPr>
        <p:spPr>
          <a:xfrm>
            <a:off x="2942961" y="1589960"/>
            <a:ext cx="262789" cy="413753"/>
          </a:xfrm>
          <a:custGeom>
            <a:avLst/>
            <a:gdLst/>
            <a:ahLst/>
            <a:cxnLst/>
            <a:rect l="0" t="0" r="0" b="0"/>
            <a:pathLst>
              <a:path w="148710" h="234139">
                <a:moveTo>
                  <a:pt x="9298" y="234139"/>
                </a:moveTo>
                <a:lnTo>
                  <a:pt x="450" y="220048"/>
                </a:lnTo>
                <a:lnTo>
                  <a:pt x="0" y="157826"/>
                </a:lnTo>
                <a:lnTo>
                  <a:pt x="12913" y="138450"/>
                </a:lnTo>
                <a:lnTo>
                  <a:pt x="16950" y="133066"/>
                </a:lnTo>
                <a:lnTo>
                  <a:pt x="26608" y="132751"/>
                </a:lnTo>
                <a:lnTo>
                  <a:pt x="39826" y="120710"/>
                </a:lnTo>
                <a:lnTo>
                  <a:pt x="59441" y="119957"/>
                </a:lnTo>
                <a:lnTo>
                  <a:pt x="100786" y="68692"/>
                </a:lnTo>
                <a:lnTo>
                  <a:pt x="110848" y="54436"/>
                </a:lnTo>
                <a:lnTo>
                  <a:pt x="117290" y="43946"/>
                </a:lnTo>
                <a:lnTo>
                  <a:pt x="116981" y="35034"/>
                </a:lnTo>
                <a:lnTo>
                  <a:pt x="116333" y="17803"/>
                </a:lnTo>
                <a:lnTo>
                  <a:pt x="116099" y="10767"/>
                </a:lnTo>
                <a:lnTo>
                  <a:pt x="116181" y="10487"/>
                </a:lnTo>
                <a:lnTo>
                  <a:pt x="120960" y="10151"/>
                </a:lnTo>
                <a:lnTo>
                  <a:pt x="127764" y="7613"/>
                </a:lnTo>
                <a:lnTo>
                  <a:pt x="135640" y="5894"/>
                </a:lnTo>
                <a:lnTo>
                  <a:pt x="142473" y="46"/>
                </a:lnTo>
                <a:lnTo>
                  <a:pt x="148155" y="0"/>
                </a:lnTo>
                <a:lnTo>
                  <a:pt x="148710" y="4722"/>
                </a:lnTo>
                <a:lnTo>
                  <a:pt x="147759" y="14657"/>
                </a:lnTo>
                <a:lnTo>
                  <a:pt x="148186" y="23635"/>
                </a:lnTo>
                <a:lnTo>
                  <a:pt x="145259" y="29804"/>
                </a:lnTo>
                <a:lnTo>
                  <a:pt x="141694" y="48268"/>
                </a:lnTo>
                <a:lnTo>
                  <a:pt x="135063" y="67347"/>
                </a:lnTo>
                <a:lnTo>
                  <a:pt x="126364" y="89160"/>
                </a:lnTo>
                <a:lnTo>
                  <a:pt x="114027" y="114192"/>
                </a:lnTo>
                <a:lnTo>
                  <a:pt x="101545" y="133318"/>
                </a:lnTo>
                <a:lnTo>
                  <a:pt x="84191" y="156618"/>
                </a:lnTo>
                <a:lnTo>
                  <a:pt x="69262" y="170445"/>
                </a:lnTo>
                <a:lnTo>
                  <a:pt x="46830" y="187405"/>
                </a:lnTo>
                <a:lnTo>
                  <a:pt x="32811" y="200397"/>
                </a:lnTo>
                <a:lnTo>
                  <a:pt x="16266" y="221088"/>
                </a:lnTo>
                <a:lnTo>
                  <a:pt x="12734" y="230094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g19">
            <a:extLst>
              <a:ext uri="{FF2B5EF4-FFF2-40B4-BE49-F238E27FC236}">
                <a16:creationId xmlns:a16="http://schemas.microsoft.com/office/drawing/2014/main" id="{123F2C7E-1A5B-DB38-AA59-63D3BBEA8555}"/>
              </a:ext>
            </a:extLst>
          </p:cNvPr>
          <p:cNvSpPr/>
          <p:nvPr/>
        </p:nvSpPr>
        <p:spPr>
          <a:xfrm>
            <a:off x="2754518" y="1786717"/>
            <a:ext cx="211260" cy="307351"/>
          </a:xfrm>
          <a:custGeom>
            <a:avLst/>
            <a:gdLst/>
            <a:ahLst/>
            <a:cxnLst/>
            <a:rect l="0" t="0" r="0" b="0"/>
            <a:pathLst>
              <a:path w="119550" h="173927">
                <a:moveTo>
                  <a:pt x="79361" y="173927"/>
                </a:moveTo>
                <a:lnTo>
                  <a:pt x="57979" y="156853"/>
                </a:lnTo>
                <a:lnTo>
                  <a:pt x="57075" y="146944"/>
                </a:lnTo>
                <a:lnTo>
                  <a:pt x="2662" y="112148"/>
                </a:lnTo>
                <a:lnTo>
                  <a:pt x="121" y="110272"/>
                </a:lnTo>
                <a:lnTo>
                  <a:pt x="0" y="92170"/>
                </a:lnTo>
                <a:lnTo>
                  <a:pt x="4312" y="85249"/>
                </a:lnTo>
                <a:lnTo>
                  <a:pt x="11697" y="73943"/>
                </a:lnTo>
                <a:lnTo>
                  <a:pt x="17111" y="61492"/>
                </a:lnTo>
                <a:lnTo>
                  <a:pt x="10297" y="41886"/>
                </a:lnTo>
                <a:lnTo>
                  <a:pt x="8437" y="33314"/>
                </a:lnTo>
                <a:lnTo>
                  <a:pt x="1141" y="21455"/>
                </a:lnTo>
                <a:lnTo>
                  <a:pt x="10270" y="11254"/>
                </a:lnTo>
                <a:lnTo>
                  <a:pt x="20311" y="0"/>
                </a:lnTo>
                <a:lnTo>
                  <a:pt x="28182" y="2865"/>
                </a:lnTo>
                <a:lnTo>
                  <a:pt x="28329" y="12452"/>
                </a:lnTo>
                <a:lnTo>
                  <a:pt x="33560" y="18073"/>
                </a:lnTo>
                <a:lnTo>
                  <a:pt x="44049" y="18073"/>
                </a:lnTo>
                <a:lnTo>
                  <a:pt x="63334" y="32579"/>
                </a:lnTo>
                <a:lnTo>
                  <a:pt x="68101" y="32751"/>
                </a:lnTo>
                <a:lnTo>
                  <a:pt x="71625" y="32281"/>
                </a:lnTo>
                <a:lnTo>
                  <a:pt x="74989" y="34251"/>
                </a:lnTo>
                <a:lnTo>
                  <a:pt x="85062" y="35594"/>
                </a:lnTo>
                <a:lnTo>
                  <a:pt x="89419" y="28476"/>
                </a:lnTo>
                <a:lnTo>
                  <a:pt x="103081" y="21333"/>
                </a:lnTo>
                <a:lnTo>
                  <a:pt x="109250" y="27105"/>
                </a:lnTo>
                <a:lnTo>
                  <a:pt x="119550" y="27108"/>
                </a:lnTo>
                <a:lnTo>
                  <a:pt x="106636" y="46484"/>
                </a:lnTo>
                <a:lnTo>
                  <a:pt x="107087" y="108706"/>
                </a:lnTo>
                <a:lnTo>
                  <a:pt x="115935" y="122796"/>
                </a:lnTo>
                <a:lnTo>
                  <a:pt x="105311" y="129617"/>
                </a:lnTo>
                <a:lnTo>
                  <a:pt x="101515" y="136743"/>
                </a:lnTo>
                <a:lnTo>
                  <a:pt x="95849" y="137995"/>
                </a:lnTo>
                <a:lnTo>
                  <a:pt x="93565" y="150030"/>
                </a:lnTo>
                <a:lnTo>
                  <a:pt x="88630" y="156922"/>
                </a:lnTo>
                <a:lnTo>
                  <a:pt x="85519" y="16828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20">
            <a:extLst>
              <a:ext uri="{FF2B5EF4-FFF2-40B4-BE49-F238E27FC236}">
                <a16:creationId xmlns:a16="http://schemas.microsoft.com/office/drawing/2014/main" id="{1107E1EE-243B-110C-1058-F658990CD732}"/>
              </a:ext>
            </a:extLst>
          </p:cNvPr>
          <p:cNvSpPr/>
          <p:nvPr/>
        </p:nvSpPr>
        <p:spPr>
          <a:xfrm>
            <a:off x="2431586" y="1288864"/>
            <a:ext cx="428513" cy="415652"/>
          </a:xfrm>
          <a:custGeom>
            <a:avLst/>
            <a:gdLst/>
            <a:ahLst/>
            <a:cxnLst/>
            <a:rect l="0" t="0" r="0" b="0"/>
            <a:pathLst>
              <a:path w="242492" h="235214">
                <a:moveTo>
                  <a:pt x="40821" y="235214"/>
                </a:moveTo>
                <a:lnTo>
                  <a:pt x="29257" y="227748"/>
                </a:lnTo>
                <a:lnTo>
                  <a:pt x="23969" y="222829"/>
                </a:lnTo>
                <a:lnTo>
                  <a:pt x="22921" y="217521"/>
                </a:lnTo>
                <a:lnTo>
                  <a:pt x="25246" y="210413"/>
                </a:lnTo>
                <a:lnTo>
                  <a:pt x="25083" y="203443"/>
                </a:lnTo>
                <a:lnTo>
                  <a:pt x="16233" y="192764"/>
                </a:lnTo>
                <a:lnTo>
                  <a:pt x="14396" y="185455"/>
                </a:lnTo>
                <a:lnTo>
                  <a:pt x="14498" y="181318"/>
                </a:lnTo>
                <a:lnTo>
                  <a:pt x="8887" y="176283"/>
                </a:lnTo>
                <a:lnTo>
                  <a:pt x="8520" y="166361"/>
                </a:lnTo>
                <a:lnTo>
                  <a:pt x="5240" y="159771"/>
                </a:lnTo>
                <a:lnTo>
                  <a:pt x="0" y="160760"/>
                </a:lnTo>
                <a:lnTo>
                  <a:pt x="1375" y="154487"/>
                </a:lnTo>
                <a:lnTo>
                  <a:pt x="5093" y="147366"/>
                </a:lnTo>
                <a:lnTo>
                  <a:pt x="3232" y="140292"/>
                </a:lnTo>
                <a:lnTo>
                  <a:pt x="8022" y="135054"/>
                </a:lnTo>
                <a:lnTo>
                  <a:pt x="4804" y="131063"/>
                </a:lnTo>
                <a:lnTo>
                  <a:pt x="8482" y="120516"/>
                </a:lnTo>
                <a:lnTo>
                  <a:pt x="14949" y="107937"/>
                </a:lnTo>
                <a:lnTo>
                  <a:pt x="27853" y="109131"/>
                </a:lnTo>
                <a:lnTo>
                  <a:pt x="24870" y="41328"/>
                </a:lnTo>
                <a:lnTo>
                  <a:pt x="24800" y="34161"/>
                </a:lnTo>
                <a:lnTo>
                  <a:pt x="41841" y="34110"/>
                </a:lnTo>
                <a:lnTo>
                  <a:pt x="40556" y="0"/>
                </a:lnTo>
                <a:lnTo>
                  <a:pt x="99924" y="0"/>
                </a:lnTo>
                <a:lnTo>
                  <a:pt x="157225" y="0"/>
                </a:lnTo>
                <a:lnTo>
                  <a:pt x="215799" y="0"/>
                </a:lnTo>
                <a:lnTo>
                  <a:pt x="221513" y="16758"/>
                </a:lnTo>
                <a:lnTo>
                  <a:pt x="218441" y="19857"/>
                </a:lnTo>
                <a:lnTo>
                  <a:pt x="221560" y="37442"/>
                </a:lnTo>
                <a:lnTo>
                  <a:pt x="228122" y="57834"/>
                </a:lnTo>
                <a:lnTo>
                  <a:pt x="234011" y="62040"/>
                </a:lnTo>
                <a:lnTo>
                  <a:pt x="242492" y="68352"/>
                </a:lnTo>
                <a:lnTo>
                  <a:pt x="235488" y="78101"/>
                </a:lnTo>
                <a:lnTo>
                  <a:pt x="224671" y="80909"/>
                </a:lnTo>
                <a:lnTo>
                  <a:pt x="220247" y="86146"/>
                </a:lnTo>
                <a:lnTo>
                  <a:pt x="219338" y="97499"/>
                </a:lnTo>
                <a:lnTo>
                  <a:pt x="214056" y="122597"/>
                </a:lnTo>
                <a:lnTo>
                  <a:pt x="215932" y="129435"/>
                </a:lnTo>
                <a:lnTo>
                  <a:pt x="214132" y="144104"/>
                </a:lnTo>
                <a:lnTo>
                  <a:pt x="208652" y="160929"/>
                </a:lnTo>
                <a:lnTo>
                  <a:pt x="199894" y="169391"/>
                </a:lnTo>
                <a:lnTo>
                  <a:pt x="193864" y="182439"/>
                </a:lnTo>
                <a:lnTo>
                  <a:pt x="192557" y="189421"/>
                </a:lnTo>
                <a:lnTo>
                  <a:pt x="185579" y="194205"/>
                </a:lnTo>
                <a:lnTo>
                  <a:pt x="181589" y="212080"/>
                </a:lnTo>
                <a:lnTo>
                  <a:pt x="182139" y="227436"/>
                </a:lnTo>
                <a:lnTo>
                  <a:pt x="181664" y="214118"/>
                </a:lnTo>
                <a:lnTo>
                  <a:pt x="179576" y="213780"/>
                </a:lnTo>
                <a:lnTo>
                  <a:pt x="179629" y="205276"/>
                </a:lnTo>
                <a:lnTo>
                  <a:pt x="177677" y="199412"/>
                </a:lnTo>
                <a:lnTo>
                  <a:pt x="169770" y="192668"/>
                </a:lnTo>
                <a:lnTo>
                  <a:pt x="167631" y="180352"/>
                </a:lnTo>
                <a:lnTo>
                  <a:pt x="169062" y="167743"/>
                </a:lnTo>
                <a:lnTo>
                  <a:pt x="162079" y="166570"/>
                </a:lnTo>
                <a:lnTo>
                  <a:pt x="161164" y="170382"/>
                </a:lnTo>
                <a:lnTo>
                  <a:pt x="152183" y="171262"/>
                </a:lnTo>
                <a:lnTo>
                  <a:pt x="155929" y="176247"/>
                </a:lnTo>
                <a:lnTo>
                  <a:pt x="157498" y="186510"/>
                </a:lnTo>
                <a:lnTo>
                  <a:pt x="149494" y="195893"/>
                </a:lnTo>
                <a:lnTo>
                  <a:pt x="142309" y="208209"/>
                </a:lnTo>
                <a:lnTo>
                  <a:pt x="134612" y="209968"/>
                </a:lnTo>
                <a:lnTo>
                  <a:pt x="121755" y="199998"/>
                </a:lnTo>
                <a:lnTo>
                  <a:pt x="116162" y="203517"/>
                </a:lnTo>
                <a:lnTo>
                  <a:pt x="114723" y="208502"/>
                </a:lnTo>
                <a:lnTo>
                  <a:pt x="107053" y="211728"/>
                </a:lnTo>
                <a:lnTo>
                  <a:pt x="106608" y="215246"/>
                </a:lnTo>
                <a:lnTo>
                  <a:pt x="91646" y="215246"/>
                </a:lnTo>
                <a:lnTo>
                  <a:pt x="89514" y="211728"/>
                </a:lnTo>
                <a:lnTo>
                  <a:pt x="78671" y="211141"/>
                </a:lnTo>
                <a:lnTo>
                  <a:pt x="73309" y="214073"/>
                </a:lnTo>
                <a:lnTo>
                  <a:pt x="69155" y="212607"/>
                </a:lnTo>
                <a:lnTo>
                  <a:pt x="61230" y="202637"/>
                </a:lnTo>
                <a:lnTo>
                  <a:pt x="58561" y="197946"/>
                </a:lnTo>
                <a:lnTo>
                  <a:pt x="47780" y="200292"/>
                </a:lnTo>
                <a:lnTo>
                  <a:pt x="43801" y="208209"/>
                </a:lnTo>
                <a:lnTo>
                  <a:pt x="40189" y="223457"/>
                </a:lnTo>
                <a:lnTo>
                  <a:pt x="35078" y="226682"/>
                </a:lnTo>
                <a:lnTo>
                  <a:pt x="30490" y="22854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21">
            <a:extLst>
              <a:ext uri="{FF2B5EF4-FFF2-40B4-BE49-F238E27FC236}">
                <a16:creationId xmlns:a16="http://schemas.microsoft.com/office/drawing/2014/main" id="{251E635B-87CF-8E0B-B84B-9E8E4ECB837B}"/>
              </a:ext>
            </a:extLst>
          </p:cNvPr>
          <p:cNvSpPr/>
          <p:nvPr/>
        </p:nvSpPr>
        <p:spPr>
          <a:xfrm>
            <a:off x="2208536" y="1246313"/>
            <a:ext cx="272268" cy="482570"/>
          </a:xfrm>
          <a:custGeom>
            <a:avLst/>
            <a:gdLst/>
            <a:ahLst/>
            <a:cxnLst/>
            <a:rect l="0" t="0" r="0" b="0"/>
            <a:pathLst>
              <a:path w="154074" h="273082">
                <a:moveTo>
                  <a:pt x="151091" y="65407"/>
                </a:moveTo>
                <a:lnTo>
                  <a:pt x="154074" y="133210"/>
                </a:lnTo>
                <a:lnTo>
                  <a:pt x="141169" y="132017"/>
                </a:lnTo>
                <a:lnTo>
                  <a:pt x="134703" y="144595"/>
                </a:lnTo>
                <a:lnTo>
                  <a:pt x="131025" y="155142"/>
                </a:lnTo>
                <a:lnTo>
                  <a:pt x="134243" y="159133"/>
                </a:lnTo>
                <a:lnTo>
                  <a:pt x="129453" y="164371"/>
                </a:lnTo>
                <a:lnTo>
                  <a:pt x="131314" y="171445"/>
                </a:lnTo>
                <a:lnTo>
                  <a:pt x="127596" y="178566"/>
                </a:lnTo>
                <a:lnTo>
                  <a:pt x="126220" y="184839"/>
                </a:lnTo>
                <a:lnTo>
                  <a:pt x="131461" y="183850"/>
                </a:lnTo>
                <a:lnTo>
                  <a:pt x="134741" y="190440"/>
                </a:lnTo>
                <a:lnTo>
                  <a:pt x="135108" y="200362"/>
                </a:lnTo>
                <a:lnTo>
                  <a:pt x="140719" y="205397"/>
                </a:lnTo>
                <a:lnTo>
                  <a:pt x="140617" y="209534"/>
                </a:lnTo>
                <a:lnTo>
                  <a:pt x="131172" y="212446"/>
                </a:lnTo>
                <a:lnTo>
                  <a:pt x="123679" y="219361"/>
                </a:lnTo>
                <a:lnTo>
                  <a:pt x="113115" y="237997"/>
                </a:lnTo>
                <a:lnTo>
                  <a:pt x="99081" y="245910"/>
                </a:lnTo>
                <a:lnTo>
                  <a:pt x="84552" y="244849"/>
                </a:lnTo>
                <a:lnTo>
                  <a:pt x="80334" y="246419"/>
                </a:lnTo>
                <a:lnTo>
                  <a:pt x="81895" y="252432"/>
                </a:lnTo>
                <a:lnTo>
                  <a:pt x="74123" y="258403"/>
                </a:lnTo>
                <a:lnTo>
                  <a:pt x="67809" y="265071"/>
                </a:lnTo>
                <a:lnTo>
                  <a:pt x="48933" y="271606"/>
                </a:lnTo>
                <a:lnTo>
                  <a:pt x="45139" y="267738"/>
                </a:lnTo>
                <a:lnTo>
                  <a:pt x="42644" y="267404"/>
                </a:lnTo>
                <a:lnTo>
                  <a:pt x="39911" y="271798"/>
                </a:lnTo>
                <a:lnTo>
                  <a:pt x="27482" y="273082"/>
                </a:lnTo>
                <a:lnTo>
                  <a:pt x="29799" y="268455"/>
                </a:lnTo>
                <a:lnTo>
                  <a:pt x="24951" y="256681"/>
                </a:lnTo>
                <a:lnTo>
                  <a:pt x="22766" y="249610"/>
                </a:lnTo>
                <a:lnTo>
                  <a:pt x="16191" y="246710"/>
                </a:lnTo>
                <a:lnTo>
                  <a:pt x="7225" y="236742"/>
                </a:lnTo>
                <a:lnTo>
                  <a:pt x="10407" y="228682"/>
                </a:lnTo>
                <a:lnTo>
                  <a:pt x="17270" y="230397"/>
                </a:lnTo>
                <a:lnTo>
                  <a:pt x="21494" y="229181"/>
                </a:lnTo>
                <a:lnTo>
                  <a:pt x="29885" y="229348"/>
                </a:lnTo>
                <a:lnTo>
                  <a:pt x="21531" y="213822"/>
                </a:lnTo>
                <a:lnTo>
                  <a:pt x="21939" y="202476"/>
                </a:lnTo>
                <a:lnTo>
                  <a:pt x="20786" y="191144"/>
                </a:lnTo>
                <a:lnTo>
                  <a:pt x="14677" y="180206"/>
                </a:lnTo>
                <a:lnTo>
                  <a:pt x="16056" y="172161"/>
                </a:lnTo>
                <a:lnTo>
                  <a:pt x="6451" y="171768"/>
                </a:lnTo>
                <a:lnTo>
                  <a:pt x="6321" y="160781"/>
                </a:lnTo>
                <a:lnTo>
                  <a:pt x="0" y="154453"/>
                </a:lnTo>
                <a:lnTo>
                  <a:pt x="6078" y="131954"/>
                </a:lnTo>
                <a:lnTo>
                  <a:pt x="24793" y="115848"/>
                </a:lnTo>
                <a:lnTo>
                  <a:pt x="25108" y="93633"/>
                </a:lnTo>
                <a:lnTo>
                  <a:pt x="30046" y="58972"/>
                </a:lnTo>
                <a:lnTo>
                  <a:pt x="33097" y="51620"/>
                </a:lnTo>
                <a:lnTo>
                  <a:pt x="26799" y="45764"/>
                </a:lnTo>
                <a:lnTo>
                  <a:pt x="26435" y="40332"/>
                </a:lnTo>
                <a:lnTo>
                  <a:pt x="20799" y="35890"/>
                </a:lnTo>
                <a:lnTo>
                  <a:pt x="16550" y="9339"/>
                </a:lnTo>
                <a:lnTo>
                  <a:pt x="31191" y="0"/>
                </a:lnTo>
                <a:lnTo>
                  <a:pt x="90973" y="3270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g24">
            <a:extLst>
              <a:ext uri="{FF2B5EF4-FFF2-40B4-BE49-F238E27FC236}">
                <a16:creationId xmlns:a16="http://schemas.microsoft.com/office/drawing/2014/main" id="{722753B0-099C-CE6A-7FF0-7484FB4624D9}"/>
              </a:ext>
            </a:extLst>
          </p:cNvPr>
          <p:cNvSpPr/>
          <p:nvPr/>
        </p:nvSpPr>
        <p:spPr>
          <a:xfrm>
            <a:off x="2542173" y="2817586"/>
            <a:ext cx="60996" cy="60305"/>
          </a:xfrm>
          <a:custGeom>
            <a:avLst/>
            <a:gdLst/>
            <a:ahLst/>
            <a:cxnLst/>
            <a:rect l="0" t="0" r="0" b="0"/>
            <a:pathLst>
              <a:path w="34517" h="34126">
                <a:moveTo>
                  <a:pt x="29861" y="5262"/>
                </a:moveTo>
                <a:lnTo>
                  <a:pt x="23894" y="0"/>
                </a:lnTo>
                <a:lnTo>
                  <a:pt x="16852" y="3484"/>
                </a:lnTo>
                <a:lnTo>
                  <a:pt x="8508" y="10167"/>
                </a:lnTo>
                <a:lnTo>
                  <a:pt x="0" y="20985"/>
                </a:lnTo>
                <a:lnTo>
                  <a:pt x="9872" y="34126"/>
                </a:lnTo>
                <a:lnTo>
                  <a:pt x="15177" y="32428"/>
                </a:lnTo>
                <a:lnTo>
                  <a:pt x="18261" y="26969"/>
                </a:lnTo>
                <a:lnTo>
                  <a:pt x="26537" y="24301"/>
                </a:lnTo>
                <a:lnTo>
                  <a:pt x="29433" y="18727"/>
                </a:lnTo>
                <a:lnTo>
                  <a:pt x="34517" y="10418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26">
            <a:extLst>
              <a:ext uri="{FF2B5EF4-FFF2-40B4-BE49-F238E27FC236}">
                <a16:creationId xmlns:a16="http://schemas.microsoft.com/office/drawing/2014/main" id="{999F1E2D-40D6-2900-9C3F-931BEF87B853}"/>
              </a:ext>
            </a:extLst>
          </p:cNvPr>
          <p:cNvSpPr/>
          <p:nvPr/>
        </p:nvSpPr>
        <p:spPr>
          <a:xfrm>
            <a:off x="2514957" y="2420984"/>
            <a:ext cx="200751" cy="204158"/>
          </a:xfrm>
          <a:custGeom>
            <a:avLst/>
            <a:gdLst/>
            <a:ahLst/>
            <a:cxnLst/>
            <a:rect l="0" t="0" r="0" b="0"/>
            <a:pathLst>
              <a:path w="113603" h="115531">
                <a:moveTo>
                  <a:pt x="84603" y="115187"/>
                </a:moveTo>
                <a:lnTo>
                  <a:pt x="76839" y="113480"/>
                </a:lnTo>
                <a:lnTo>
                  <a:pt x="71766" y="115531"/>
                </a:lnTo>
                <a:lnTo>
                  <a:pt x="64760" y="112637"/>
                </a:lnTo>
                <a:lnTo>
                  <a:pt x="58761" y="112451"/>
                </a:lnTo>
                <a:lnTo>
                  <a:pt x="49691" y="104733"/>
                </a:lnTo>
                <a:lnTo>
                  <a:pt x="38376" y="102111"/>
                </a:lnTo>
                <a:lnTo>
                  <a:pt x="34481" y="91279"/>
                </a:lnTo>
                <a:lnTo>
                  <a:pt x="34694" y="85254"/>
                </a:lnTo>
                <a:lnTo>
                  <a:pt x="28427" y="83417"/>
                </a:lnTo>
                <a:lnTo>
                  <a:pt x="12392" y="64654"/>
                </a:lnTo>
                <a:lnTo>
                  <a:pt x="8100" y="54770"/>
                </a:lnTo>
                <a:lnTo>
                  <a:pt x="5225" y="51723"/>
                </a:lnTo>
                <a:lnTo>
                  <a:pt x="0" y="38068"/>
                </a:lnTo>
                <a:lnTo>
                  <a:pt x="16557" y="39938"/>
                </a:lnTo>
                <a:lnTo>
                  <a:pt x="21314" y="41905"/>
                </a:lnTo>
                <a:lnTo>
                  <a:pt x="26350" y="41509"/>
                </a:lnTo>
                <a:lnTo>
                  <a:pt x="35014" y="30455"/>
                </a:lnTo>
                <a:lnTo>
                  <a:pt x="48504" y="16407"/>
                </a:lnTo>
                <a:lnTo>
                  <a:pt x="53891" y="15064"/>
                </a:lnTo>
                <a:lnTo>
                  <a:pt x="55928" y="9142"/>
                </a:lnTo>
                <a:lnTo>
                  <a:pt x="64677" y="2338"/>
                </a:lnTo>
                <a:lnTo>
                  <a:pt x="76069" y="0"/>
                </a:lnTo>
                <a:lnTo>
                  <a:pt x="76791" y="6371"/>
                </a:lnTo>
                <a:lnTo>
                  <a:pt x="89248" y="6032"/>
                </a:lnTo>
                <a:lnTo>
                  <a:pt x="96015" y="9636"/>
                </a:lnTo>
                <a:lnTo>
                  <a:pt x="99054" y="13863"/>
                </a:lnTo>
                <a:lnTo>
                  <a:pt x="106101" y="15104"/>
                </a:lnTo>
                <a:lnTo>
                  <a:pt x="113603" y="20592"/>
                </a:lnTo>
                <a:lnTo>
                  <a:pt x="112650" y="42210"/>
                </a:lnTo>
                <a:lnTo>
                  <a:pt x="109195" y="54047"/>
                </a:lnTo>
                <a:lnTo>
                  <a:pt x="107949" y="66812"/>
                </a:lnTo>
                <a:lnTo>
                  <a:pt x="110089" y="71871"/>
                </a:lnTo>
                <a:lnTo>
                  <a:pt x="107928" y="81927"/>
                </a:lnTo>
                <a:lnTo>
                  <a:pt x="105616" y="83481"/>
                </a:lnTo>
                <a:lnTo>
                  <a:pt x="101117" y="9580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27">
            <a:extLst>
              <a:ext uri="{FF2B5EF4-FFF2-40B4-BE49-F238E27FC236}">
                <a16:creationId xmlns:a16="http://schemas.microsoft.com/office/drawing/2014/main" id="{68614A06-8962-A183-6D72-F8655D363B0E}"/>
              </a:ext>
            </a:extLst>
          </p:cNvPr>
          <p:cNvSpPr/>
          <p:nvPr/>
        </p:nvSpPr>
        <p:spPr>
          <a:xfrm>
            <a:off x="2367239" y="2486003"/>
            <a:ext cx="251555" cy="276679"/>
          </a:xfrm>
          <a:custGeom>
            <a:avLst/>
            <a:gdLst/>
            <a:ahLst/>
            <a:cxnLst/>
            <a:rect l="0" t="0" r="0" b="0"/>
            <a:pathLst>
              <a:path w="142353" h="156571">
                <a:moveTo>
                  <a:pt x="142353" y="75659"/>
                </a:moveTo>
                <a:lnTo>
                  <a:pt x="120899" y="88238"/>
                </a:lnTo>
                <a:lnTo>
                  <a:pt x="107086" y="100990"/>
                </a:lnTo>
                <a:lnTo>
                  <a:pt x="101651" y="112372"/>
                </a:lnTo>
                <a:lnTo>
                  <a:pt x="96922" y="118788"/>
                </a:lnTo>
                <a:lnTo>
                  <a:pt x="88862" y="120155"/>
                </a:lnTo>
                <a:lnTo>
                  <a:pt x="85882" y="128327"/>
                </a:lnTo>
                <a:lnTo>
                  <a:pt x="84131" y="133655"/>
                </a:lnTo>
                <a:lnTo>
                  <a:pt x="74554" y="137632"/>
                </a:lnTo>
                <a:lnTo>
                  <a:pt x="62666" y="136787"/>
                </a:lnTo>
                <a:lnTo>
                  <a:pt x="55889" y="132004"/>
                </a:lnTo>
                <a:lnTo>
                  <a:pt x="49801" y="129930"/>
                </a:lnTo>
                <a:lnTo>
                  <a:pt x="42466" y="133888"/>
                </a:lnTo>
                <a:lnTo>
                  <a:pt x="38505" y="142069"/>
                </a:lnTo>
                <a:lnTo>
                  <a:pt x="31332" y="147206"/>
                </a:lnTo>
                <a:lnTo>
                  <a:pt x="23660" y="154828"/>
                </a:lnTo>
                <a:lnTo>
                  <a:pt x="13108" y="156571"/>
                </a:lnTo>
                <a:lnTo>
                  <a:pt x="10114" y="150574"/>
                </a:lnTo>
                <a:lnTo>
                  <a:pt x="11913" y="140168"/>
                </a:lnTo>
                <a:lnTo>
                  <a:pt x="3868" y="123939"/>
                </a:lnTo>
                <a:lnTo>
                  <a:pt x="0" y="121375"/>
                </a:lnTo>
                <a:lnTo>
                  <a:pt x="1663" y="71523"/>
                </a:lnTo>
                <a:lnTo>
                  <a:pt x="16243" y="70928"/>
                </a:lnTo>
                <a:lnTo>
                  <a:pt x="18566" y="10084"/>
                </a:lnTo>
                <a:lnTo>
                  <a:pt x="29648" y="9519"/>
                </a:lnTo>
                <a:lnTo>
                  <a:pt x="52763" y="3539"/>
                </a:lnTo>
                <a:lnTo>
                  <a:pt x="58210" y="10580"/>
                </a:lnTo>
                <a:lnTo>
                  <a:pt x="67929" y="3886"/>
                </a:lnTo>
                <a:lnTo>
                  <a:pt x="72442" y="3848"/>
                </a:lnTo>
                <a:lnTo>
                  <a:pt x="80962" y="0"/>
                </a:lnTo>
                <a:lnTo>
                  <a:pt x="83592" y="1276"/>
                </a:lnTo>
                <a:lnTo>
                  <a:pt x="88817" y="14931"/>
                </a:lnTo>
                <a:lnTo>
                  <a:pt x="91693" y="17978"/>
                </a:lnTo>
                <a:lnTo>
                  <a:pt x="95984" y="27863"/>
                </a:lnTo>
                <a:lnTo>
                  <a:pt x="112019" y="46625"/>
                </a:lnTo>
                <a:lnTo>
                  <a:pt x="118286" y="48462"/>
                </a:lnTo>
                <a:lnTo>
                  <a:pt x="118074" y="54487"/>
                </a:lnTo>
                <a:lnTo>
                  <a:pt x="121968" y="65319"/>
                </a:lnTo>
                <a:lnTo>
                  <a:pt x="133283" y="6794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28">
            <a:extLst>
              <a:ext uri="{FF2B5EF4-FFF2-40B4-BE49-F238E27FC236}">
                <a16:creationId xmlns:a16="http://schemas.microsoft.com/office/drawing/2014/main" id="{2737E39B-6E43-9D24-427F-3E6FBF3CC5A0}"/>
              </a:ext>
            </a:extLst>
          </p:cNvPr>
          <p:cNvSpPr/>
          <p:nvPr/>
        </p:nvSpPr>
        <p:spPr>
          <a:xfrm>
            <a:off x="2159499" y="2464256"/>
            <a:ext cx="350809" cy="365340"/>
          </a:xfrm>
          <a:custGeom>
            <a:avLst/>
            <a:gdLst/>
            <a:ahLst/>
            <a:cxnLst/>
            <a:rect l="0" t="0" r="0" b="0"/>
            <a:pathLst>
              <a:path w="198520" h="206743">
                <a:moveTo>
                  <a:pt x="117557" y="133681"/>
                </a:moveTo>
                <a:lnTo>
                  <a:pt x="114836" y="196761"/>
                </a:lnTo>
                <a:lnTo>
                  <a:pt x="101434" y="205496"/>
                </a:lnTo>
                <a:lnTo>
                  <a:pt x="93569" y="206743"/>
                </a:lnTo>
                <a:lnTo>
                  <a:pt x="84580" y="203513"/>
                </a:lnTo>
                <a:lnTo>
                  <a:pt x="78113" y="202268"/>
                </a:lnTo>
                <a:lnTo>
                  <a:pt x="75973" y="194965"/>
                </a:lnTo>
                <a:lnTo>
                  <a:pt x="70414" y="190288"/>
                </a:lnTo>
                <a:lnTo>
                  <a:pt x="63100" y="198736"/>
                </a:lnTo>
                <a:lnTo>
                  <a:pt x="52773" y="185832"/>
                </a:lnTo>
                <a:lnTo>
                  <a:pt x="47503" y="173359"/>
                </a:lnTo>
                <a:lnTo>
                  <a:pt x="44815" y="156731"/>
                </a:lnTo>
                <a:lnTo>
                  <a:pt x="41574" y="144357"/>
                </a:lnTo>
                <a:lnTo>
                  <a:pt x="37357" y="118056"/>
                </a:lnTo>
                <a:lnTo>
                  <a:pt x="37517" y="97622"/>
                </a:lnTo>
                <a:lnTo>
                  <a:pt x="35840" y="88305"/>
                </a:lnTo>
                <a:lnTo>
                  <a:pt x="30246" y="81265"/>
                </a:lnTo>
                <a:lnTo>
                  <a:pt x="22905" y="67152"/>
                </a:lnTo>
                <a:lnTo>
                  <a:pt x="15517" y="46661"/>
                </a:lnTo>
                <a:lnTo>
                  <a:pt x="12479" y="35937"/>
                </a:lnTo>
                <a:lnTo>
                  <a:pt x="686" y="19263"/>
                </a:lnTo>
                <a:lnTo>
                  <a:pt x="0" y="6158"/>
                </a:lnTo>
                <a:lnTo>
                  <a:pt x="7219" y="2909"/>
                </a:lnTo>
                <a:lnTo>
                  <a:pt x="16184" y="0"/>
                </a:lnTo>
                <a:lnTo>
                  <a:pt x="25830" y="510"/>
                </a:lnTo>
                <a:lnTo>
                  <a:pt x="34559" y="8233"/>
                </a:lnTo>
                <a:lnTo>
                  <a:pt x="36833" y="7033"/>
                </a:lnTo>
                <a:lnTo>
                  <a:pt x="97190" y="6296"/>
                </a:lnTo>
                <a:lnTo>
                  <a:pt x="107287" y="14480"/>
                </a:lnTo>
                <a:lnTo>
                  <a:pt x="143225" y="16897"/>
                </a:lnTo>
                <a:lnTo>
                  <a:pt x="170785" y="9936"/>
                </a:lnTo>
                <a:lnTo>
                  <a:pt x="183100" y="6055"/>
                </a:lnTo>
                <a:lnTo>
                  <a:pt x="192720" y="7038"/>
                </a:lnTo>
                <a:lnTo>
                  <a:pt x="198458" y="10888"/>
                </a:lnTo>
                <a:lnTo>
                  <a:pt x="198520" y="12306"/>
                </a:lnTo>
                <a:lnTo>
                  <a:pt x="189999" y="16154"/>
                </a:lnTo>
                <a:lnTo>
                  <a:pt x="185487" y="16192"/>
                </a:lnTo>
                <a:lnTo>
                  <a:pt x="175768" y="22886"/>
                </a:lnTo>
                <a:lnTo>
                  <a:pt x="170321" y="15845"/>
                </a:lnTo>
                <a:lnTo>
                  <a:pt x="147205" y="21825"/>
                </a:lnTo>
                <a:lnTo>
                  <a:pt x="136123" y="22390"/>
                </a:lnTo>
                <a:lnTo>
                  <a:pt x="133801" y="83234"/>
                </a:lnTo>
                <a:lnTo>
                  <a:pt x="119221" y="8382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g29">
            <a:extLst>
              <a:ext uri="{FF2B5EF4-FFF2-40B4-BE49-F238E27FC236}">
                <a16:creationId xmlns:a16="http://schemas.microsoft.com/office/drawing/2014/main" id="{D458729C-7CF2-7EE0-855C-B8F6F4ED61DD}"/>
              </a:ext>
            </a:extLst>
          </p:cNvPr>
          <p:cNvSpPr/>
          <p:nvPr/>
        </p:nvSpPr>
        <p:spPr>
          <a:xfrm>
            <a:off x="1385412" y="1451911"/>
            <a:ext cx="161854" cy="128767"/>
          </a:xfrm>
          <a:custGeom>
            <a:avLst/>
            <a:gdLst/>
            <a:ahLst/>
            <a:cxnLst/>
            <a:rect l="0" t="0" r="0" b="0"/>
            <a:pathLst>
              <a:path w="91592" h="72868">
                <a:moveTo>
                  <a:pt x="13258" y="51298"/>
                </a:moveTo>
                <a:lnTo>
                  <a:pt x="7335" y="37999"/>
                </a:lnTo>
                <a:lnTo>
                  <a:pt x="0" y="31918"/>
                </a:lnTo>
                <a:lnTo>
                  <a:pt x="6638" y="28674"/>
                </a:lnTo>
                <a:lnTo>
                  <a:pt x="14120" y="16683"/>
                </a:lnTo>
                <a:lnTo>
                  <a:pt x="17852" y="7912"/>
                </a:lnTo>
                <a:lnTo>
                  <a:pt x="23074" y="2435"/>
                </a:lnTo>
                <a:lnTo>
                  <a:pt x="30452" y="3910"/>
                </a:lnTo>
                <a:lnTo>
                  <a:pt x="37801" y="187"/>
                </a:lnTo>
                <a:lnTo>
                  <a:pt x="46126" y="0"/>
                </a:lnTo>
                <a:lnTo>
                  <a:pt x="53153" y="5020"/>
                </a:lnTo>
                <a:lnTo>
                  <a:pt x="62971" y="9545"/>
                </a:lnTo>
                <a:lnTo>
                  <a:pt x="71792" y="22111"/>
                </a:lnTo>
                <a:lnTo>
                  <a:pt x="81475" y="33843"/>
                </a:lnTo>
                <a:lnTo>
                  <a:pt x="82016" y="44469"/>
                </a:lnTo>
                <a:lnTo>
                  <a:pt x="84841" y="54251"/>
                </a:lnTo>
                <a:lnTo>
                  <a:pt x="90387" y="59048"/>
                </a:lnTo>
                <a:lnTo>
                  <a:pt x="91592" y="65653"/>
                </a:lnTo>
                <a:lnTo>
                  <a:pt x="90843" y="70974"/>
                </a:lnTo>
                <a:lnTo>
                  <a:pt x="88670" y="71937"/>
                </a:lnTo>
                <a:lnTo>
                  <a:pt x="80515" y="70587"/>
                </a:lnTo>
                <a:lnTo>
                  <a:pt x="79368" y="72486"/>
                </a:lnTo>
                <a:lnTo>
                  <a:pt x="76060" y="72868"/>
                </a:lnTo>
                <a:lnTo>
                  <a:pt x="65341" y="68704"/>
                </a:lnTo>
                <a:lnTo>
                  <a:pt x="58112" y="68528"/>
                </a:lnTo>
                <a:lnTo>
                  <a:pt x="30437" y="67811"/>
                </a:lnTo>
                <a:lnTo>
                  <a:pt x="26391" y="69734"/>
                </a:lnTo>
                <a:lnTo>
                  <a:pt x="21438" y="69184"/>
                </a:lnTo>
                <a:lnTo>
                  <a:pt x="13458" y="71967"/>
                </a:lnTo>
                <a:lnTo>
                  <a:pt x="11214" y="58874"/>
                </a:lnTo>
                <a:lnTo>
                  <a:pt x="24836" y="59234"/>
                </a:lnTo>
                <a:lnTo>
                  <a:pt x="28472" y="56842"/>
                </a:lnTo>
                <a:lnTo>
                  <a:pt x="31157" y="56702"/>
                </a:lnTo>
                <a:lnTo>
                  <a:pt x="36767" y="52757"/>
                </a:lnTo>
                <a:lnTo>
                  <a:pt x="43132" y="56366"/>
                </a:lnTo>
                <a:lnTo>
                  <a:pt x="49632" y="56667"/>
                </a:lnTo>
                <a:lnTo>
                  <a:pt x="56165" y="52833"/>
                </a:lnTo>
                <a:lnTo>
                  <a:pt x="53215" y="47897"/>
                </a:lnTo>
                <a:lnTo>
                  <a:pt x="48238" y="50773"/>
                </a:lnTo>
                <a:lnTo>
                  <a:pt x="43595" y="50693"/>
                </a:lnTo>
                <a:lnTo>
                  <a:pt x="37757" y="46489"/>
                </a:lnTo>
                <a:lnTo>
                  <a:pt x="33010" y="46764"/>
                </a:lnTo>
                <a:lnTo>
                  <a:pt x="29564" y="5080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g30">
            <a:extLst>
              <a:ext uri="{FF2B5EF4-FFF2-40B4-BE49-F238E27FC236}">
                <a16:creationId xmlns:a16="http://schemas.microsoft.com/office/drawing/2014/main" id="{EBD2A0D8-4581-17B2-C7A9-C25CFF9B91FD}"/>
              </a:ext>
            </a:extLst>
          </p:cNvPr>
          <p:cNvSpPr/>
          <p:nvPr/>
        </p:nvSpPr>
        <p:spPr>
          <a:xfrm>
            <a:off x="1529390" y="1199085"/>
            <a:ext cx="433838" cy="449077"/>
          </a:xfrm>
          <a:custGeom>
            <a:avLst/>
            <a:gdLst/>
            <a:ahLst/>
            <a:cxnLst/>
            <a:rect l="0" t="0" r="0" b="0"/>
            <a:pathLst>
              <a:path w="245505" h="254129">
                <a:moveTo>
                  <a:pt x="9368" y="214047"/>
                </a:moveTo>
                <a:lnTo>
                  <a:pt x="10116" y="208726"/>
                </a:lnTo>
                <a:lnTo>
                  <a:pt x="8911" y="202121"/>
                </a:lnTo>
                <a:lnTo>
                  <a:pt x="3365" y="197323"/>
                </a:lnTo>
                <a:lnTo>
                  <a:pt x="540" y="187542"/>
                </a:lnTo>
                <a:lnTo>
                  <a:pt x="0" y="176916"/>
                </a:lnTo>
                <a:lnTo>
                  <a:pt x="5072" y="173803"/>
                </a:lnTo>
                <a:lnTo>
                  <a:pt x="7726" y="163741"/>
                </a:lnTo>
                <a:lnTo>
                  <a:pt x="12464" y="163347"/>
                </a:lnTo>
                <a:lnTo>
                  <a:pt x="22826" y="168104"/>
                </a:lnTo>
                <a:lnTo>
                  <a:pt x="31290" y="164727"/>
                </a:lnTo>
                <a:lnTo>
                  <a:pt x="37049" y="165860"/>
                </a:lnTo>
                <a:lnTo>
                  <a:pt x="39334" y="162062"/>
                </a:lnTo>
                <a:lnTo>
                  <a:pt x="99231" y="161802"/>
                </a:lnTo>
                <a:lnTo>
                  <a:pt x="102633" y="149843"/>
                </a:lnTo>
                <a:lnTo>
                  <a:pt x="100065" y="147738"/>
                </a:lnTo>
                <a:lnTo>
                  <a:pt x="93499" y="74022"/>
                </a:lnTo>
                <a:lnTo>
                  <a:pt x="87136" y="307"/>
                </a:lnTo>
                <a:lnTo>
                  <a:pt x="109610" y="0"/>
                </a:lnTo>
                <a:lnTo>
                  <a:pt x="159034" y="37267"/>
                </a:lnTo>
                <a:lnTo>
                  <a:pt x="208884" y="74535"/>
                </a:lnTo>
                <a:lnTo>
                  <a:pt x="212429" y="82539"/>
                </a:lnTo>
                <a:lnTo>
                  <a:pt x="221673" y="87424"/>
                </a:lnTo>
                <a:lnTo>
                  <a:pt x="228550" y="90203"/>
                </a:lnTo>
                <a:lnTo>
                  <a:pt x="228770" y="101070"/>
                </a:lnTo>
                <a:lnTo>
                  <a:pt x="245226" y="99397"/>
                </a:lnTo>
                <a:lnTo>
                  <a:pt x="245505" y="138734"/>
                </a:lnTo>
                <a:lnTo>
                  <a:pt x="237417" y="150143"/>
                </a:lnTo>
                <a:lnTo>
                  <a:pt x="236196" y="160668"/>
                </a:lnTo>
                <a:lnTo>
                  <a:pt x="222947" y="163376"/>
                </a:lnTo>
                <a:lnTo>
                  <a:pt x="202580" y="164845"/>
                </a:lnTo>
                <a:lnTo>
                  <a:pt x="197067" y="170915"/>
                </a:lnTo>
                <a:lnTo>
                  <a:pt x="187493" y="171586"/>
                </a:lnTo>
                <a:lnTo>
                  <a:pt x="177915" y="171664"/>
                </a:lnTo>
                <a:lnTo>
                  <a:pt x="174188" y="168387"/>
                </a:lnTo>
                <a:lnTo>
                  <a:pt x="165963" y="170819"/>
                </a:lnTo>
                <a:lnTo>
                  <a:pt x="151985" y="177904"/>
                </a:lnTo>
                <a:lnTo>
                  <a:pt x="149120" y="183243"/>
                </a:lnTo>
                <a:lnTo>
                  <a:pt x="137494" y="190900"/>
                </a:lnTo>
                <a:lnTo>
                  <a:pt x="135445" y="195287"/>
                </a:lnTo>
                <a:lnTo>
                  <a:pt x="129160" y="198765"/>
                </a:lnTo>
                <a:lnTo>
                  <a:pt x="121931" y="196462"/>
                </a:lnTo>
                <a:lnTo>
                  <a:pt x="117811" y="200631"/>
                </a:lnTo>
                <a:lnTo>
                  <a:pt x="115563" y="212345"/>
                </a:lnTo>
                <a:lnTo>
                  <a:pt x="103603" y="226501"/>
                </a:lnTo>
                <a:lnTo>
                  <a:pt x="103923" y="232286"/>
                </a:lnTo>
                <a:lnTo>
                  <a:pt x="99800" y="239526"/>
                </a:lnTo>
                <a:lnTo>
                  <a:pt x="100751" y="249442"/>
                </a:lnTo>
                <a:lnTo>
                  <a:pt x="94545" y="251973"/>
                </a:lnTo>
                <a:lnTo>
                  <a:pt x="91029" y="254129"/>
                </a:lnTo>
                <a:lnTo>
                  <a:pt x="88739" y="246823"/>
                </a:lnTo>
                <a:lnTo>
                  <a:pt x="84395" y="248749"/>
                </a:lnTo>
                <a:lnTo>
                  <a:pt x="81807" y="248416"/>
                </a:lnTo>
                <a:lnTo>
                  <a:pt x="79018" y="253400"/>
                </a:lnTo>
                <a:lnTo>
                  <a:pt x="67422" y="253260"/>
                </a:lnTo>
                <a:lnTo>
                  <a:pt x="63280" y="250695"/>
                </a:lnTo>
                <a:lnTo>
                  <a:pt x="61313" y="252247"/>
                </a:lnTo>
                <a:lnTo>
                  <a:pt x="56758" y="247323"/>
                </a:lnTo>
                <a:lnTo>
                  <a:pt x="57587" y="242236"/>
                </a:lnTo>
                <a:lnTo>
                  <a:pt x="55725" y="240244"/>
                </a:lnTo>
                <a:lnTo>
                  <a:pt x="52517" y="241924"/>
                </a:lnTo>
                <a:lnTo>
                  <a:pt x="53141" y="236367"/>
                </a:lnTo>
                <a:lnTo>
                  <a:pt x="56248" y="231970"/>
                </a:lnTo>
                <a:lnTo>
                  <a:pt x="50155" y="224815"/>
                </a:lnTo>
                <a:lnTo>
                  <a:pt x="48406" y="220104"/>
                </a:lnTo>
                <a:lnTo>
                  <a:pt x="45107" y="216351"/>
                </a:lnTo>
                <a:lnTo>
                  <a:pt x="42111" y="215903"/>
                </a:lnTo>
                <a:lnTo>
                  <a:pt x="38489" y="218295"/>
                </a:lnTo>
                <a:lnTo>
                  <a:pt x="33626" y="220580"/>
                </a:lnTo>
                <a:lnTo>
                  <a:pt x="29482" y="224276"/>
                </a:lnTo>
                <a:lnTo>
                  <a:pt x="23077" y="222912"/>
                </a:lnTo>
                <a:lnTo>
                  <a:pt x="18958" y="218575"/>
                </a:lnTo>
                <a:lnTo>
                  <a:pt x="16480" y="218005"/>
                </a:lnTo>
                <a:lnTo>
                  <a:pt x="12545" y="220281"/>
                </a:lnTo>
                <a:lnTo>
                  <a:pt x="10167" y="22030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g31">
            <a:extLst>
              <a:ext uri="{FF2B5EF4-FFF2-40B4-BE49-F238E27FC236}">
                <a16:creationId xmlns:a16="http://schemas.microsoft.com/office/drawing/2014/main" id="{EF5AAC4C-55C2-56C8-957B-624278E8710D}"/>
              </a:ext>
            </a:extLst>
          </p:cNvPr>
          <p:cNvSpPr/>
          <p:nvPr/>
        </p:nvSpPr>
        <p:spPr>
          <a:xfrm>
            <a:off x="1404722" y="1126010"/>
            <a:ext cx="318362" cy="385707"/>
          </a:xfrm>
          <a:custGeom>
            <a:avLst/>
            <a:gdLst/>
            <a:ahLst/>
            <a:cxnLst/>
            <a:rect l="0" t="0" r="0" b="0"/>
            <a:pathLst>
              <a:path w="180158" h="218268">
                <a:moveTo>
                  <a:pt x="0" y="109244"/>
                </a:moveTo>
                <a:lnTo>
                  <a:pt x="3373" y="103546"/>
                </a:lnTo>
                <a:lnTo>
                  <a:pt x="61273" y="103653"/>
                </a:lnTo>
                <a:lnTo>
                  <a:pt x="58974" y="78985"/>
                </a:lnTo>
                <a:lnTo>
                  <a:pt x="62766" y="70212"/>
                </a:lnTo>
                <a:lnTo>
                  <a:pt x="76601" y="68679"/>
                </a:lnTo>
                <a:lnTo>
                  <a:pt x="77096" y="24976"/>
                </a:lnTo>
                <a:lnTo>
                  <a:pt x="125161" y="25869"/>
                </a:lnTo>
                <a:lnTo>
                  <a:pt x="125689" y="0"/>
                </a:lnTo>
                <a:lnTo>
                  <a:pt x="180158" y="41351"/>
                </a:lnTo>
                <a:lnTo>
                  <a:pt x="157685" y="41659"/>
                </a:lnTo>
                <a:lnTo>
                  <a:pt x="164048" y="115374"/>
                </a:lnTo>
                <a:lnTo>
                  <a:pt x="170613" y="189090"/>
                </a:lnTo>
                <a:lnTo>
                  <a:pt x="173182" y="191195"/>
                </a:lnTo>
                <a:lnTo>
                  <a:pt x="169780" y="203154"/>
                </a:lnTo>
                <a:lnTo>
                  <a:pt x="109882" y="203414"/>
                </a:lnTo>
                <a:lnTo>
                  <a:pt x="107597" y="207212"/>
                </a:lnTo>
                <a:lnTo>
                  <a:pt x="101839" y="206078"/>
                </a:lnTo>
                <a:lnTo>
                  <a:pt x="93375" y="209456"/>
                </a:lnTo>
                <a:lnTo>
                  <a:pt x="83012" y="204699"/>
                </a:lnTo>
                <a:lnTo>
                  <a:pt x="78274" y="205093"/>
                </a:lnTo>
                <a:lnTo>
                  <a:pt x="75621" y="215155"/>
                </a:lnTo>
                <a:lnTo>
                  <a:pt x="70548" y="218268"/>
                </a:lnTo>
                <a:lnTo>
                  <a:pt x="60865" y="206536"/>
                </a:lnTo>
                <a:lnTo>
                  <a:pt x="52043" y="193970"/>
                </a:lnTo>
                <a:lnTo>
                  <a:pt x="42226" y="189445"/>
                </a:lnTo>
                <a:lnTo>
                  <a:pt x="35199" y="184424"/>
                </a:lnTo>
                <a:lnTo>
                  <a:pt x="26874" y="184612"/>
                </a:lnTo>
                <a:lnTo>
                  <a:pt x="19525" y="188334"/>
                </a:lnTo>
                <a:lnTo>
                  <a:pt x="12147" y="186860"/>
                </a:lnTo>
                <a:lnTo>
                  <a:pt x="6924" y="192336"/>
                </a:lnTo>
                <a:lnTo>
                  <a:pt x="5835" y="183132"/>
                </a:lnTo>
                <a:lnTo>
                  <a:pt x="10181" y="174711"/>
                </a:lnTo>
                <a:lnTo>
                  <a:pt x="12395" y="158629"/>
                </a:lnTo>
                <a:lnTo>
                  <a:pt x="11149" y="141749"/>
                </a:lnTo>
                <a:lnTo>
                  <a:pt x="9561" y="133258"/>
                </a:lnTo>
                <a:lnTo>
                  <a:pt x="11246" y="124740"/>
                </a:lnTo>
                <a:lnTo>
                  <a:pt x="7615" y="11662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32">
            <a:extLst>
              <a:ext uri="{FF2B5EF4-FFF2-40B4-BE49-F238E27FC236}">
                <a16:creationId xmlns:a16="http://schemas.microsoft.com/office/drawing/2014/main" id="{1E3B52B0-CA6A-4560-B144-E1400F9C474B}"/>
              </a:ext>
            </a:extLst>
          </p:cNvPr>
          <p:cNvSpPr/>
          <p:nvPr/>
        </p:nvSpPr>
        <p:spPr>
          <a:xfrm>
            <a:off x="1871307" y="1583589"/>
            <a:ext cx="80222" cy="183922"/>
          </a:xfrm>
          <a:custGeom>
            <a:avLst/>
            <a:gdLst/>
            <a:ahLst/>
            <a:cxnLst/>
            <a:rect l="0" t="0" r="0" b="0"/>
            <a:pathLst>
              <a:path w="45397" h="104080">
                <a:moveTo>
                  <a:pt x="28935" y="102087"/>
                </a:moveTo>
                <a:lnTo>
                  <a:pt x="16492" y="104080"/>
                </a:lnTo>
                <a:lnTo>
                  <a:pt x="12774" y="92296"/>
                </a:lnTo>
                <a:lnTo>
                  <a:pt x="13421" y="53070"/>
                </a:lnTo>
                <a:lnTo>
                  <a:pt x="10390" y="49551"/>
                </a:lnTo>
                <a:lnTo>
                  <a:pt x="9810" y="41168"/>
                </a:lnTo>
                <a:lnTo>
                  <a:pt x="4589" y="35186"/>
                </a:lnTo>
                <a:lnTo>
                  <a:pt x="0" y="30144"/>
                </a:lnTo>
                <a:lnTo>
                  <a:pt x="1903" y="21150"/>
                </a:lnTo>
                <a:lnTo>
                  <a:pt x="7062" y="19217"/>
                </a:lnTo>
                <a:lnTo>
                  <a:pt x="10109" y="11750"/>
                </a:lnTo>
                <a:lnTo>
                  <a:pt x="17437" y="10154"/>
                </a:lnTo>
                <a:lnTo>
                  <a:pt x="20704" y="5047"/>
                </a:lnTo>
                <a:lnTo>
                  <a:pt x="25726" y="44"/>
                </a:lnTo>
                <a:lnTo>
                  <a:pt x="31098" y="0"/>
                </a:lnTo>
                <a:lnTo>
                  <a:pt x="42558" y="9829"/>
                </a:lnTo>
                <a:lnTo>
                  <a:pt x="41991" y="15504"/>
                </a:lnTo>
                <a:lnTo>
                  <a:pt x="45397" y="25636"/>
                </a:lnTo>
                <a:lnTo>
                  <a:pt x="42458" y="32512"/>
                </a:lnTo>
                <a:lnTo>
                  <a:pt x="44053" y="37106"/>
                </a:lnTo>
                <a:lnTo>
                  <a:pt x="36792" y="47680"/>
                </a:lnTo>
                <a:lnTo>
                  <a:pt x="32174" y="52916"/>
                </a:lnTo>
                <a:lnTo>
                  <a:pt x="29360" y="63690"/>
                </a:lnTo>
                <a:lnTo>
                  <a:pt x="29758" y="7455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g33">
            <a:extLst>
              <a:ext uri="{FF2B5EF4-FFF2-40B4-BE49-F238E27FC236}">
                <a16:creationId xmlns:a16="http://schemas.microsoft.com/office/drawing/2014/main" id="{09CB3A47-A38C-E5A5-BFDF-824D19B9CF53}"/>
              </a:ext>
            </a:extLst>
          </p:cNvPr>
          <p:cNvSpPr/>
          <p:nvPr/>
        </p:nvSpPr>
        <p:spPr>
          <a:xfrm>
            <a:off x="1858629" y="1244444"/>
            <a:ext cx="408392" cy="356514"/>
          </a:xfrm>
          <a:custGeom>
            <a:avLst/>
            <a:gdLst/>
            <a:ahLst/>
            <a:cxnLst/>
            <a:rect l="0" t="0" r="0" b="0"/>
            <a:pathLst>
              <a:path w="231106" h="201748">
                <a:moveTo>
                  <a:pt x="214560" y="10397"/>
                </a:moveTo>
                <a:lnTo>
                  <a:pt x="218808" y="36948"/>
                </a:lnTo>
                <a:lnTo>
                  <a:pt x="224445" y="41390"/>
                </a:lnTo>
                <a:lnTo>
                  <a:pt x="224809" y="46822"/>
                </a:lnTo>
                <a:lnTo>
                  <a:pt x="231106" y="52678"/>
                </a:lnTo>
                <a:lnTo>
                  <a:pt x="228055" y="60030"/>
                </a:lnTo>
                <a:lnTo>
                  <a:pt x="223117" y="94691"/>
                </a:lnTo>
                <a:lnTo>
                  <a:pt x="222802" y="116907"/>
                </a:lnTo>
                <a:lnTo>
                  <a:pt x="204087" y="133012"/>
                </a:lnTo>
                <a:lnTo>
                  <a:pt x="198009" y="155511"/>
                </a:lnTo>
                <a:lnTo>
                  <a:pt x="204331" y="161839"/>
                </a:lnTo>
                <a:lnTo>
                  <a:pt x="204460" y="172826"/>
                </a:lnTo>
                <a:lnTo>
                  <a:pt x="214065" y="173219"/>
                </a:lnTo>
                <a:lnTo>
                  <a:pt x="212686" y="181265"/>
                </a:lnTo>
                <a:lnTo>
                  <a:pt x="208472" y="182244"/>
                </a:lnTo>
                <a:lnTo>
                  <a:pt x="208064" y="187682"/>
                </a:lnTo>
                <a:lnTo>
                  <a:pt x="205282" y="188060"/>
                </a:lnTo>
                <a:lnTo>
                  <a:pt x="194895" y="169360"/>
                </a:lnTo>
                <a:lnTo>
                  <a:pt x="191374" y="168680"/>
                </a:lnTo>
                <a:lnTo>
                  <a:pt x="179793" y="178228"/>
                </a:lnTo>
                <a:lnTo>
                  <a:pt x="168141" y="173244"/>
                </a:lnTo>
                <a:lnTo>
                  <a:pt x="160073" y="172247"/>
                </a:lnTo>
                <a:lnTo>
                  <a:pt x="155780" y="174645"/>
                </a:lnTo>
                <a:lnTo>
                  <a:pt x="146999" y="174127"/>
                </a:lnTo>
                <a:lnTo>
                  <a:pt x="138238" y="181406"/>
                </a:lnTo>
                <a:lnTo>
                  <a:pt x="130603" y="181824"/>
                </a:lnTo>
                <a:lnTo>
                  <a:pt x="112407" y="172995"/>
                </a:lnTo>
                <a:lnTo>
                  <a:pt x="105344" y="177188"/>
                </a:lnTo>
                <a:lnTo>
                  <a:pt x="97701" y="176897"/>
                </a:lnTo>
                <a:lnTo>
                  <a:pt x="92044" y="170446"/>
                </a:lnTo>
                <a:lnTo>
                  <a:pt x="77005" y="164072"/>
                </a:lnTo>
                <a:lnTo>
                  <a:pt x="60938" y="166095"/>
                </a:lnTo>
                <a:lnTo>
                  <a:pt x="57058" y="169789"/>
                </a:lnTo>
                <a:lnTo>
                  <a:pt x="54992" y="179613"/>
                </a:lnTo>
                <a:lnTo>
                  <a:pt x="50724" y="186500"/>
                </a:lnTo>
                <a:lnTo>
                  <a:pt x="49734" y="201748"/>
                </a:lnTo>
                <a:lnTo>
                  <a:pt x="38274" y="191919"/>
                </a:lnTo>
                <a:lnTo>
                  <a:pt x="32901" y="191963"/>
                </a:lnTo>
                <a:lnTo>
                  <a:pt x="27880" y="196966"/>
                </a:lnTo>
                <a:lnTo>
                  <a:pt x="28195" y="185268"/>
                </a:lnTo>
                <a:lnTo>
                  <a:pt x="10918" y="181394"/>
                </a:lnTo>
                <a:lnTo>
                  <a:pt x="10445" y="173128"/>
                </a:lnTo>
                <a:lnTo>
                  <a:pt x="2011" y="161975"/>
                </a:lnTo>
                <a:lnTo>
                  <a:pt x="0" y="154195"/>
                </a:lnTo>
                <a:lnTo>
                  <a:pt x="1180" y="145916"/>
                </a:lnTo>
                <a:lnTo>
                  <a:pt x="10754" y="145245"/>
                </a:lnTo>
                <a:lnTo>
                  <a:pt x="16267" y="139175"/>
                </a:lnTo>
                <a:lnTo>
                  <a:pt x="36634" y="137707"/>
                </a:lnTo>
                <a:lnTo>
                  <a:pt x="49883" y="134998"/>
                </a:lnTo>
                <a:lnTo>
                  <a:pt x="51104" y="124474"/>
                </a:lnTo>
                <a:lnTo>
                  <a:pt x="59193" y="113065"/>
                </a:lnTo>
                <a:lnTo>
                  <a:pt x="58913" y="73728"/>
                </a:lnTo>
                <a:lnTo>
                  <a:pt x="79777" y="66111"/>
                </a:lnTo>
                <a:lnTo>
                  <a:pt x="122285" y="32556"/>
                </a:lnTo>
                <a:lnTo>
                  <a:pt x="172304" y="0"/>
                </a:lnTo>
                <a:lnTo>
                  <a:pt x="195768" y="7364"/>
                </a:lnTo>
                <a:lnTo>
                  <a:pt x="204273" y="1674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g34">
            <a:extLst>
              <a:ext uri="{FF2B5EF4-FFF2-40B4-BE49-F238E27FC236}">
                <a16:creationId xmlns:a16="http://schemas.microsoft.com/office/drawing/2014/main" id="{55E96290-B8DB-5565-8E0B-46807692279E}"/>
              </a:ext>
            </a:extLst>
          </p:cNvPr>
          <p:cNvSpPr/>
          <p:nvPr/>
        </p:nvSpPr>
        <p:spPr>
          <a:xfrm>
            <a:off x="1922442" y="1534381"/>
            <a:ext cx="314507" cy="290526"/>
          </a:xfrm>
          <a:custGeom>
            <a:avLst/>
            <a:gdLst/>
            <a:ahLst/>
            <a:cxnLst/>
            <a:rect l="0" t="0" r="0" b="0"/>
            <a:pathLst>
              <a:path w="177977" h="164406">
                <a:moveTo>
                  <a:pt x="0" y="129934"/>
                </a:moveTo>
                <a:lnTo>
                  <a:pt x="823" y="102401"/>
                </a:lnTo>
                <a:lnTo>
                  <a:pt x="425" y="91536"/>
                </a:lnTo>
                <a:lnTo>
                  <a:pt x="3239" y="80762"/>
                </a:lnTo>
                <a:lnTo>
                  <a:pt x="7857" y="75526"/>
                </a:lnTo>
                <a:lnTo>
                  <a:pt x="15118" y="64952"/>
                </a:lnTo>
                <a:lnTo>
                  <a:pt x="13523" y="60358"/>
                </a:lnTo>
                <a:lnTo>
                  <a:pt x="16462" y="53482"/>
                </a:lnTo>
                <a:lnTo>
                  <a:pt x="13056" y="43350"/>
                </a:lnTo>
                <a:lnTo>
                  <a:pt x="13623" y="37675"/>
                </a:lnTo>
                <a:lnTo>
                  <a:pt x="14614" y="22427"/>
                </a:lnTo>
                <a:lnTo>
                  <a:pt x="18882" y="15540"/>
                </a:lnTo>
                <a:lnTo>
                  <a:pt x="20947" y="5717"/>
                </a:lnTo>
                <a:lnTo>
                  <a:pt x="24827" y="2023"/>
                </a:lnTo>
                <a:lnTo>
                  <a:pt x="40895" y="0"/>
                </a:lnTo>
                <a:lnTo>
                  <a:pt x="55933" y="6373"/>
                </a:lnTo>
                <a:lnTo>
                  <a:pt x="61591" y="12824"/>
                </a:lnTo>
                <a:lnTo>
                  <a:pt x="69234" y="13115"/>
                </a:lnTo>
                <a:lnTo>
                  <a:pt x="76296" y="8922"/>
                </a:lnTo>
                <a:lnTo>
                  <a:pt x="94493" y="17751"/>
                </a:lnTo>
                <a:lnTo>
                  <a:pt x="102127" y="17333"/>
                </a:lnTo>
                <a:lnTo>
                  <a:pt x="110888" y="10054"/>
                </a:lnTo>
                <a:lnTo>
                  <a:pt x="119670" y="10572"/>
                </a:lnTo>
                <a:lnTo>
                  <a:pt x="123963" y="8174"/>
                </a:lnTo>
                <a:lnTo>
                  <a:pt x="132030" y="9171"/>
                </a:lnTo>
                <a:lnTo>
                  <a:pt x="143683" y="14155"/>
                </a:lnTo>
                <a:lnTo>
                  <a:pt x="155263" y="4607"/>
                </a:lnTo>
                <a:lnTo>
                  <a:pt x="158785" y="5287"/>
                </a:lnTo>
                <a:lnTo>
                  <a:pt x="169172" y="23987"/>
                </a:lnTo>
                <a:lnTo>
                  <a:pt x="171953" y="23609"/>
                </a:lnTo>
                <a:lnTo>
                  <a:pt x="177977" y="30413"/>
                </a:lnTo>
                <a:lnTo>
                  <a:pt x="176383" y="33498"/>
                </a:lnTo>
                <a:lnTo>
                  <a:pt x="175663" y="39175"/>
                </a:lnTo>
                <a:lnTo>
                  <a:pt x="163178" y="52392"/>
                </a:lnTo>
                <a:lnTo>
                  <a:pt x="159324" y="63293"/>
                </a:lnTo>
                <a:lnTo>
                  <a:pt x="157291" y="72170"/>
                </a:lnTo>
                <a:lnTo>
                  <a:pt x="154138" y="75977"/>
                </a:lnTo>
                <a:lnTo>
                  <a:pt x="151207" y="87933"/>
                </a:lnTo>
                <a:lnTo>
                  <a:pt x="143221" y="94969"/>
                </a:lnTo>
                <a:lnTo>
                  <a:pt x="140953" y="103612"/>
                </a:lnTo>
                <a:lnTo>
                  <a:pt x="137619" y="110492"/>
                </a:lnTo>
                <a:lnTo>
                  <a:pt x="136257" y="117592"/>
                </a:lnTo>
                <a:lnTo>
                  <a:pt x="125950" y="123347"/>
                </a:lnTo>
                <a:lnTo>
                  <a:pt x="117460" y="116328"/>
                </a:lnTo>
                <a:lnTo>
                  <a:pt x="111756" y="116611"/>
                </a:lnTo>
                <a:lnTo>
                  <a:pt x="102841" y="126609"/>
                </a:lnTo>
                <a:lnTo>
                  <a:pt x="98482" y="126762"/>
                </a:lnTo>
                <a:lnTo>
                  <a:pt x="91389" y="143242"/>
                </a:lnTo>
                <a:lnTo>
                  <a:pt x="87559" y="155330"/>
                </a:lnTo>
                <a:lnTo>
                  <a:pt x="71933" y="161477"/>
                </a:lnTo>
                <a:lnTo>
                  <a:pt x="66211" y="160578"/>
                </a:lnTo>
                <a:lnTo>
                  <a:pt x="60426" y="164406"/>
                </a:lnTo>
                <a:lnTo>
                  <a:pt x="48369" y="164033"/>
                </a:lnTo>
                <a:lnTo>
                  <a:pt x="40276" y="153348"/>
                </a:lnTo>
                <a:lnTo>
                  <a:pt x="35288" y="140985"/>
                </a:lnTo>
                <a:lnTo>
                  <a:pt x="24601" y="129731"/>
                </a:lnTo>
                <a:lnTo>
                  <a:pt x="13287" y="129942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g35">
            <a:extLst>
              <a:ext uri="{FF2B5EF4-FFF2-40B4-BE49-F238E27FC236}">
                <a16:creationId xmlns:a16="http://schemas.microsoft.com/office/drawing/2014/main" id="{671E3E0A-C546-F0D7-6987-ED2E9F77665B}"/>
              </a:ext>
            </a:extLst>
          </p:cNvPr>
          <p:cNvSpPr/>
          <p:nvPr/>
        </p:nvSpPr>
        <p:spPr>
          <a:xfrm>
            <a:off x="2076893" y="1564762"/>
            <a:ext cx="200733" cy="335994"/>
          </a:xfrm>
          <a:custGeom>
            <a:avLst/>
            <a:gdLst/>
            <a:ahLst/>
            <a:cxnLst/>
            <a:rect l="0" t="0" r="0" b="0"/>
            <a:pathLst>
              <a:path w="113593" h="190136">
                <a:moveTo>
                  <a:pt x="89172" y="0"/>
                </a:moveTo>
                <a:lnTo>
                  <a:pt x="95282" y="10937"/>
                </a:lnTo>
                <a:lnTo>
                  <a:pt x="96435" y="22270"/>
                </a:lnTo>
                <a:lnTo>
                  <a:pt x="96027" y="33615"/>
                </a:lnTo>
                <a:lnTo>
                  <a:pt x="104381" y="49141"/>
                </a:lnTo>
                <a:lnTo>
                  <a:pt x="95990" y="48974"/>
                </a:lnTo>
                <a:lnTo>
                  <a:pt x="91766" y="50190"/>
                </a:lnTo>
                <a:lnTo>
                  <a:pt x="84903" y="48475"/>
                </a:lnTo>
                <a:lnTo>
                  <a:pt x="81721" y="56535"/>
                </a:lnTo>
                <a:lnTo>
                  <a:pt x="90687" y="66503"/>
                </a:lnTo>
                <a:lnTo>
                  <a:pt x="97262" y="69403"/>
                </a:lnTo>
                <a:lnTo>
                  <a:pt x="99447" y="76474"/>
                </a:lnTo>
                <a:lnTo>
                  <a:pt x="104295" y="88248"/>
                </a:lnTo>
                <a:lnTo>
                  <a:pt x="101978" y="92875"/>
                </a:lnTo>
                <a:lnTo>
                  <a:pt x="94544" y="110185"/>
                </a:lnTo>
                <a:lnTo>
                  <a:pt x="90953" y="113286"/>
                </a:lnTo>
                <a:lnTo>
                  <a:pt x="89881" y="126527"/>
                </a:lnTo>
                <a:lnTo>
                  <a:pt x="91426" y="133720"/>
                </a:lnTo>
                <a:lnTo>
                  <a:pt x="90243" y="138810"/>
                </a:lnTo>
                <a:lnTo>
                  <a:pt x="97417" y="147730"/>
                </a:lnTo>
                <a:lnTo>
                  <a:pt x="98737" y="153862"/>
                </a:lnTo>
                <a:lnTo>
                  <a:pt x="104350" y="162677"/>
                </a:lnTo>
                <a:lnTo>
                  <a:pt x="111273" y="168173"/>
                </a:lnTo>
                <a:lnTo>
                  <a:pt x="111982" y="175964"/>
                </a:lnTo>
                <a:lnTo>
                  <a:pt x="113593" y="180913"/>
                </a:lnTo>
                <a:lnTo>
                  <a:pt x="112541" y="190136"/>
                </a:lnTo>
                <a:lnTo>
                  <a:pt x="100542" y="186099"/>
                </a:lnTo>
                <a:lnTo>
                  <a:pt x="88331" y="181592"/>
                </a:lnTo>
                <a:lnTo>
                  <a:pt x="69293" y="180923"/>
                </a:lnTo>
                <a:lnTo>
                  <a:pt x="67413" y="179991"/>
                </a:lnTo>
                <a:lnTo>
                  <a:pt x="58491" y="182191"/>
                </a:lnTo>
                <a:lnTo>
                  <a:pt x="49318" y="179903"/>
                </a:lnTo>
                <a:lnTo>
                  <a:pt x="42153" y="181026"/>
                </a:lnTo>
                <a:lnTo>
                  <a:pt x="17607" y="180636"/>
                </a:lnTo>
                <a:lnTo>
                  <a:pt x="19773" y="167150"/>
                </a:lnTo>
                <a:lnTo>
                  <a:pt x="13844" y="155858"/>
                </a:lnTo>
                <a:lnTo>
                  <a:pt x="6956" y="152961"/>
                </a:lnTo>
                <a:lnTo>
                  <a:pt x="3868" y="145307"/>
                </a:lnTo>
                <a:lnTo>
                  <a:pt x="0" y="142858"/>
                </a:lnTo>
                <a:lnTo>
                  <a:pt x="156" y="138138"/>
                </a:lnTo>
                <a:lnTo>
                  <a:pt x="3987" y="126050"/>
                </a:lnTo>
                <a:lnTo>
                  <a:pt x="11080" y="109570"/>
                </a:lnTo>
                <a:lnTo>
                  <a:pt x="15438" y="109416"/>
                </a:lnTo>
                <a:lnTo>
                  <a:pt x="24353" y="99419"/>
                </a:lnTo>
                <a:lnTo>
                  <a:pt x="30057" y="99136"/>
                </a:lnTo>
                <a:lnTo>
                  <a:pt x="38547" y="106155"/>
                </a:lnTo>
                <a:lnTo>
                  <a:pt x="48854" y="100400"/>
                </a:lnTo>
                <a:lnTo>
                  <a:pt x="50216" y="93300"/>
                </a:lnTo>
                <a:lnTo>
                  <a:pt x="53550" y="86420"/>
                </a:lnTo>
                <a:lnTo>
                  <a:pt x="55818" y="77777"/>
                </a:lnTo>
                <a:lnTo>
                  <a:pt x="63804" y="70741"/>
                </a:lnTo>
                <a:lnTo>
                  <a:pt x="66735" y="58785"/>
                </a:lnTo>
                <a:lnTo>
                  <a:pt x="69888" y="54978"/>
                </a:lnTo>
                <a:lnTo>
                  <a:pt x="71921" y="46101"/>
                </a:lnTo>
                <a:lnTo>
                  <a:pt x="75776" y="35200"/>
                </a:lnTo>
                <a:lnTo>
                  <a:pt x="88261" y="21983"/>
                </a:lnTo>
                <a:lnTo>
                  <a:pt x="88980" y="16305"/>
                </a:lnTo>
                <a:lnTo>
                  <a:pt x="90574" y="13220"/>
                </a:lnTo>
                <a:lnTo>
                  <a:pt x="84551" y="6417"/>
                </a:lnTo>
                <a:lnTo>
                  <a:pt x="84959" y="97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g36">
            <a:extLst>
              <a:ext uri="{FF2B5EF4-FFF2-40B4-BE49-F238E27FC236}">
                <a16:creationId xmlns:a16="http://schemas.microsoft.com/office/drawing/2014/main" id="{E3836378-C8FB-03C7-481F-6F02516A080C}"/>
              </a:ext>
            </a:extLst>
          </p:cNvPr>
          <p:cNvSpPr/>
          <p:nvPr/>
        </p:nvSpPr>
        <p:spPr>
          <a:xfrm>
            <a:off x="1849499" y="1620323"/>
            <a:ext cx="50953" cy="153628"/>
          </a:xfrm>
          <a:custGeom>
            <a:avLst/>
            <a:gdLst/>
            <a:ahLst/>
            <a:cxnLst/>
            <a:rect l="0" t="0" r="0" b="0"/>
            <a:pathLst>
              <a:path w="28834" h="86937">
                <a:moveTo>
                  <a:pt x="14245" y="364"/>
                </a:moveTo>
                <a:lnTo>
                  <a:pt x="12342" y="9358"/>
                </a:lnTo>
                <a:lnTo>
                  <a:pt x="16932" y="14400"/>
                </a:lnTo>
                <a:lnTo>
                  <a:pt x="22153" y="20382"/>
                </a:lnTo>
                <a:lnTo>
                  <a:pt x="22732" y="28764"/>
                </a:lnTo>
                <a:lnTo>
                  <a:pt x="25763" y="32283"/>
                </a:lnTo>
                <a:lnTo>
                  <a:pt x="25116" y="71510"/>
                </a:lnTo>
                <a:lnTo>
                  <a:pt x="28834" y="83294"/>
                </a:lnTo>
                <a:lnTo>
                  <a:pt x="16712" y="86937"/>
                </a:lnTo>
                <a:lnTo>
                  <a:pt x="13349" y="80939"/>
                </a:lnTo>
                <a:lnTo>
                  <a:pt x="9332" y="70104"/>
                </a:lnTo>
                <a:lnTo>
                  <a:pt x="8134" y="61608"/>
                </a:lnTo>
                <a:lnTo>
                  <a:pt x="11454" y="46223"/>
                </a:lnTo>
                <a:lnTo>
                  <a:pt x="7680" y="39993"/>
                </a:lnTo>
                <a:lnTo>
                  <a:pt x="6245" y="26537"/>
                </a:lnTo>
                <a:lnTo>
                  <a:pt x="6267" y="14133"/>
                </a:lnTo>
                <a:lnTo>
                  <a:pt x="0" y="5325"/>
                </a:lnTo>
                <a:lnTo>
                  <a:pt x="1104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g37">
            <a:extLst>
              <a:ext uri="{FF2B5EF4-FFF2-40B4-BE49-F238E27FC236}">
                <a16:creationId xmlns:a16="http://schemas.microsoft.com/office/drawing/2014/main" id="{868C95EF-D43C-35AC-9933-2EF271BDE2F7}"/>
              </a:ext>
            </a:extLst>
          </p:cNvPr>
          <p:cNvSpPr/>
          <p:nvPr/>
        </p:nvSpPr>
        <p:spPr>
          <a:xfrm>
            <a:off x="1764490" y="1617920"/>
            <a:ext cx="114540" cy="192807"/>
          </a:xfrm>
          <a:custGeom>
            <a:avLst/>
            <a:gdLst/>
            <a:ahLst/>
            <a:cxnLst/>
            <a:rect l="0" t="0" r="0" b="0"/>
            <a:pathLst>
              <a:path w="64817" h="109108">
                <a:moveTo>
                  <a:pt x="49209" y="1360"/>
                </a:moveTo>
                <a:lnTo>
                  <a:pt x="48104" y="6685"/>
                </a:lnTo>
                <a:lnTo>
                  <a:pt x="54371" y="15494"/>
                </a:lnTo>
                <a:lnTo>
                  <a:pt x="54349" y="27898"/>
                </a:lnTo>
                <a:lnTo>
                  <a:pt x="55785" y="41354"/>
                </a:lnTo>
                <a:lnTo>
                  <a:pt x="59559" y="47584"/>
                </a:lnTo>
                <a:lnTo>
                  <a:pt x="56239" y="62969"/>
                </a:lnTo>
                <a:lnTo>
                  <a:pt x="57437" y="71465"/>
                </a:lnTo>
                <a:lnTo>
                  <a:pt x="61453" y="82300"/>
                </a:lnTo>
                <a:lnTo>
                  <a:pt x="64817" y="88298"/>
                </a:lnTo>
                <a:lnTo>
                  <a:pt x="41204" y="98296"/>
                </a:lnTo>
                <a:lnTo>
                  <a:pt x="32826" y="104154"/>
                </a:lnTo>
                <a:lnTo>
                  <a:pt x="19245" y="109108"/>
                </a:lnTo>
                <a:lnTo>
                  <a:pt x="5818" y="104257"/>
                </a:lnTo>
                <a:lnTo>
                  <a:pt x="6510" y="97518"/>
                </a:lnTo>
                <a:lnTo>
                  <a:pt x="0" y="82804"/>
                </a:lnTo>
                <a:lnTo>
                  <a:pt x="3956" y="63516"/>
                </a:lnTo>
                <a:lnTo>
                  <a:pt x="10318" y="49170"/>
                </a:lnTo>
                <a:lnTo>
                  <a:pt x="6373" y="24867"/>
                </a:lnTo>
                <a:lnTo>
                  <a:pt x="4352" y="12007"/>
                </a:lnTo>
                <a:lnTo>
                  <a:pt x="4727" y="2316"/>
                </a:lnTo>
                <a:lnTo>
                  <a:pt x="30794" y="1512"/>
                </a:lnTo>
                <a:lnTo>
                  <a:pt x="37423" y="2757"/>
                </a:lnTo>
                <a:lnTo>
                  <a:pt x="42269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g38">
            <a:extLst>
              <a:ext uri="{FF2B5EF4-FFF2-40B4-BE49-F238E27FC236}">
                <a16:creationId xmlns:a16="http://schemas.microsoft.com/office/drawing/2014/main" id="{F446CAE8-22C4-C6F0-B4BB-9AB36A8C382C}"/>
              </a:ext>
            </a:extLst>
          </p:cNvPr>
          <p:cNvSpPr/>
          <p:nvPr/>
        </p:nvSpPr>
        <p:spPr>
          <a:xfrm>
            <a:off x="1621938" y="1635253"/>
            <a:ext cx="160787" cy="186707"/>
          </a:xfrm>
          <a:custGeom>
            <a:avLst/>
            <a:gdLst/>
            <a:ahLst/>
            <a:cxnLst/>
            <a:rect l="0" t="0" r="0" b="0"/>
            <a:pathLst>
              <a:path w="90988" h="105656">
                <a:moveTo>
                  <a:pt x="8941" y="5423"/>
                </a:moveTo>
                <a:lnTo>
                  <a:pt x="10908" y="3871"/>
                </a:lnTo>
                <a:lnTo>
                  <a:pt x="15050" y="6436"/>
                </a:lnTo>
                <a:lnTo>
                  <a:pt x="26646" y="6577"/>
                </a:lnTo>
                <a:lnTo>
                  <a:pt x="29435" y="1592"/>
                </a:lnTo>
                <a:lnTo>
                  <a:pt x="32023" y="1925"/>
                </a:lnTo>
                <a:lnTo>
                  <a:pt x="36368" y="0"/>
                </a:lnTo>
                <a:lnTo>
                  <a:pt x="38658" y="7305"/>
                </a:lnTo>
                <a:lnTo>
                  <a:pt x="42174" y="5149"/>
                </a:lnTo>
                <a:lnTo>
                  <a:pt x="48380" y="2618"/>
                </a:lnTo>
                <a:lnTo>
                  <a:pt x="55117" y="6342"/>
                </a:lnTo>
                <a:lnTo>
                  <a:pt x="57722" y="11991"/>
                </a:lnTo>
                <a:lnTo>
                  <a:pt x="64465" y="15598"/>
                </a:lnTo>
                <a:lnTo>
                  <a:pt x="69732" y="11302"/>
                </a:lnTo>
                <a:lnTo>
                  <a:pt x="76772" y="10653"/>
                </a:lnTo>
                <a:lnTo>
                  <a:pt x="87043" y="15058"/>
                </a:lnTo>
                <a:lnTo>
                  <a:pt x="90988" y="39361"/>
                </a:lnTo>
                <a:lnTo>
                  <a:pt x="84626" y="53707"/>
                </a:lnTo>
                <a:lnTo>
                  <a:pt x="80669" y="72995"/>
                </a:lnTo>
                <a:lnTo>
                  <a:pt x="87180" y="87709"/>
                </a:lnTo>
                <a:lnTo>
                  <a:pt x="86487" y="94448"/>
                </a:lnTo>
                <a:lnTo>
                  <a:pt x="79632" y="94622"/>
                </a:lnTo>
                <a:lnTo>
                  <a:pt x="69125" y="91283"/>
                </a:lnTo>
                <a:lnTo>
                  <a:pt x="59466" y="91480"/>
                </a:lnTo>
                <a:lnTo>
                  <a:pt x="41612" y="94461"/>
                </a:lnTo>
                <a:lnTo>
                  <a:pt x="31137" y="99391"/>
                </a:lnTo>
                <a:lnTo>
                  <a:pt x="16197" y="105656"/>
                </a:lnTo>
                <a:lnTo>
                  <a:pt x="13286" y="105207"/>
                </a:lnTo>
                <a:lnTo>
                  <a:pt x="14488" y="91140"/>
                </a:lnTo>
                <a:lnTo>
                  <a:pt x="15937" y="89002"/>
                </a:lnTo>
                <a:lnTo>
                  <a:pt x="15501" y="82272"/>
                </a:lnTo>
                <a:lnTo>
                  <a:pt x="9148" y="75118"/>
                </a:lnTo>
                <a:lnTo>
                  <a:pt x="4370" y="73976"/>
                </a:lnTo>
                <a:lnTo>
                  <a:pt x="0" y="69287"/>
                </a:lnTo>
                <a:lnTo>
                  <a:pt x="3306" y="61699"/>
                </a:lnTo>
                <a:lnTo>
                  <a:pt x="1838" y="53442"/>
                </a:lnTo>
                <a:lnTo>
                  <a:pt x="2556" y="48475"/>
                </a:lnTo>
                <a:lnTo>
                  <a:pt x="4942" y="48455"/>
                </a:lnTo>
                <a:lnTo>
                  <a:pt x="5864" y="41005"/>
                </a:lnTo>
                <a:lnTo>
                  <a:pt x="4719" y="37707"/>
                </a:lnTo>
                <a:lnTo>
                  <a:pt x="6168" y="35333"/>
                </a:lnTo>
                <a:lnTo>
                  <a:pt x="11762" y="33279"/>
                </a:lnTo>
                <a:lnTo>
                  <a:pt x="8121" y="19605"/>
                </a:lnTo>
                <a:lnTo>
                  <a:pt x="4698" y="12546"/>
                </a:lnTo>
                <a:lnTo>
                  <a:pt x="5939" y="674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g39">
            <a:extLst>
              <a:ext uri="{FF2B5EF4-FFF2-40B4-BE49-F238E27FC236}">
                <a16:creationId xmlns:a16="http://schemas.microsoft.com/office/drawing/2014/main" id="{7A11CC30-5288-0AA1-308A-8BBC1A4B03EE}"/>
              </a:ext>
            </a:extLst>
          </p:cNvPr>
          <p:cNvSpPr/>
          <p:nvPr/>
        </p:nvSpPr>
        <p:spPr>
          <a:xfrm>
            <a:off x="1449627" y="1573012"/>
            <a:ext cx="193097" cy="159281"/>
          </a:xfrm>
          <a:custGeom>
            <a:avLst/>
            <a:gdLst/>
            <a:ahLst/>
            <a:cxnLst/>
            <a:rect l="0" t="0" r="0" b="0"/>
            <a:pathLst>
              <a:path w="109272" h="90136">
                <a:moveTo>
                  <a:pt x="21775" y="0"/>
                </a:moveTo>
                <a:lnTo>
                  <a:pt x="29004" y="176"/>
                </a:lnTo>
                <a:lnTo>
                  <a:pt x="39723" y="4340"/>
                </a:lnTo>
                <a:lnTo>
                  <a:pt x="43031" y="3958"/>
                </a:lnTo>
                <a:lnTo>
                  <a:pt x="44178" y="2058"/>
                </a:lnTo>
                <a:lnTo>
                  <a:pt x="52333" y="3409"/>
                </a:lnTo>
                <a:lnTo>
                  <a:pt x="54506" y="2445"/>
                </a:lnTo>
                <a:lnTo>
                  <a:pt x="55306" y="8699"/>
                </a:lnTo>
                <a:lnTo>
                  <a:pt x="57683" y="8680"/>
                </a:lnTo>
                <a:lnTo>
                  <a:pt x="61619" y="6404"/>
                </a:lnTo>
                <a:lnTo>
                  <a:pt x="64097" y="6973"/>
                </a:lnTo>
                <a:lnTo>
                  <a:pt x="68216" y="11310"/>
                </a:lnTo>
                <a:lnTo>
                  <a:pt x="74620" y="12675"/>
                </a:lnTo>
                <a:lnTo>
                  <a:pt x="78765" y="8979"/>
                </a:lnTo>
                <a:lnTo>
                  <a:pt x="83628" y="6694"/>
                </a:lnTo>
                <a:lnTo>
                  <a:pt x="87250" y="4302"/>
                </a:lnTo>
                <a:lnTo>
                  <a:pt x="90246" y="4750"/>
                </a:lnTo>
                <a:lnTo>
                  <a:pt x="93545" y="8503"/>
                </a:lnTo>
                <a:lnTo>
                  <a:pt x="95294" y="13213"/>
                </a:lnTo>
                <a:lnTo>
                  <a:pt x="101386" y="20369"/>
                </a:lnTo>
                <a:lnTo>
                  <a:pt x="98280" y="24765"/>
                </a:lnTo>
                <a:lnTo>
                  <a:pt x="97655" y="30323"/>
                </a:lnTo>
                <a:lnTo>
                  <a:pt x="100863" y="28642"/>
                </a:lnTo>
                <a:lnTo>
                  <a:pt x="102725" y="30635"/>
                </a:lnTo>
                <a:lnTo>
                  <a:pt x="101896" y="35721"/>
                </a:lnTo>
                <a:lnTo>
                  <a:pt x="106452" y="40645"/>
                </a:lnTo>
                <a:lnTo>
                  <a:pt x="103449" y="41969"/>
                </a:lnTo>
                <a:lnTo>
                  <a:pt x="102208" y="47768"/>
                </a:lnTo>
                <a:lnTo>
                  <a:pt x="105631" y="54828"/>
                </a:lnTo>
                <a:lnTo>
                  <a:pt x="109272" y="68501"/>
                </a:lnTo>
                <a:lnTo>
                  <a:pt x="103678" y="70555"/>
                </a:lnTo>
                <a:lnTo>
                  <a:pt x="102229" y="72929"/>
                </a:lnTo>
                <a:lnTo>
                  <a:pt x="103374" y="76228"/>
                </a:lnTo>
                <a:lnTo>
                  <a:pt x="102452" y="83678"/>
                </a:lnTo>
                <a:lnTo>
                  <a:pt x="100066" y="83697"/>
                </a:lnTo>
                <a:lnTo>
                  <a:pt x="95813" y="83259"/>
                </a:lnTo>
                <a:lnTo>
                  <a:pt x="92711" y="90136"/>
                </a:lnTo>
                <a:lnTo>
                  <a:pt x="88457" y="90053"/>
                </a:lnTo>
                <a:lnTo>
                  <a:pt x="85548" y="86415"/>
                </a:lnTo>
                <a:lnTo>
                  <a:pt x="86579" y="79555"/>
                </a:lnTo>
                <a:lnTo>
                  <a:pt x="80352" y="69093"/>
                </a:lnTo>
                <a:lnTo>
                  <a:pt x="76412" y="71015"/>
                </a:lnTo>
                <a:lnTo>
                  <a:pt x="73199" y="71396"/>
                </a:lnTo>
                <a:lnTo>
                  <a:pt x="69052" y="72375"/>
                </a:lnTo>
                <a:lnTo>
                  <a:pt x="69261" y="66112"/>
                </a:lnTo>
                <a:lnTo>
                  <a:pt x="66879" y="61644"/>
                </a:lnTo>
                <a:lnTo>
                  <a:pt x="67401" y="56678"/>
                </a:lnTo>
                <a:lnTo>
                  <a:pt x="64198" y="49498"/>
                </a:lnTo>
                <a:lnTo>
                  <a:pt x="60065" y="43390"/>
                </a:lnTo>
                <a:lnTo>
                  <a:pt x="48054" y="43371"/>
                </a:lnTo>
                <a:lnTo>
                  <a:pt x="44525" y="46589"/>
                </a:lnTo>
                <a:lnTo>
                  <a:pt x="40382" y="46977"/>
                </a:lnTo>
                <a:lnTo>
                  <a:pt x="37784" y="50661"/>
                </a:lnTo>
                <a:lnTo>
                  <a:pt x="36011" y="55400"/>
                </a:lnTo>
                <a:lnTo>
                  <a:pt x="27911" y="62910"/>
                </a:lnTo>
                <a:lnTo>
                  <a:pt x="21411" y="52803"/>
                </a:lnTo>
                <a:lnTo>
                  <a:pt x="15635" y="46117"/>
                </a:lnTo>
                <a:lnTo>
                  <a:pt x="11812" y="43905"/>
                </a:lnTo>
                <a:lnTo>
                  <a:pt x="8100" y="40510"/>
                </a:lnTo>
                <a:lnTo>
                  <a:pt x="6480" y="32963"/>
                </a:lnTo>
                <a:lnTo>
                  <a:pt x="4329" y="29201"/>
                </a:lnTo>
                <a:lnTo>
                  <a:pt x="0" y="26402"/>
                </a:lnTo>
                <a:lnTo>
                  <a:pt x="6774" y="18077"/>
                </a:lnTo>
                <a:lnTo>
                  <a:pt x="11322" y="18394"/>
                </a:lnTo>
                <a:lnTo>
                  <a:pt x="15268" y="15527"/>
                </a:lnTo>
                <a:lnTo>
                  <a:pt x="18577" y="15500"/>
                </a:lnTo>
                <a:lnTo>
                  <a:pt x="20968" y="13236"/>
                </a:lnTo>
                <a:lnTo>
                  <a:pt x="19762" y="7575"/>
                </a:lnTo>
                <a:lnTo>
                  <a:pt x="21427" y="579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g40">
            <a:extLst>
              <a:ext uri="{FF2B5EF4-FFF2-40B4-BE49-F238E27FC236}">
                <a16:creationId xmlns:a16="http://schemas.microsoft.com/office/drawing/2014/main" id="{54829831-64D7-69D8-CEC9-9629B35E0908}"/>
              </a:ext>
            </a:extLst>
          </p:cNvPr>
          <p:cNvSpPr/>
          <p:nvPr/>
        </p:nvSpPr>
        <p:spPr>
          <a:xfrm>
            <a:off x="1409195" y="1571740"/>
            <a:ext cx="78908" cy="47924"/>
          </a:xfrm>
          <a:custGeom>
            <a:avLst/>
            <a:gdLst/>
            <a:ahLst/>
            <a:cxnLst/>
            <a:rect l="0" t="0" r="0" b="0"/>
            <a:pathLst>
              <a:path w="44654" h="27119">
                <a:moveTo>
                  <a:pt x="0" y="4156"/>
                </a:moveTo>
                <a:lnTo>
                  <a:pt x="7980" y="1373"/>
                </a:lnTo>
                <a:lnTo>
                  <a:pt x="12933" y="1923"/>
                </a:lnTo>
                <a:lnTo>
                  <a:pt x="16978" y="0"/>
                </a:lnTo>
                <a:lnTo>
                  <a:pt x="44654" y="717"/>
                </a:lnTo>
                <a:lnTo>
                  <a:pt x="44306" y="6507"/>
                </a:lnTo>
                <a:lnTo>
                  <a:pt x="42641" y="8293"/>
                </a:lnTo>
                <a:lnTo>
                  <a:pt x="43847" y="13953"/>
                </a:lnTo>
                <a:lnTo>
                  <a:pt x="41456" y="16217"/>
                </a:lnTo>
                <a:lnTo>
                  <a:pt x="38147" y="16244"/>
                </a:lnTo>
                <a:lnTo>
                  <a:pt x="34201" y="19111"/>
                </a:lnTo>
                <a:lnTo>
                  <a:pt x="29653" y="18794"/>
                </a:lnTo>
                <a:lnTo>
                  <a:pt x="22878" y="27119"/>
                </a:lnTo>
                <a:lnTo>
                  <a:pt x="14961" y="19979"/>
                </a:lnTo>
                <a:lnTo>
                  <a:pt x="8662" y="18849"/>
                </a:lnTo>
                <a:lnTo>
                  <a:pt x="5287" y="14034"/>
                </a:lnTo>
                <a:lnTo>
                  <a:pt x="5412" y="11434"/>
                </a:lnTo>
                <a:lnTo>
                  <a:pt x="896" y="78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g41">
            <a:extLst>
              <a:ext uri="{FF2B5EF4-FFF2-40B4-BE49-F238E27FC236}">
                <a16:creationId xmlns:a16="http://schemas.microsoft.com/office/drawing/2014/main" id="{8F563041-48BB-6480-24A2-56517B92D553}"/>
              </a:ext>
            </a:extLst>
          </p:cNvPr>
          <p:cNvSpPr/>
          <p:nvPr/>
        </p:nvSpPr>
        <p:spPr>
          <a:xfrm>
            <a:off x="1546544" y="1695105"/>
            <a:ext cx="103556" cy="126326"/>
          </a:xfrm>
          <a:custGeom>
            <a:avLst/>
            <a:gdLst/>
            <a:ahLst/>
            <a:cxnLst/>
            <a:rect l="0" t="0" r="0" b="0"/>
            <a:pathLst>
              <a:path w="58601" h="71487">
                <a:moveTo>
                  <a:pt x="45221" y="14604"/>
                </a:moveTo>
                <a:lnTo>
                  <a:pt x="44503" y="19571"/>
                </a:lnTo>
                <a:lnTo>
                  <a:pt x="45970" y="27828"/>
                </a:lnTo>
                <a:lnTo>
                  <a:pt x="42664" y="35416"/>
                </a:lnTo>
                <a:lnTo>
                  <a:pt x="47034" y="40105"/>
                </a:lnTo>
                <a:lnTo>
                  <a:pt x="51813" y="41247"/>
                </a:lnTo>
                <a:lnTo>
                  <a:pt x="58166" y="48401"/>
                </a:lnTo>
                <a:lnTo>
                  <a:pt x="58601" y="55131"/>
                </a:lnTo>
                <a:lnTo>
                  <a:pt x="57153" y="57269"/>
                </a:lnTo>
                <a:lnTo>
                  <a:pt x="55951" y="71337"/>
                </a:lnTo>
                <a:lnTo>
                  <a:pt x="52003" y="71487"/>
                </a:lnTo>
                <a:lnTo>
                  <a:pt x="36498" y="63345"/>
                </a:lnTo>
                <a:lnTo>
                  <a:pt x="22863" y="50345"/>
                </a:lnTo>
                <a:lnTo>
                  <a:pt x="10077" y="40999"/>
                </a:lnTo>
                <a:lnTo>
                  <a:pt x="0" y="29978"/>
                </a:lnTo>
                <a:lnTo>
                  <a:pt x="3629" y="24514"/>
                </a:lnTo>
                <a:lnTo>
                  <a:pt x="4458" y="19546"/>
                </a:lnTo>
                <a:lnTo>
                  <a:pt x="11302" y="10275"/>
                </a:lnTo>
                <a:lnTo>
                  <a:pt x="18354" y="2303"/>
                </a:lnTo>
                <a:lnTo>
                  <a:pt x="21567" y="1922"/>
                </a:lnTo>
                <a:lnTo>
                  <a:pt x="25506" y="0"/>
                </a:lnTo>
                <a:lnTo>
                  <a:pt x="31733" y="10462"/>
                </a:lnTo>
                <a:lnTo>
                  <a:pt x="30703" y="17322"/>
                </a:lnTo>
                <a:lnTo>
                  <a:pt x="33611" y="20960"/>
                </a:lnTo>
                <a:lnTo>
                  <a:pt x="37865" y="21043"/>
                </a:lnTo>
                <a:lnTo>
                  <a:pt x="40968" y="1416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g42">
            <a:extLst>
              <a:ext uri="{FF2B5EF4-FFF2-40B4-BE49-F238E27FC236}">
                <a16:creationId xmlns:a16="http://schemas.microsoft.com/office/drawing/2014/main" id="{0FF23160-1887-DA16-6826-EFA42D9233B0}"/>
              </a:ext>
            </a:extLst>
          </p:cNvPr>
          <p:cNvSpPr/>
          <p:nvPr/>
        </p:nvSpPr>
        <p:spPr>
          <a:xfrm>
            <a:off x="1498949" y="1649654"/>
            <a:ext cx="80029" cy="98431"/>
          </a:xfrm>
          <a:custGeom>
            <a:avLst/>
            <a:gdLst/>
            <a:ahLst/>
            <a:cxnLst/>
            <a:rect l="0" t="0" r="0" b="0"/>
            <a:pathLst>
              <a:path w="45287" h="55701">
                <a:moveTo>
                  <a:pt x="0" y="19539"/>
                </a:moveTo>
                <a:lnTo>
                  <a:pt x="8099" y="12029"/>
                </a:lnTo>
                <a:lnTo>
                  <a:pt x="9872" y="7289"/>
                </a:lnTo>
                <a:lnTo>
                  <a:pt x="12471" y="3606"/>
                </a:lnTo>
                <a:lnTo>
                  <a:pt x="16614" y="3218"/>
                </a:lnTo>
                <a:lnTo>
                  <a:pt x="20143" y="0"/>
                </a:lnTo>
                <a:lnTo>
                  <a:pt x="32154" y="18"/>
                </a:lnTo>
                <a:lnTo>
                  <a:pt x="36286" y="6127"/>
                </a:lnTo>
                <a:lnTo>
                  <a:pt x="39489" y="13307"/>
                </a:lnTo>
                <a:lnTo>
                  <a:pt x="38968" y="18272"/>
                </a:lnTo>
                <a:lnTo>
                  <a:pt x="41349" y="22741"/>
                </a:lnTo>
                <a:lnTo>
                  <a:pt x="41140" y="29004"/>
                </a:lnTo>
                <a:lnTo>
                  <a:pt x="45287" y="28025"/>
                </a:lnTo>
                <a:lnTo>
                  <a:pt x="38236" y="35997"/>
                </a:lnTo>
                <a:lnTo>
                  <a:pt x="31392" y="45268"/>
                </a:lnTo>
                <a:lnTo>
                  <a:pt x="30563" y="50236"/>
                </a:lnTo>
                <a:lnTo>
                  <a:pt x="26933" y="55701"/>
                </a:lnTo>
                <a:lnTo>
                  <a:pt x="22886" y="54433"/>
                </a:lnTo>
                <a:lnTo>
                  <a:pt x="12095" y="47553"/>
                </a:lnTo>
                <a:lnTo>
                  <a:pt x="4322" y="38403"/>
                </a:lnTo>
                <a:lnTo>
                  <a:pt x="1738" y="321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g43">
            <a:extLst>
              <a:ext uri="{FF2B5EF4-FFF2-40B4-BE49-F238E27FC236}">
                <a16:creationId xmlns:a16="http://schemas.microsoft.com/office/drawing/2014/main" id="{68087B7E-4736-73A1-D1E2-607788FB5BF6}"/>
              </a:ext>
            </a:extLst>
          </p:cNvPr>
          <p:cNvSpPr/>
          <p:nvPr/>
        </p:nvSpPr>
        <p:spPr>
          <a:xfrm>
            <a:off x="1705752" y="1496644"/>
            <a:ext cx="202703" cy="166170"/>
          </a:xfrm>
          <a:custGeom>
            <a:avLst/>
            <a:gdLst/>
            <a:ahLst/>
            <a:cxnLst/>
            <a:rect l="0" t="0" r="0" b="0"/>
            <a:pathLst>
              <a:path w="114708" h="94034">
                <a:moveTo>
                  <a:pt x="951" y="81054"/>
                </a:moveTo>
                <a:lnTo>
                  <a:pt x="0" y="71138"/>
                </a:lnTo>
                <a:lnTo>
                  <a:pt x="4123" y="63898"/>
                </a:lnTo>
                <a:lnTo>
                  <a:pt x="3803" y="58113"/>
                </a:lnTo>
                <a:lnTo>
                  <a:pt x="15763" y="43957"/>
                </a:lnTo>
                <a:lnTo>
                  <a:pt x="18011" y="32243"/>
                </a:lnTo>
                <a:lnTo>
                  <a:pt x="22131" y="28074"/>
                </a:lnTo>
                <a:lnTo>
                  <a:pt x="29360" y="30377"/>
                </a:lnTo>
                <a:lnTo>
                  <a:pt x="35645" y="26900"/>
                </a:lnTo>
                <a:lnTo>
                  <a:pt x="37694" y="22512"/>
                </a:lnTo>
                <a:lnTo>
                  <a:pt x="49320" y="14855"/>
                </a:lnTo>
                <a:lnTo>
                  <a:pt x="52185" y="9516"/>
                </a:lnTo>
                <a:lnTo>
                  <a:pt x="66163" y="2431"/>
                </a:lnTo>
                <a:lnTo>
                  <a:pt x="74388" y="0"/>
                </a:lnTo>
                <a:lnTo>
                  <a:pt x="78115" y="3276"/>
                </a:lnTo>
                <a:lnTo>
                  <a:pt x="87693" y="3198"/>
                </a:lnTo>
                <a:lnTo>
                  <a:pt x="86512" y="11476"/>
                </a:lnTo>
                <a:lnTo>
                  <a:pt x="88523" y="19257"/>
                </a:lnTo>
                <a:lnTo>
                  <a:pt x="96958" y="30410"/>
                </a:lnTo>
                <a:lnTo>
                  <a:pt x="97431" y="38676"/>
                </a:lnTo>
                <a:lnTo>
                  <a:pt x="114708" y="42550"/>
                </a:lnTo>
                <a:lnTo>
                  <a:pt x="114392" y="54248"/>
                </a:lnTo>
                <a:lnTo>
                  <a:pt x="111126" y="59355"/>
                </a:lnTo>
                <a:lnTo>
                  <a:pt x="103797" y="60951"/>
                </a:lnTo>
                <a:lnTo>
                  <a:pt x="100750" y="68418"/>
                </a:lnTo>
                <a:lnTo>
                  <a:pt x="95591" y="70351"/>
                </a:lnTo>
                <a:lnTo>
                  <a:pt x="82450" y="69987"/>
                </a:lnTo>
                <a:lnTo>
                  <a:pt x="75510" y="68626"/>
                </a:lnTo>
                <a:lnTo>
                  <a:pt x="70664" y="71383"/>
                </a:lnTo>
                <a:lnTo>
                  <a:pt x="64036" y="70138"/>
                </a:lnTo>
                <a:lnTo>
                  <a:pt x="37968" y="70943"/>
                </a:lnTo>
                <a:lnTo>
                  <a:pt x="37593" y="80634"/>
                </a:lnTo>
                <a:lnTo>
                  <a:pt x="39614" y="93494"/>
                </a:lnTo>
                <a:lnTo>
                  <a:pt x="29343" y="89089"/>
                </a:lnTo>
                <a:lnTo>
                  <a:pt x="22304" y="89738"/>
                </a:lnTo>
                <a:lnTo>
                  <a:pt x="17036" y="94034"/>
                </a:lnTo>
                <a:lnTo>
                  <a:pt x="10294" y="90427"/>
                </a:lnTo>
                <a:lnTo>
                  <a:pt x="7689" y="847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g44">
            <a:extLst>
              <a:ext uri="{FF2B5EF4-FFF2-40B4-BE49-F238E27FC236}">
                <a16:creationId xmlns:a16="http://schemas.microsoft.com/office/drawing/2014/main" id="{53C250E6-541F-23DF-5F35-6BE0462DE323}"/>
              </a:ext>
            </a:extLst>
          </p:cNvPr>
          <p:cNvSpPr/>
          <p:nvPr/>
        </p:nvSpPr>
        <p:spPr>
          <a:xfrm>
            <a:off x="2235722" y="1616588"/>
            <a:ext cx="343866" cy="267871"/>
          </a:xfrm>
          <a:custGeom>
            <a:avLst/>
            <a:gdLst/>
            <a:ahLst/>
            <a:cxnLst/>
            <a:rect l="0" t="0" r="0" b="0"/>
            <a:pathLst>
              <a:path w="194591" h="151586">
                <a:moveTo>
                  <a:pt x="194591" y="100919"/>
                </a:moveTo>
                <a:lnTo>
                  <a:pt x="189638" y="102732"/>
                </a:lnTo>
                <a:lnTo>
                  <a:pt x="179972" y="102338"/>
                </a:lnTo>
                <a:lnTo>
                  <a:pt x="168617" y="100541"/>
                </a:lnTo>
                <a:lnTo>
                  <a:pt x="163034" y="102005"/>
                </a:lnTo>
                <a:lnTo>
                  <a:pt x="160820" y="106158"/>
                </a:lnTo>
                <a:lnTo>
                  <a:pt x="155946" y="106671"/>
                </a:lnTo>
                <a:lnTo>
                  <a:pt x="149964" y="103057"/>
                </a:lnTo>
                <a:lnTo>
                  <a:pt x="133274" y="111582"/>
                </a:lnTo>
                <a:lnTo>
                  <a:pt x="126390" y="109867"/>
                </a:lnTo>
                <a:lnTo>
                  <a:pt x="124332" y="111183"/>
                </a:lnTo>
                <a:lnTo>
                  <a:pt x="119917" y="121498"/>
                </a:lnTo>
                <a:lnTo>
                  <a:pt x="108644" y="118164"/>
                </a:lnTo>
                <a:lnTo>
                  <a:pt x="97605" y="116483"/>
                </a:lnTo>
                <a:lnTo>
                  <a:pt x="87954" y="110182"/>
                </a:lnTo>
                <a:lnTo>
                  <a:pt x="75506" y="104377"/>
                </a:lnTo>
                <a:lnTo>
                  <a:pt x="67482" y="109877"/>
                </a:lnTo>
                <a:lnTo>
                  <a:pt x="61679" y="118549"/>
                </a:lnTo>
                <a:lnTo>
                  <a:pt x="60404" y="130461"/>
                </a:lnTo>
                <a:lnTo>
                  <a:pt x="50701" y="129508"/>
                </a:lnTo>
                <a:lnTo>
                  <a:pt x="40479" y="126639"/>
                </a:lnTo>
                <a:lnTo>
                  <a:pt x="31545" y="135690"/>
                </a:lnTo>
                <a:lnTo>
                  <a:pt x="23712" y="151586"/>
                </a:lnTo>
                <a:lnTo>
                  <a:pt x="22101" y="146637"/>
                </a:lnTo>
                <a:lnTo>
                  <a:pt x="21392" y="138845"/>
                </a:lnTo>
                <a:lnTo>
                  <a:pt x="14469" y="133350"/>
                </a:lnTo>
                <a:lnTo>
                  <a:pt x="8856" y="124535"/>
                </a:lnTo>
                <a:lnTo>
                  <a:pt x="7536" y="118402"/>
                </a:lnTo>
                <a:lnTo>
                  <a:pt x="362" y="109483"/>
                </a:lnTo>
                <a:lnTo>
                  <a:pt x="1545" y="104393"/>
                </a:lnTo>
                <a:lnTo>
                  <a:pt x="0" y="97199"/>
                </a:lnTo>
                <a:lnTo>
                  <a:pt x="1072" y="83958"/>
                </a:lnTo>
                <a:lnTo>
                  <a:pt x="4663" y="80857"/>
                </a:lnTo>
                <a:lnTo>
                  <a:pt x="12097" y="63547"/>
                </a:lnTo>
                <a:lnTo>
                  <a:pt x="24526" y="62264"/>
                </a:lnTo>
                <a:lnTo>
                  <a:pt x="27259" y="57870"/>
                </a:lnTo>
                <a:lnTo>
                  <a:pt x="29754" y="58204"/>
                </a:lnTo>
                <a:lnTo>
                  <a:pt x="33548" y="62072"/>
                </a:lnTo>
                <a:lnTo>
                  <a:pt x="52423" y="55537"/>
                </a:lnTo>
                <a:lnTo>
                  <a:pt x="58738" y="48869"/>
                </a:lnTo>
                <a:lnTo>
                  <a:pt x="66510" y="42897"/>
                </a:lnTo>
                <a:lnTo>
                  <a:pt x="64948" y="36885"/>
                </a:lnTo>
                <a:lnTo>
                  <a:pt x="69167" y="35314"/>
                </a:lnTo>
                <a:lnTo>
                  <a:pt x="83696" y="36376"/>
                </a:lnTo>
                <a:lnTo>
                  <a:pt x="97730" y="28463"/>
                </a:lnTo>
                <a:lnTo>
                  <a:pt x="108294" y="9827"/>
                </a:lnTo>
                <a:lnTo>
                  <a:pt x="115787" y="2912"/>
                </a:lnTo>
                <a:lnTo>
                  <a:pt x="125232" y="0"/>
                </a:lnTo>
                <a:lnTo>
                  <a:pt x="127069" y="7309"/>
                </a:lnTo>
                <a:lnTo>
                  <a:pt x="135919" y="17988"/>
                </a:lnTo>
                <a:lnTo>
                  <a:pt x="136082" y="24957"/>
                </a:lnTo>
                <a:lnTo>
                  <a:pt x="133757" y="32065"/>
                </a:lnTo>
                <a:lnTo>
                  <a:pt x="134805" y="37374"/>
                </a:lnTo>
                <a:lnTo>
                  <a:pt x="140093" y="42292"/>
                </a:lnTo>
                <a:lnTo>
                  <a:pt x="151657" y="49759"/>
                </a:lnTo>
                <a:lnTo>
                  <a:pt x="159994" y="56661"/>
                </a:lnTo>
                <a:lnTo>
                  <a:pt x="160212" y="62212"/>
                </a:lnTo>
                <a:lnTo>
                  <a:pt x="170455" y="71107"/>
                </a:lnTo>
                <a:lnTo>
                  <a:pt x="176827" y="78498"/>
                </a:lnTo>
                <a:lnTo>
                  <a:pt x="180761" y="88745"/>
                </a:lnTo>
                <a:lnTo>
                  <a:pt x="192103" y="9550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g45">
            <a:extLst>
              <a:ext uri="{FF2B5EF4-FFF2-40B4-BE49-F238E27FC236}">
                <a16:creationId xmlns:a16="http://schemas.microsoft.com/office/drawing/2014/main" id="{0850AE70-DD6B-E10D-B844-FD0AF70306A5}"/>
              </a:ext>
            </a:extLst>
          </p:cNvPr>
          <p:cNvSpPr/>
          <p:nvPr/>
        </p:nvSpPr>
        <p:spPr>
          <a:xfrm>
            <a:off x="2146332" y="1840378"/>
            <a:ext cx="196130" cy="264593"/>
          </a:xfrm>
          <a:custGeom>
            <a:avLst/>
            <a:gdLst/>
            <a:ahLst/>
            <a:cxnLst/>
            <a:rect l="0" t="0" r="0" b="0"/>
            <a:pathLst>
              <a:path w="110988" h="149731">
                <a:moveTo>
                  <a:pt x="110988" y="3822"/>
                </a:moveTo>
                <a:lnTo>
                  <a:pt x="110155" y="14138"/>
                </a:lnTo>
                <a:lnTo>
                  <a:pt x="105684" y="23271"/>
                </a:lnTo>
                <a:lnTo>
                  <a:pt x="102779" y="33928"/>
                </a:lnTo>
                <a:lnTo>
                  <a:pt x="100939" y="49064"/>
                </a:lnTo>
                <a:lnTo>
                  <a:pt x="101741" y="58744"/>
                </a:lnTo>
                <a:lnTo>
                  <a:pt x="99283" y="64672"/>
                </a:lnTo>
                <a:lnTo>
                  <a:pt x="98904" y="70936"/>
                </a:lnTo>
                <a:lnTo>
                  <a:pt x="97163" y="76384"/>
                </a:lnTo>
                <a:lnTo>
                  <a:pt x="87213" y="84617"/>
                </a:lnTo>
                <a:lnTo>
                  <a:pt x="80276" y="93416"/>
                </a:lnTo>
                <a:lnTo>
                  <a:pt x="73661" y="110009"/>
                </a:lnTo>
                <a:lnTo>
                  <a:pt x="74095" y="124062"/>
                </a:lnTo>
                <a:lnTo>
                  <a:pt x="70254" y="129528"/>
                </a:lnTo>
                <a:lnTo>
                  <a:pt x="61424" y="137869"/>
                </a:lnTo>
                <a:lnTo>
                  <a:pt x="52492" y="148574"/>
                </a:lnTo>
                <a:lnTo>
                  <a:pt x="46881" y="145548"/>
                </a:lnTo>
                <a:lnTo>
                  <a:pt x="45944" y="140713"/>
                </a:lnTo>
                <a:lnTo>
                  <a:pt x="37735" y="140545"/>
                </a:lnTo>
                <a:lnTo>
                  <a:pt x="32546" y="147083"/>
                </a:lnTo>
                <a:lnTo>
                  <a:pt x="28596" y="145344"/>
                </a:lnTo>
                <a:lnTo>
                  <a:pt x="22979" y="139484"/>
                </a:lnTo>
                <a:lnTo>
                  <a:pt x="18411" y="142357"/>
                </a:lnTo>
                <a:lnTo>
                  <a:pt x="12292" y="149731"/>
                </a:lnTo>
                <a:lnTo>
                  <a:pt x="0" y="131640"/>
                </a:lnTo>
                <a:lnTo>
                  <a:pt x="11516" y="122212"/>
                </a:lnTo>
                <a:lnTo>
                  <a:pt x="5871" y="110918"/>
                </a:lnTo>
                <a:lnTo>
                  <a:pt x="11057" y="106623"/>
                </a:lnTo>
                <a:lnTo>
                  <a:pt x="21240" y="104531"/>
                </a:lnTo>
                <a:lnTo>
                  <a:pt x="22463" y="96961"/>
                </a:lnTo>
                <a:lnTo>
                  <a:pt x="30497" y="105164"/>
                </a:lnTo>
                <a:lnTo>
                  <a:pt x="43809" y="105882"/>
                </a:lnTo>
                <a:lnTo>
                  <a:pt x="48465" y="97811"/>
                </a:lnTo>
                <a:lnTo>
                  <a:pt x="50400" y="86455"/>
                </a:lnTo>
                <a:lnTo>
                  <a:pt x="48776" y="73119"/>
                </a:lnTo>
                <a:lnTo>
                  <a:pt x="41642" y="63017"/>
                </a:lnTo>
                <a:lnTo>
                  <a:pt x="48154" y="43235"/>
                </a:lnTo>
                <a:lnTo>
                  <a:pt x="44381" y="39840"/>
                </a:lnTo>
                <a:lnTo>
                  <a:pt x="33159" y="41232"/>
                </a:lnTo>
                <a:lnTo>
                  <a:pt x="28922" y="32407"/>
                </a:lnTo>
                <a:lnTo>
                  <a:pt x="29997" y="24956"/>
                </a:lnTo>
                <a:lnTo>
                  <a:pt x="49034" y="25626"/>
                </a:lnTo>
                <a:lnTo>
                  <a:pt x="61245" y="30133"/>
                </a:lnTo>
                <a:lnTo>
                  <a:pt x="73244" y="34170"/>
                </a:lnTo>
                <a:lnTo>
                  <a:pt x="74297" y="24947"/>
                </a:lnTo>
                <a:lnTo>
                  <a:pt x="82129" y="9051"/>
                </a:lnTo>
                <a:lnTo>
                  <a:pt x="91063" y="0"/>
                </a:lnTo>
                <a:lnTo>
                  <a:pt x="101285" y="286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g46">
            <a:extLst>
              <a:ext uri="{FF2B5EF4-FFF2-40B4-BE49-F238E27FC236}">
                <a16:creationId xmlns:a16="http://schemas.microsoft.com/office/drawing/2014/main" id="{CF033C14-E18A-A7AE-F34A-57857E3A4ACB}"/>
              </a:ext>
            </a:extLst>
          </p:cNvPr>
          <p:cNvSpPr/>
          <p:nvPr/>
        </p:nvSpPr>
        <p:spPr>
          <a:xfrm>
            <a:off x="2085378" y="1882677"/>
            <a:ext cx="150016" cy="190325"/>
          </a:xfrm>
          <a:custGeom>
            <a:avLst/>
            <a:gdLst/>
            <a:ahLst/>
            <a:cxnLst/>
            <a:rect l="0" t="0" r="0" b="0"/>
            <a:pathLst>
              <a:path w="84893" h="107703">
                <a:moveTo>
                  <a:pt x="37350" y="1122"/>
                </a:moveTo>
                <a:lnTo>
                  <a:pt x="44515" y="0"/>
                </a:lnTo>
                <a:lnTo>
                  <a:pt x="53688" y="2287"/>
                </a:lnTo>
                <a:lnTo>
                  <a:pt x="62610" y="87"/>
                </a:lnTo>
                <a:lnTo>
                  <a:pt x="64490" y="1019"/>
                </a:lnTo>
                <a:lnTo>
                  <a:pt x="63415" y="8469"/>
                </a:lnTo>
                <a:lnTo>
                  <a:pt x="67653" y="17295"/>
                </a:lnTo>
                <a:lnTo>
                  <a:pt x="78875" y="15903"/>
                </a:lnTo>
                <a:lnTo>
                  <a:pt x="82648" y="19298"/>
                </a:lnTo>
                <a:lnTo>
                  <a:pt x="76136" y="39080"/>
                </a:lnTo>
                <a:lnTo>
                  <a:pt x="83270" y="49181"/>
                </a:lnTo>
                <a:lnTo>
                  <a:pt x="84893" y="62517"/>
                </a:lnTo>
                <a:lnTo>
                  <a:pt x="82958" y="73874"/>
                </a:lnTo>
                <a:lnTo>
                  <a:pt x="78303" y="81945"/>
                </a:lnTo>
                <a:lnTo>
                  <a:pt x="64991" y="81226"/>
                </a:lnTo>
                <a:lnTo>
                  <a:pt x="56956" y="73024"/>
                </a:lnTo>
                <a:lnTo>
                  <a:pt x="55734" y="80593"/>
                </a:lnTo>
                <a:lnTo>
                  <a:pt x="45550" y="82685"/>
                </a:lnTo>
                <a:lnTo>
                  <a:pt x="40365" y="86980"/>
                </a:lnTo>
                <a:lnTo>
                  <a:pt x="46010" y="98275"/>
                </a:lnTo>
                <a:lnTo>
                  <a:pt x="34493" y="107703"/>
                </a:lnTo>
                <a:lnTo>
                  <a:pt x="19061" y="90463"/>
                </a:lnTo>
                <a:lnTo>
                  <a:pt x="9131" y="76368"/>
                </a:lnTo>
                <a:lnTo>
                  <a:pt x="0" y="58724"/>
                </a:lnTo>
                <a:lnTo>
                  <a:pt x="489" y="53049"/>
                </a:lnTo>
                <a:lnTo>
                  <a:pt x="3787" y="47588"/>
                </a:lnTo>
                <a:lnTo>
                  <a:pt x="7454" y="35153"/>
                </a:lnTo>
                <a:lnTo>
                  <a:pt x="10485" y="22488"/>
                </a:lnTo>
                <a:lnTo>
                  <a:pt x="15575" y="21502"/>
                </a:lnTo>
                <a:lnTo>
                  <a:pt x="37524" y="2167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g47">
            <a:extLst>
              <a:ext uri="{FF2B5EF4-FFF2-40B4-BE49-F238E27FC236}">
                <a16:creationId xmlns:a16="http://schemas.microsoft.com/office/drawing/2014/main" id="{69EC3923-5785-E301-CE78-00D925F38B6E}"/>
              </a:ext>
            </a:extLst>
          </p:cNvPr>
          <p:cNvSpPr/>
          <p:nvPr/>
        </p:nvSpPr>
        <p:spPr>
          <a:xfrm>
            <a:off x="2098911" y="1883971"/>
            <a:ext cx="52777" cy="38446"/>
          </a:xfrm>
          <a:custGeom>
            <a:avLst/>
            <a:gdLst/>
            <a:ahLst/>
            <a:cxnLst/>
            <a:rect l="0" t="0" r="0" b="0"/>
            <a:pathLst>
              <a:path w="29866" h="21756">
                <a:moveTo>
                  <a:pt x="5147" y="0"/>
                </a:moveTo>
                <a:lnTo>
                  <a:pt x="29693" y="389"/>
                </a:lnTo>
                <a:lnTo>
                  <a:pt x="29866" y="20944"/>
                </a:lnTo>
                <a:lnTo>
                  <a:pt x="7917" y="20769"/>
                </a:lnTo>
                <a:lnTo>
                  <a:pt x="2828" y="21756"/>
                </a:lnTo>
                <a:lnTo>
                  <a:pt x="0" y="1918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g48">
            <a:extLst>
              <a:ext uri="{FF2B5EF4-FFF2-40B4-BE49-F238E27FC236}">
                <a16:creationId xmlns:a16="http://schemas.microsoft.com/office/drawing/2014/main" id="{0A22F348-106F-F597-0574-61D538FC97F1}"/>
              </a:ext>
            </a:extLst>
          </p:cNvPr>
          <p:cNvSpPr/>
          <p:nvPr/>
        </p:nvSpPr>
        <p:spPr>
          <a:xfrm>
            <a:off x="2427685" y="2201565"/>
            <a:ext cx="311450" cy="293472"/>
          </a:xfrm>
          <a:custGeom>
            <a:avLst/>
            <a:gdLst/>
            <a:ahLst/>
            <a:cxnLst/>
            <a:rect l="0" t="0" r="0" b="0"/>
            <a:pathLst>
              <a:path w="176247" h="166073">
                <a:moveTo>
                  <a:pt x="135822" y="1737"/>
                </a:moveTo>
                <a:lnTo>
                  <a:pt x="142020" y="6086"/>
                </a:lnTo>
                <a:lnTo>
                  <a:pt x="147956" y="8946"/>
                </a:lnTo>
                <a:lnTo>
                  <a:pt x="157450" y="11821"/>
                </a:lnTo>
                <a:lnTo>
                  <a:pt x="165869" y="16949"/>
                </a:lnTo>
                <a:lnTo>
                  <a:pt x="172787" y="24569"/>
                </a:lnTo>
                <a:lnTo>
                  <a:pt x="176247" y="39068"/>
                </a:lnTo>
                <a:lnTo>
                  <a:pt x="173568" y="43697"/>
                </a:lnTo>
                <a:lnTo>
                  <a:pt x="170169" y="57543"/>
                </a:lnTo>
                <a:lnTo>
                  <a:pt x="172624" y="71696"/>
                </a:lnTo>
                <a:lnTo>
                  <a:pt x="167721" y="77641"/>
                </a:lnTo>
                <a:lnTo>
                  <a:pt x="162644" y="93509"/>
                </a:lnTo>
                <a:lnTo>
                  <a:pt x="170354" y="97933"/>
                </a:lnTo>
                <a:lnTo>
                  <a:pt x="124484" y="112011"/>
                </a:lnTo>
                <a:lnTo>
                  <a:pt x="125455" y="124168"/>
                </a:lnTo>
                <a:lnTo>
                  <a:pt x="114062" y="126506"/>
                </a:lnTo>
                <a:lnTo>
                  <a:pt x="105313" y="133310"/>
                </a:lnTo>
                <a:lnTo>
                  <a:pt x="103276" y="139232"/>
                </a:lnTo>
                <a:lnTo>
                  <a:pt x="97889" y="140575"/>
                </a:lnTo>
                <a:lnTo>
                  <a:pt x="84399" y="154623"/>
                </a:lnTo>
                <a:lnTo>
                  <a:pt x="75735" y="165677"/>
                </a:lnTo>
                <a:lnTo>
                  <a:pt x="70699" y="166073"/>
                </a:lnTo>
                <a:lnTo>
                  <a:pt x="65942" y="164106"/>
                </a:lnTo>
                <a:lnTo>
                  <a:pt x="49385" y="162236"/>
                </a:lnTo>
                <a:lnTo>
                  <a:pt x="46755" y="160959"/>
                </a:lnTo>
                <a:lnTo>
                  <a:pt x="46694" y="159542"/>
                </a:lnTo>
                <a:lnTo>
                  <a:pt x="40955" y="155692"/>
                </a:lnTo>
                <a:lnTo>
                  <a:pt x="31335" y="154708"/>
                </a:lnTo>
                <a:lnTo>
                  <a:pt x="19020" y="158590"/>
                </a:lnTo>
                <a:lnTo>
                  <a:pt x="9642" y="147921"/>
                </a:lnTo>
                <a:lnTo>
                  <a:pt x="0" y="133946"/>
                </a:lnTo>
                <a:lnTo>
                  <a:pt x="2049" y="79598"/>
                </a:lnTo>
                <a:lnTo>
                  <a:pt x="33229" y="79814"/>
                </a:lnTo>
                <a:lnTo>
                  <a:pt x="32089" y="73917"/>
                </a:lnTo>
                <a:lnTo>
                  <a:pt x="34466" y="67520"/>
                </a:lnTo>
                <a:lnTo>
                  <a:pt x="32004" y="59509"/>
                </a:lnTo>
                <a:lnTo>
                  <a:pt x="33880" y="51225"/>
                </a:lnTo>
                <a:lnTo>
                  <a:pt x="32399" y="45922"/>
                </a:lnTo>
                <a:lnTo>
                  <a:pt x="37567" y="46352"/>
                </a:lnTo>
                <a:lnTo>
                  <a:pt x="38321" y="51661"/>
                </a:lnTo>
                <a:lnTo>
                  <a:pt x="45361" y="51249"/>
                </a:lnTo>
                <a:lnTo>
                  <a:pt x="54853" y="52824"/>
                </a:lnTo>
                <a:lnTo>
                  <a:pt x="59693" y="60579"/>
                </a:lnTo>
                <a:lnTo>
                  <a:pt x="71644" y="62962"/>
                </a:lnTo>
                <a:lnTo>
                  <a:pt x="80938" y="57570"/>
                </a:lnTo>
                <a:lnTo>
                  <a:pt x="84085" y="66520"/>
                </a:lnTo>
                <a:lnTo>
                  <a:pt x="95509" y="68907"/>
                </a:lnTo>
                <a:lnTo>
                  <a:pt x="100834" y="76185"/>
                </a:lnTo>
                <a:lnTo>
                  <a:pt x="106717" y="85585"/>
                </a:lnTo>
                <a:lnTo>
                  <a:pt x="118170" y="85727"/>
                </a:lnTo>
                <a:lnTo>
                  <a:pt x="117447" y="67308"/>
                </a:lnTo>
                <a:lnTo>
                  <a:pt x="113249" y="70414"/>
                </a:lnTo>
                <a:lnTo>
                  <a:pt x="102947" y="63767"/>
                </a:lnTo>
                <a:lnTo>
                  <a:pt x="98974" y="60728"/>
                </a:lnTo>
                <a:lnTo>
                  <a:pt x="101241" y="43583"/>
                </a:lnTo>
                <a:lnTo>
                  <a:pt x="104342" y="23360"/>
                </a:lnTo>
                <a:lnTo>
                  <a:pt x="101126" y="15827"/>
                </a:lnTo>
                <a:lnTo>
                  <a:pt x="105613" y="4924"/>
                </a:lnTo>
                <a:lnTo>
                  <a:pt x="109680" y="2882"/>
                </a:lnTo>
                <a:lnTo>
                  <a:pt x="129931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g49">
            <a:extLst>
              <a:ext uri="{FF2B5EF4-FFF2-40B4-BE49-F238E27FC236}">
                <a16:creationId xmlns:a16="http://schemas.microsoft.com/office/drawing/2014/main" id="{06B2B129-D9B6-5864-2490-82759100BC47}"/>
              </a:ext>
            </a:extLst>
          </p:cNvPr>
          <p:cNvSpPr/>
          <p:nvPr/>
        </p:nvSpPr>
        <p:spPr>
          <a:xfrm>
            <a:off x="2715098" y="2231520"/>
            <a:ext cx="78762" cy="228509"/>
          </a:xfrm>
          <a:custGeom>
            <a:avLst/>
            <a:gdLst/>
            <a:ahLst/>
            <a:cxnLst/>
            <a:rect l="0" t="0" r="0" b="0"/>
            <a:pathLst>
              <a:path w="44571" h="129311">
                <a:moveTo>
                  <a:pt x="3224" y="0"/>
                </a:moveTo>
                <a:lnTo>
                  <a:pt x="17883" y="3186"/>
                </a:lnTo>
                <a:lnTo>
                  <a:pt x="20793" y="7909"/>
                </a:lnTo>
                <a:lnTo>
                  <a:pt x="25689" y="15874"/>
                </a:lnTo>
                <a:lnTo>
                  <a:pt x="29249" y="39104"/>
                </a:lnTo>
                <a:lnTo>
                  <a:pt x="24652" y="52086"/>
                </a:lnTo>
                <a:lnTo>
                  <a:pt x="28089" y="74290"/>
                </a:lnTo>
                <a:lnTo>
                  <a:pt x="33293" y="74041"/>
                </a:lnTo>
                <a:lnTo>
                  <a:pt x="38486" y="79548"/>
                </a:lnTo>
                <a:lnTo>
                  <a:pt x="44259" y="91901"/>
                </a:lnTo>
                <a:lnTo>
                  <a:pt x="44571" y="113863"/>
                </a:lnTo>
                <a:lnTo>
                  <a:pt x="37950" y="117460"/>
                </a:lnTo>
                <a:lnTo>
                  <a:pt x="32846" y="129311"/>
                </a:lnTo>
                <a:lnTo>
                  <a:pt x="23608" y="118760"/>
                </a:lnTo>
                <a:lnTo>
                  <a:pt x="23031" y="106720"/>
                </a:lnTo>
                <a:lnTo>
                  <a:pt x="26506" y="98779"/>
                </a:lnTo>
                <a:lnTo>
                  <a:pt x="25917" y="91934"/>
                </a:lnTo>
                <a:lnTo>
                  <a:pt x="20185" y="87612"/>
                </a:lnTo>
                <a:lnTo>
                  <a:pt x="16011" y="89181"/>
                </a:lnTo>
                <a:lnTo>
                  <a:pt x="7709" y="80983"/>
                </a:lnTo>
                <a:lnTo>
                  <a:pt x="0" y="76559"/>
                </a:lnTo>
                <a:lnTo>
                  <a:pt x="5076" y="60692"/>
                </a:lnTo>
                <a:lnTo>
                  <a:pt x="9979" y="54746"/>
                </a:lnTo>
                <a:lnTo>
                  <a:pt x="7524" y="40593"/>
                </a:lnTo>
                <a:lnTo>
                  <a:pt x="10923" y="26747"/>
                </a:lnTo>
                <a:lnTo>
                  <a:pt x="13602" y="22118"/>
                </a:lnTo>
                <a:lnTo>
                  <a:pt x="10142" y="762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g50">
            <a:extLst>
              <a:ext uri="{FF2B5EF4-FFF2-40B4-BE49-F238E27FC236}">
                <a16:creationId xmlns:a16="http://schemas.microsoft.com/office/drawing/2014/main" id="{6E934597-98C7-43C0-F8DA-6186BE54E0CC}"/>
              </a:ext>
            </a:extLst>
          </p:cNvPr>
          <p:cNvSpPr/>
          <p:nvPr/>
        </p:nvSpPr>
        <p:spPr>
          <a:xfrm>
            <a:off x="2647664" y="2264314"/>
            <a:ext cx="279920" cy="495763"/>
          </a:xfrm>
          <a:custGeom>
            <a:avLst/>
            <a:gdLst/>
            <a:ahLst/>
            <a:cxnLst/>
            <a:rect l="0" t="0" r="0" b="0"/>
            <a:pathLst>
              <a:path w="158405" h="280548">
                <a:moveTo>
                  <a:pt x="67410" y="20546"/>
                </a:moveTo>
                <a:lnTo>
                  <a:pt x="78736" y="19165"/>
                </a:lnTo>
                <a:lnTo>
                  <a:pt x="96609" y="23978"/>
                </a:lnTo>
                <a:lnTo>
                  <a:pt x="100593" y="21819"/>
                </a:lnTo>
                <a:lnTo>
                  <a:pt x="111047" y="21379"/>
                </a:lnTo>
                <a:lnTo>
                  <a:pt x="116557" y="16255"/>
                </a:lnTo>
                <a:lnTo>
                  <a:pt x="125547" y="16535"/>
                </a:lnTo>
                <a:lnTo>
                  <a:pt x="142167" y="9903"/>
                </a:lnTo>
                <a:lnTo>
                  <a:pt x="154419" y="0"/>
                </a:lnTo>
                <a:lnTo>
                  <a:pt x="156607" y="7658"/>
                </a:lnTo>
                <a:lnTo>
                  <a:pt x="155413" y="24674"/>
                </a:lnTo>
                <a:lnTo>
                  <a:pt x="156705" y="39662"/>
                </a:lnTo>
                <a:lnTo>
                  <a:pt x="156164" y="66356"/>
                </a:lnTo>
                <a:lnTo>
                  <a:pt x="158405" y="74721"/>
                </a:lnTo>
                <a:lnTo>
                  <a:pt x="153355" y="86926"/>
                </a:lnTo>
                <a:lnTo>
                  <a:pt x="146959" y="98788"/>
                </a:lnTo>
                <a:lnTo>
                  <a:pt x="136910" y="109380"/>
                </a:lnTo>
                <a:lnTo>
                  <a:pt x="122948" y="115873"/>
                </a:lnTo>
                <a:lnTo>
                  <a:pt x="105732" y="124163"/>
                </a:lnTo>
                <a:lnTo>
                  <a:pt x="87969" y="142496"/>
                </a:lnTo>
                <a:lnTo>
                  <a:pt x="82091" y="145614"/>
                </a:lnTo>
                <a:lnTo>
                  <a:pt x="71099" y="157751"/>
                </a:lnTo>
                <a:lnTo>
                  <a:pt x="64786" y="161700"/>
                </a:lnTo>
                <a:lnTo>
                  <a:pt x="62907" y="173879"/>
                </a:lnTo>
                <a:lnTo>
                  <a:pt x="69248" y="186815"/>
                </a:lnTo>
                <a:lnTo>
                  <a:pt x="71624" y="196833"/>
                </a:lnTo>
                <a:lnTo>
                  <a:pt x="71526" y="201943"/>
                </a:lnTo>
                <a:lnTo>
                  <a:pt x="74182" y="201089"/>
                </a:lnTo>
                <a:lnTo>
                  <a:pt x="72806" y="217841"/>
                </a:lnTo>
                <a:lnTo>
                  <a:pt x="69947" y="225776"/>
                </a:lnTo>
                <a:lnTo>
                  <a:pt x="73240" y="228701"/>
                </a:lnTo>
                <a:lnTo>
                  <a:pt x="70612" y="235807"/>
                </a:lnTo>
                <a:lnTo>
                  <a:pt x="64082" y="241883"/>
                </a:lnTo>
                <a:lnTo>
                  <a:pt x="51593" y="247655"/>
                </a:lnTo>
                <a:lnTo>
                  <a:pt x="33347" y="256900"/>
                </a:lnTo>
                <a:lnTo>
                  <a:pt x="26505" y="263215"/>
                </a:lnTo>
                <a:lnTo>
                  <a:pt x="27281" y="270410"/>
                </a:lnTo>
                <a:lnTo>
                  <a:pt x="30944" y="271559"/>
                </a:lnTo>
                <a:lnTo>
                  <a:pt x="29058" y="280548"/>
                </a:lnTo>
                <a:lnTo>
                  <a:pt x="17979" y="280405"/>
                </a:lnTo>
                <a:lnTo>
                  <a:pt x="17240" y="272855"/>
                </a:lnTo>
                <a:lnTo>
                  <a:pt x="15578" y="265196"/>
                </a:lnTo>
                <a:lnTo>
                  <a:pt x="14717" y="259064"/>
                </a:lnTo>
                <a:lnTo>
                  <a:pt x="18478" y="240022"/>
                </a:lnTo>
                <a:lnTo>
                  <a:pt x="15328" y="227888"/>
                </a:lnTo>
                <a:lnTo>
                  <a:pt x="9504" y="203847"/>
                </a:lnTo>
                <a:lnTo>
                  <a:pt x="26017" y="184460"/>
                </a:lnTo>
                <a:lnTo>
                  <a:pt x="30516" y="172141"/>
                </a:lnTo>
                <a:lnTo>
                  <a:pt x="32829" y="170587"/>
                </a:lnTo>
                <a:lnTo>
                  <a:pt x="34989" y="160531"/>
                </a:lnTo>
                <a:lnTo>
                  <a:pt x="32850" y="155472"/>
                </a:lnTo>
                <a:lnTo>
                  <a:pt x="34095" y="142708"/>
                </a:lnTo>
                <a:lnTo>
                  <a:pt x="37551" y="130870"/>
                </a:lnTo>
                <a:lnTo>
                  <a:pt x="38503" y="109252"/>
                </a:lnTo>
                <a:lnTo>
                  <a:pt x="31001" y="103764"/>
                </a:lnTo>
                <a:lnTo>
                  <a:pt x="23954" y="102523"/>
                </a:lnTo>
                <a:lnTo>
                  <a:pt x="20916" y="98296"/>
                </a:lnTo>
                <a:lnTo>
                  <a:pt x="14149" y="94692"/>
                </a:lnTo>
                <a:lnTo>
                  <a:pt x="1691" y="95032"/>
                </a:lnTo>
                <a:lnTo>
                  <a:pt x="970" y="88660"/>
                </a:lnTo>
                <a:lnTo>
                  <a:pt x="0" y="76504"/>
                </a:lnTo>
                <a:lnTo>
                  <a:pt x="45870" y="62425"/>
                </a:lnTo>
                <a:lnTo>
                  <a:pt x="54172" y="70623"/>
                </a:lnTo>
                <a:lnTo>
                  <a:pt x="58345" y="69054"/>
                </a:lnTo>
                <a:lnTo>
                  <a:pt x="64077" y="73376"/>
                </a:lnTo>
                <a:lnTo>
                  <a:pt x="64667" y="80221"/>
                </a:lnTo>
                <a:lnTo>
                  <a:pt x="61192" y="88162"/>
                </a:lnTo>
                <a:lnTo>
                  <a:pt x="61768" y="100202"/>
                </a:lnTo>
                <a:lnTo>
                  <a:pt x="71006" y="110753"/>
                </a:lnTo>
                <a:lnTo>
                  <a:pt x="76110" y="98902"/>
                </a:lnTo>
                <a:lnTo>
                  <a:pt x="82732" y="95305"/>
                </a:lnTo>
                <a:lnTo>
                  <a:pt x="82419" y="73343"/>
                </a:lnTo>
                <a:lnTo>
                  <a:pt x="76646" y="60990"/>
                </a:lnTo>
                <a:lnTo>
                  <a:pt x="71454" y="55483"/>
                </a:lnTo>
                <a:lnTo>
                  <a:pt x="66249" y="55732"/>
                </a:lnTo>
                <a:lnTo>
                  <a:pt x="62813" y="3352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784406C-4151-A0AB-20AA-6BDE16EB19ED}"/>
              </a:ext>
            </a:extLst>
          </p:cNvPr>
          <p:cNvGrpSpPr/>
          <p:nvPr/>
        </p:nvGrpSpPr>
        <p:grpSpPr>
          <a:xfrm>
            <a:off x="2271003" y="2619702"/>
            <a:ext cx="428010" cy="384175"/>
            <a:chOff x="3766427" y="2999111"/>
            <a:chExt cx="428010" cy="384175"/>
          </a:xfrm>
        </p:grpSpPr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D404739A-F610-369B-5AE5-A5578888B056}"/>
                </a:ext>
              </a:extLst>
            </p:cNvPr>
            <p:cNvGrpSpPr/>
            <p:nvPr/>
          </p:nvGrpSpPr>
          <p:grpSpPr>
            <a:xfrm>
              <a:off x="3766427" y="2999111"/>
              <a:ext cx="428010" cy="384175"/>
              <a:chOff x="3766427" y="2999111"/>
              <a:chExt cx="428010" cy="384175"/>
            </a:xfrm>
          </p:grpSpPr>
          <p:sp>
            <p:nvSpPr>
              <p:cNvPr id="23" name="pg23">
                <a:extLst>
                  <a:ext uri="{FF2B5EF4-FFF2-40B4-BE49-F238E27FC236}">
                    <a16:creationId xmlns:a16="http://schemas.microsoft.com/office/drawing/2014/main" id="{C28D00DF-562F-F407-47B7-8FFC5FD1BDF4}"/>
                  </a:ext>
                </a:extLst>
              </p:cNvPr>
              <p:cNvSpPr/>
              <p:nvPr/>
            </p:nvSpPr>
            <p:spPr>
              <a:xfrm>
                <a:off x="3766427" y="2999111"/>
                <a:ext cx="428010" cy="384175"/>
              </a:xfrm>
              <a:custGeom>
                <a:avLst/>
                <a:gdLst/>
                <a:ahLst/>
                <a:cxnLst/>
                <a:rect l="0" t="0" r="0" b="0"/>
                <a:pathLst>
                  <a:path w="242207" h="217401">
                    <a:moveTo>
                      <a:pt x="0" y="110770"/>
                    </a:moveTo>
                    <a:lnTo>
                      <a:pt x="7314" y="102323"/>
                    </a:lnTo>
                    <a:lnTo>
                      <a:pt x="12872" y="106999"/>
                    </a:lnTo>
                    <a:lnTo>
                      <a:pt x="15013" y="114303"/>
                    </a:lnTo>
                    <a:lnTo>
                      <a:pt x="21480" y="115547"/>
                    </a:lnTo>
                    <a:lnTo>
                      <a:pt x="30469" y="118777"/>
                    </a:lnTo>
                    <a:lnTo>
                      <a:pt x="38333" y="117530"/>
                    </a:lnTo>
                    <a:lnTo>
                      <a:pt x="51736" y="108795"/>
                    </a:lnTo>
                    <a:lnTo>
                      <a:pt x="54457" y="45715"/>
                    </a:lnTo>
                    <a:lnTo>
                      <a:pt x="58325" y="48280"/>
                    </a:lnTo>
                    <a:lnTo>
                      <a:pt x="66370" y="64508"/>
                    </a:lnTo>
                    <a:lnTo>
                      <a:pt x="64572" y="74915"/>
                    </a:lnTo>
                    <a:lnTo>
                      <a:pt x="67565" y="80911"/>
                    </a:lnTo>
                    <a:lnTo>
                      <a:pt x="78118" y="79169"/>
                    </a:lnTo>
                    <a:lnTo>
                      <a:pt x="85789" y="71547"/>
                    </a:lnTo>
                    <a:lnTo>
                      <a:pt x="92962" y="66409"/>
                    </a:lnTo>
                    <a:lnTo>
                      <a:pt x="96924" y="58228"/>
                    </a:lnTo>
                    <a:lnTo>
                      <a:pt x="104258" y="54270"/>
                    </a:lnTo>
                    <a:lnTo>
                      <a:pt x="110346" y="56344"/>
                    </a:lnTo>
                    <a:lnTo>
                      <a:pt x="117123" y="61128"/>
                    </a:lnTo>
                    <a:lnTo>
                      <a:pt x="129011" y="61972"/>
                    </a:lnTo>
                    <a:lnTo>
                      <a:pt x="138588" y="57995"/>
                    </a:lnTo>
                    <a:lnTo>
                      <a:pt x="140340" y="52667"/>
                    </a:lnTo>
                    <a:lnTo>
                      <a:pt x="143320" y="44495"/>
                    </a:lnTo>
                    <a:lnTo>
                      <a:pt x="151380" y="43128"/>
                    </a:lnTo>
                    <a:lnTo>
                      <a:pt x="156109" y="36712"/>
                    </a:lnTo>
                    <a:lnTo>
                      <a:pt x="161543" y="25330"/>
                    </a:lnTo>
                    <a:lnTo>
                      <a:pt x="175357" y="12579"/>
                    </a:lnTo>
                    <a:lnTo>
                      <a:pt x="196810" y="0"/>
                    </a:lnTo>
                    <a:lnTo>
                      <a:pt x="202809" y="186"/>
                    </a:lnTo>
                    <a:lnTo>
                      <a:pt x="209816" y="3079"/>
                    </a:lnTo>
                    <a:lnTo>
                      <a:pt x="214889" y="1029"/>
                    </a:lnTo>
                    <a:lnTo>
                      <a:pt x="222653" y="2736"/>
                    </a:lnTo>
                    <a:lnTo>
                      <a:pt x="228477" y="26776"/>
                    </a:lnTo>
                    <a:lnTo>
                      <a:pt x="231627" y="38911"/>
                    </a:lnTo>
                    <a:lnTo>
                      <a:pt x="227866" y="57952"/>
                    </a:lnTo>
                    <a:lnTo>
                      <a:pt x="228727" y="64084"/>
                    </a:lnTo>
                    <a:lnTo>
                      <a:pt x="221531" y="60957"/>
                    </a:lnTo>
                    <a:lnTo>
                      <a:pt x="217217" y="62174"/>
                    </a:lnTo>
                    <a:lnTo>
                      <a:pt x="215520" y="67147"/>
                    </a:lnTo>
                    <a:lnTo>
                      <a:pt x="211109" y="73559"/>
                    </a:lnTo>
                    <a:lnTo>
                      <a:pt x="210856" y="79465"/>
                    </a:lnTo>
                    <a:lnTo>
                      <a:pt x="218939" y="88722"/>
                    </a:lnTo>
                    <a:lnTo>
                      <a:pt x="227617" y="86878"/>
                    </a:lnTo>
                    <a:lnTo>
                      <a:pt x="231128" y="79293"/>
                    </a:lnTo>
                    <a:lnTo>
                      <a:pt x="242207" y="79436"/>
                    </a:lnTo>
                    <a:lnTo>
                      <a:pt x="237649" y="91870"/>
                    </a:lnTo>
                    <a:lnTo>
                      <a:pt x="234838" y="106061"/>
                    </a:lnTo>
                    <a:lnTo>
                      <a:pt x="230460" y="113771"/>
                    </a:lnTo>
                    <a:lnTo>
                      <a:pt x="219849" y="122397"/>
                    </a:lnTo>
                    <a:lnTo>
                      <a:pt x="216811" y="124867"/>
                    </a:lnTo>
                    <a:lnTo>
                      <a:pt x="209953" y="133545"/>
                    </a:lnTo>
                    <a:lnTo>
                      <a:pt x="205180" y="142324"/>
                    </a:lnTo>
                    <a:lnTo>
                      <a:pt x="195941" y="154566"/>
                    </a:lnTo>
                    <a:lnTo>
                      <a:pt x="178130" y="172195"/>
                    </a:lnTo>
                    <a:lnTo>
                      <a:pt x="167097" y="182443"/>
                    </a:lnTo>
                    <a:lnTo>
                      <a:pt x="155594" y="190215"/>
                    </a:lnTo>
                    <a:lnTo>
                      <a:pt x="140066" y="196842"/>
                    </a:lnTo>
                    <a:lnTo>
                      <a:pt x="132701" y="197731"/>
                    </a:lnTo>
                    <a:lnTo>
                      <a:pt x="130460" y="202472"/>
                    </a:lnTo>
                    <a:lnTo>
                      <a:pt x="121985" y="199948"/>
                    </a:lnTo>
                    <a:lnTo>
                      <a:pt x="114650" y="203198"/>
                    </a:lnTo>
                    <a:lnTo>
                      <a:pt x="99424" y="199907"/>
                    </a:lnTo>
                    <a:lnTo>
                      <a:pt x="90610" y="201990"/>
                    </a:lnTo>
                    <a:lnTo>
                      <a:pt x="84761" y="201096"/>
                    </a:lnTo>
                    <a:lnTo>
                      <a:pt x="69550" y="207836"/>
                    </a:lnTo>
                    <a:lnTo>
                      <a:pt x="57186" y="210539"/>
                    </a:lnTo>
                    <a:lnTo>
                      <a:pt x="47946" y="216991"/>
                    </a:lnTo>
                    <a:lnTo>
                      <a:pt x="41443" y="217401"/>
                    </a:lnTo>
                    <a:lnTo>
                      <a:pt x="35811" y="211315"/>
                    </a:lnTo>
                    <a:lnTo>
                      <a:pt x="31013" y="211002"/>
                    </a:lnTo>
                    <a:lnTo>
                      <a:pt x="25335" y="203380"/>
                    </a:lnTo>
                    <a:lnTo>
                      <a:pt x="24519" y="205748"/>
                    </a:lnTo>
                    <a:lnTo>
                      <a:pt x="22895" y="201159"/>
                    </a:lnTo>
                    <a:lnTo>
                      <a:pt x="23561" y="191146"/>
                    </a:lnTo>
                    <a:lnTo>
                      <a:pt x="19550" y="179699"/>
                    </a:lnTo>
                    <a:lnTo>
                      <a:pt x="24357" y="176587"/>
                    </a:lnTo>
                    <a:lnTo>
                      <a:pt x="24698" y="163474"/>
                    </a:lnTo>
                    <a:lnTo>
                      <a:pt x="16074" y="147483"/>
                    </a:lnTo>
                    <a:lnTo>
                      <a:pt x="9470" y="132965"/>
                    </a:lnTo>
                    <a:close/>
                  </a:path>
                </a:pathLst>
              </a:custGeom>
              <a:solidFill>
                <a:srgbClr val="D3D3D3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g25">
                <a:extLst>
                  <a:ext uri="{FF2B5EF4-FFF2-40B4-BE49-F238E27FC236}">
                    <a16:creationId xmlns:a16="http://schemas.microsoft.com/office/drawing/2014/main" id="{D87A69C3-219E-12B7-31CD-82D3753FBB9D}"/>
                  </a:ext>
                </a:extLst>
              </p:cNvPr>
              <p:cNvSpPr/>
              <p:nvPr/>
            </p:nvSpPr>
            <p:spPr>
              <a:xfrm>
                <a:off x="4037598" y="3196994"/>
                <a:ext cx="60996" cy="60305"/>
              </a:xfrm>
              <a:custGeom>
                <a:avLst/>
                <a:gdLst/>
                <a:ahLst/>
                <a:cxnLst/>
                <a:rect l="0" t="0" r="0" b="0"/>
                <a:pathLst>
                  <a:path w="34517" h="34126">
                    <a:moveTo>
                      <a:pt x="29861" y="5262"/>
                    </a:moveTo>
                    <a:lnTo>
                      <a:pt x="34517" y="10418"/>
                    </a:lnTo>
                    <a:lnTo>
                      <a:pt x="29433" y="18727"/>
                    </a:lnTo>
                    <a:lnTo>
                      <a:pt x="26537" y="24301"/>
                    </a:lnTo>
                    <a:lnTo>
                      <a:pt x="18261" y="26969"/>
                    </a:lnTo>
                    <a:lnTo>
                      <a:pt x="15177" y="32428"/>
                    </a:lnTo>
                    <a:lnTo>
                      <a:pt x="9872" y="34126"/>
                    </a:lnTo>
                    <a:lnTo>
                      <a:pt x="0" y="20985"/>
                    </a:lnTo>
                    <a:lnTo>
                      <a:pt x="8508" y="10167"/>
                    </a:lnTo>
                    <a:lnTo>
                      <a:pt x="16852" y="3484"/>
                    </a:lnTo>
                    <a:lnTo>
                      <a:pt x="23894" y="0"/>
                    </a:lnTo>
                    <a:close/>
                  </a:path>
                </a:pathLst>
              </a:custGeom>
              <a:solidFill>
                <a:schemeClr val="bg1"/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51" name="pg51">
              <a:extLst>
                <a:ext uri="{FF2B5EF4-FFF2-40B4-BE49-F238E27FC236}">
                  <a16:creationId xmlns:a16="http://schemas.microsoft.com/office/drawing/2014/main" id="{5F7541D5-BBE8-F383-1679-495D4EA90CAF}"/>
                </a:ext>
              </a:extLst>
            </p:cNvPr>
            <p:cNvSpPr/>
            <p:nvPr/>
          </p:nvSpPr>
          <p:spPr>
            <a:xfrm>
              <a:off x="4139038" y="3106830"/>
              <a:ext cx="35821" cy="49064"/>
            </a:xfrm>
            <a:custGeom>
              <a:avLst/>
              <a:gdLst/>
              <a:ahLst/>
              <a:cxnLst/>
              <a:rect l="0" t="0" r="0" b="0"/>
              <a:pathLst>
                <a:path w="20271" h="27765">
                  <a:moveTo>
                    <a:pt x="20271" y="18336"/>
                  </a:moveTo>
                  <a:lnTo>
                    <a:pt x="16760" y="25921"/>
                  </a:lnTo>
                  <a:lnTo>
                    <a:pt x="8082" y="27765"/>
                  </a:lnTo>
                  <a:lnTo>
                    <a:pt x="0" y="18507"/>
                  </a:lnTo>
                  <a:lnTo>
                    <a:pt x="252" y="12602"/>
                  </a:lnTo>
                  <a:lnTo>
                    <a:pt x="4663" y="6190"/>
                  </a:lnTo>
                  <a:lnTo>
                    <a:pt x="6360" y="1217"/>
                  </a:lnTo>
                  <a:lnTo>
                    <a:pt x="10674" y="0"/>
                  </a:lnTo>
                  <a:lnTo>
                    <a:pt x="17870" y="3127"/>
                  </a:lnTo>
                  <a:lnTo>
                    <a:pt x="19532" y="10787"/>
                  </a:lnTo>
                  <a:close/>
                </a:path>
              </a:pathLst>
            </a:custGeom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52" name="pg52">
            <a:extLst>
              <a:ext uri="{FF2B5EF4-FFF2-40B4-BE49-F238E27FC236}">
                <a16:creationId xmlns:a16="http://schemas.microsoft.com/office/drawing/2014/main" id="{F9B8B87D-C943-42CA-803D-3811F17071AC}"/>
              </a:ext>
            </a:extLst>
          </p:cNvPr>
          <p:cNvSpPr/>
          <p:nvPr/>
        </p:nvSpPr>
        <p:spPr>
          <a:xfrm>
            <a:off x="2168057" y="2086863"/>
            <a:ext cx="28811" cy="40805"/>
          </a:xfrm>
          <a:custGeom>
            <a:avLst/>
            <a:gdLst/>
            <a:ahLst/>
            <a:cxnLst/>
            <a:rect l="0" t="0" r="0" b="0"/>
            <a:pathLst>
              <a:path w="16304" h="23091">
                <a:moveTo>
                  <a:pt x="16304" y="5860"/>
                </a:moveTo>
                <a:lnTo>
                  <a:pt x="10801" y="9449"/>
                </a:lnTo>
                <a:lnTo>
                  <a:pt x="8313" y="13841"/>
                </a:lnTo>
                <a:lnTo>
                  <a:pt x="7800" y="21287"/>
                </a:lnTo>
                <a:lnTo>
                  <a:pt x="3958" y="23091"/>
                </a:lnTo>
                <a:lnTo>
                  <a:pt x="0" y="10247"/>
                </a:lnTo>
                <a:lnTo>
                  <a:pt x="6119" y="2873"/>
                </a:lnTo>
                <a:lnTo>
                  <a:pt x="10687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g53">
            <a:extLst>
              <a:ext uri="{FF2B5EF4-FFF2-40B4-BE49-F238E27FC236}">
                <a16:creationId xmlns:a16="http://schemas.microsoft.com/office/drawing/2014/main" id="{FC0E97E3-65A9-109C-C05B-58EC70BACEDD}"/>
              </a:ext>
            </a:extLst>
          </p:cNvPr>
          <p:cNvSpPr/>
          <p:nvPr/>
        </p:nvSpPr>
        <p:spPr>
          <a:xfrm>
            <a:off x="2157326" y="2129908"/>
            <a:ext cx="331267" cy="364206"/>
          </a:xfrm>
          <a:custGeom>
            <a:avLst/>
            <a:gdLst/>
            <a:ahLst/>
            <a:cxnLst/>
            <a:rect l="0" t="0" r="0" b="0"/>
            <a:pathLst>
              <a:path w="187461" h="206101">
                <a:moveTo>
                  <a:pt x="12110" y="4028"/>
                </a:moveTo>
                <a:lnTo>
                  <a:pt x="18340" y="1732"/>
                </a:lnTo>
                <a:lnTo>
                  <a:pt x="22700" y="2052"/>
                </a:lnTo>
                <a:lnTo>
                  <a:pt x="27995" y="0"/>
                </a:lnTo>
                <a:lnTo>
                  <a:pt x="72436" y="225"/>
                </a:lnTo>
                <a:lnTo>
                  <a:pt x="76048" y="12953"/>
                </a:lnTo>
                <a:lnTo>
                  <a:pt x="80278" y="23196"/>
                </a:lnTo>
                <a:lnTo>
                  <a:pt x="83685" y="28720"/>
                </a:lnTo>
                <a:lnTo>
                  <a:pt x="89357" y="37650"/>
                </a:lnTo>
                <a:lnTo>
                  <a:pt x="99317" y="36269"/>
                </a:lnTo>
                <a:lnTo>
                  <a:pt x="104306" y="33866"/>
                </a:lnTo>
                <a:lnTo>
                  <a:pt x="112592" y="36279"/>
                </a:lnTo>
                <a:lnTo>
                  <a:pt x="114894" y="32008"/>
                </a:lnTo>
                <a:lnTo>
                  <a:pt x="118775" y="22054"/>
                </a:lnTo>
                <a:lnTo>
                  <a:pt x="128116" y="21386"/>
                </a:lnTo>
                <a:lnTo>
                  <a:pt x="128959" y="18427"/>
                </a:lnTo>
                <a:lnTo>
                  <a:pt x="136639" y="18362"/>
                </a:lnTo>
                <a:lnTo>
                  <a:pt x="135261" y="24516"/>
                </a:lnTo>
                <a:lnTo>
                  <a:pt x="153522" y="24367"/>
                </a:lnTo>
                <a:lnTo>
                  <a:pt x="153666" y="35115"/>
                </a:lnTo>
                <a:lnTo>
                  <a:pt x="156628" y="41705"/>
                </a:lnTo>
                <a:lnTo>
                  <a:pt x="154271" y="52001"/>
                </a:lnTo>
                <a:lnTo>
                  <a:pt x="155219" y="62505"/>
                </a:lnTo>
                <a:lnTo>
                  <a:pt x="160131" y="68844"/>
                </a:lnTo>
                <a:lnTo>
                  <a:pt x="158979" y="89170"/>
                </a:lnTo>
                <a:lnTo>
                  <a:pt x="162722" y="87603"/>
                </a:lnTo>
                <a:lnTo>
                  <a:pt x="169235" y="88022"/>
                </a:lnTo>
                <a:lnTo>
                  <a:pt x="178578" y="85464"/>
                </a:lnTo>
                <a:lnTo>
                  <a:pt x="185394" y="86472"/>
                </a:lnTo>
                <a:lnTo>
                  <a:pt x="186875" y="91775"/>
                </a:lnTo>
                <a:lnTo>
                  <a:pt x="184999" y="100058"/>
                </a:lnTo>
                <a:lnTo>
                  <a:pt x="187461" y="108070"/>
                </a:lnTo>
                <a:lnTo>
                  <a:pt x="185084" y="114467"/>
                </a:lnTo>
                <a:lnTo>
                  <a:pt x="186223" y="120363"/>
                </a:lnTo>
                <a:lnTo>
                  <a:pt x="155044" y="120148"/>
                </a:lnTo>
                <a:lnTo>
                  <a:pt x="152994" y="174496"/>
                </a:lnTo>
                <a:lnTo>
                  <a:pt x="162636" y="188470"/>
                </a:lnTo>
                <a:lnTo>
                  <a:pt x="172015" y="199140"/>
                </a:lnTo>
                <a:lnTo>
                  <a:pt x="144455" y="206101"/>
                </a:lnTo>
                <a:lnTo>
                  <a:pt x="108517" y="203683"/>
                </a:lnTo>
                <a:lnTo>
                  <a:pt x="98420" y="195499"/>
                </a:lnTo>
                <a:lnTo>
                  <a:pt x="38063" y="196236"/>
                </a:lnTo>
                <a:lnTo>
                  <a:pt x="35789" y="197436"/>
                </a:lnTo>
                <a:lnTo>
                  <a:pt x="27060" y="189713"/>
                </a:lnTo>
                <a:lnTo>
                  <a:pt x="17414" y="189203"/>
                </a:lnTo>
                <a:lnTo>
                  <a:pt x="8449" y="192112"/>
                </a:lnTo>
                <a:lnTo>
                  <a:pt x="1230" y="195361"/>
                </a:lnTo>
                <a:lnTo>
                  <a:pt x="0" y="184622"/>
                </a:lnTo>
                <a:lnTo>
                  <a:pt x="2294" y="169603"/>
                </a:lnTo>
                <a:lnTo>
                  <a:pt x="7676" y="153965"/>
                </a:lnTo>
                <a:lnTo>
                  <a:pt x="8557" y="146635"/>
                </a:lnTo>
                <a:lnTo>
                  <a:pt x="13617" y="131238"/>
                </a:lnTo>
                <a:lnTo>
                  <a:pt x="17277" y="124238"/>
                </a:lnTo>
                <a:lnTo>
                  <a:pt x="26023" y="113063"/>
                </a:lnTo>
                <a:lnTo>
                  <a:pt x="30925" y="105462"/>
                </a:lnTo>
                <a:lnTo>
                  <a:pt x="32651" y="92809"/>
                </a:lnTo>
                <a:lnTo>
                  <a:pt x="31974" y="83128"/>
                </a:lnTo>
                <a:lnTo>
                  <a:pt x="27549" y="77022"/>
                </a:lnTo>
                <a:lnTo>
                  <a:pt x="23651" y="66659"/>
                </a:lnTo>
                <a:lnTo>
                  <a:pt x="20053" y="56412"/>
                </a:lnTo>
                <a:lnTo>
                  <a:pt x="20890" y="52861"/>
                </a:lnTo>
                <a:lnTo>
                  <a:pt x="25568" y="46090"/>
                </a:lnTo>
                <a:lnTo>
                  <a:pt x="21133" y="29588"/>
                </a:lnTo>
                <a:lnTo>
                  <a:pt x="18132" y="18154"/>
                </a:lnTo>
                <a:lnTo>
                  <a:pt x="10659" y="734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g54">
            <a:extLst>
              <a:ext uri="{FF2B5EF4-FFF2-40B4-BE49-F238E27FC236}">
                <a16:creationId xmlns:a16="http://schemas.microsoft.com/office/drawing/2014/main" id="{20234285-9EBE-87B4-5B37-582426A68AE6}"/>
              </a:ext>
            </a:extLst>
          </p:cNvPr>
          <p:cNvSpPr/>
          <p:nvPr/>
        </p:nvSpPr>
        <p:spPr>
          <a:xfrm>
            <a:off x="2624318" y="2023790"/>
            <a:ext cx="45879" cy="64938"/>
          </a:xfrm>
          <a:custGeom>
            <a:avLst/>
            <a:gdLst/>
            <a:ahLst/>
            <a:cxnLst/>
            <a:rect l="0" t="0" r="0" b="0"/>
            <a:pathLst>
              <a:path w="25963" h="36748">
                <a:moveTo>
                  <a:pt x="21848" y="1116"/>
                </a:moveTo>
                <a:lnTo>
                  <a:pt x="22667" y="7842"/>
                </a:lnTo>
                <a:lnTo>
                  <a:pt x="25879" y="11714"/>
                </a:lnTo>
                <a:lnTo>
                  <a:pt x="25963" y="17265"/>
                </a:lnTo>
                <a:lnTo>
                  <a:pt x="22207" y="20839"/>
                </a:lnTo>
                <a:lnTo>
                  <a:pt x="16241" y="29748"/>
                </a:lnTo>
                <a:lnTo>
                  <a:pt x="10701" y="35935"/>
                </a:lnTo>
                <a:lnTo>
                  <a:pt x="4459" y="36748"/>
                </a:lnTo>
                <a:lnTo>
                  <a:pt x="3721" y="16148"/>
                </a:lnTo>
                <a:lnTo>
                  <a:pt x="0" y="8382"/>
                </a:lnTo>
                <a:lnTo>
                  <a:pt x="9145" y="9725"/>
                </a:lnTo>
                <a:lnTo>
                  <a:pt x="1384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g55">
            <a:extLst>
              <a:ext uri="{FF2B5EF4-FFF2-40B4-BE49-F238E27FC236}">
                <a16:creationId xmlns:a16="http://schemas.microsoft.com/office/drawing/2014/main" id="{2721C098-E312-97EE-E204-8FEF9F4193C8}"/>
              </a:ext>
            </a:extLst>
          </p:cNvPr>
          <p:cNvSpPr/>
          <p:nvPr/>
        </p:nvSpPr>
        <p:spPr>
          <a:xfrm>
            <a:off x="2979521" y="2316332"/>
            <a:ext cx="203273" cy="409314"/>
          </a:xfrm>
          <a:custGeom>
            <a:avLst/>
            <a:gdLst/>
            <a:ahLst/>
            <a:cxnLst/>
            <a:rect l="0" t="0" r="0" b="0"/>
            <a:pathLst>
              <a:path w="115031" h="231627">
                <a:moveTo>
                  <a:pt x="103616" y="7332"/>
                </a:moveTo>
                <a:lnTo>
                  <a:pt x="107244" y="14599"/>
                </a:lnTo>
                <a:lnTo>
                  <a:pt x="110377" y="25880"/>
                </a:lnTo>
                <a:lnTo>
                  <a:pt x="111641" y="46428"/>
                </a:lnTo>
                <a:lnTo>
                  <a:pt x="115031" y="54418"/>
                </a:lnTo>
                <a:lnTo>
                  <a:pt x="113033" y="62609"/>
                </a:lnTo>
                <a:lnTo>
                  <a:pt x="110072" y="67634"/>
                </a:lnTo>
                <a:lnTo>
                  <a:pt x="105637" y="57624"/>
                </a:lnTo>
                <a:lnTo>
                  <a:pt x="102516" y="62679"/>
                </a:lnTo>
                <a:lnTo>
                  <a:pt x="104543" y="75333"/>
                </a:lnTo>
                <a:lnTo>
                  <a:pt x="102735" y="82575"/>
                </a:lnTo>
                <a:lnTo>
                  <a:pt x="98358" y="86521"/>
                </a:lnTo>
                <a:lnTo>
                  <a:pt x="96419" y="100988"/>
                </a:lnTo>
                <a:lnTo>
                  <a:pt x="89151" y="120900"/>
                </a:lnTo>
                <a:lnTo>
                  <a:pt x="80143" y="144439"/>
                </a:lnTo>
                <a:lnTo>
                  <a:pt x="68627" y="176801"/>
                </a:lnTo>
                <a:lnTo>
                  <a:pt x="61110" y="200551"/>
                </a:lnTo>
                <a:lnTo>
                  <a:pt x="52775" y="220358"/>
                </a:lnTo>
                <a:lnTo>
                  <a:pt x="40477" y="224403"/>
                </a:lnTo>
                <a:lnTo>
                  <a:pt x="27023" y="231627"/>
                </a:lnTo>
                <a:lnTo>
                  <a:pt x="18965" y="227266"/>
                </a:lnTo>
                <a:lnTo>
                  <a:pt x="7838" y="221156"/>
                </a:lnTo>
                <a:lnTo>
                  <a:pt x="4518" y="212143"/>
                </a:lnTo>
                <a:lnTo>
                  <a:pt x="4711" y="197001"/>
                </a:lnTo>
                <a:lnTo>
                  <a:pt x="504" y="183384"/>
                </a:lnTo>
                <a:lnTo>
                  <a:pt x="0" y="171094"/>
                </a:lnTo>
                <a:lnTo>
                  <a:pt x="3466" y="158780"/>
                </a:lnTo>
                <a:lnTo>
                  <a:pt x="10470" y="155822"/>
                </a:lnTo>
                <a:lnTo>
                  <a:pt x="10885" y="150137"/>
                </a:lnTo>
                <a:lnTo>
                  <a:pt x="18812" y="137188"/>
                </a:lnTo>
                <a:lnTo>
                  <a:pt x="20861" y="126309"/>
                </a:lnTo>
                <a:lnTo>
                  <a:pt x="17944" y="118221"/>
                </a:lnTo>
                <a:lnTo>
                  <a:pt x="15819" y="107450"/>
                </a:lnTo>
                <a:lnTo>
                  <a:pt x="15613" y="91712"/>
                </a:lnTo>
                <a:lnTo>
                  <a:pt x="21395" y="82156"/>
                </a:lnTo>
                <a:lnTo>
                  <a:pt x="24035" y="71322"/>
                </a:lnTo>
                <a:lnTo>
                  <a:pt x="31504" y="70693"/>
                </a:lnTo>
                <a:lnTo>
                  <a:pt x="40029" y="67191"/>
                </a:lnTo>
                <a:lnTo>
                  <a:pt x="45733" y="64101"/>
                </a:lnTo>
                <a:lnTo>
                  <a:pt x="52301" y="63872"/>
                </a:lnTo>
                <a:lnTo>
                  <a:pt x="61373" y="54139"/>
                </a:lnTo>
                <a:lnTo>
                  <a:pt x="74257" y="43619"/>
                </a:lnTo>
                <a:lnTo>
                  <a:pt x="79207" y="35026"/>
                </a:lnTo>
                <a:lnTo>
                  <a:pt x="77548" y="27727"/>
                </a:lnTo>
                <a:lnTo>
                  <a:pt x="83799" y="29780"/>
                </a:lnTo>
                <a:lnTo>
                  <a:pt x="92647" y="17911"/>
                </a:lnTo>
                <a:lnTo>
                  <a:pt x="93413" y="7640"/>
                </a:lnTo>
                <a:lnTo>
                  <a:pt x="9872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g56">
            <a:extLst>
              <a:ext uri="{FF2B5EF4-FFF2-40B4-BE49-F238E27FC236}">
                <a16:creationId xmlns:a16="http://schemas.microsoft.com/office/drawing/2014/main" id="{BCE2D395-A94B-825B-A9EA-585018CEA21C}"/>
              </a:ext>
            </a:extLst>
          </p:cNvPr>
          <p:cNvSpPr/>
          <p:nvPr/>
        </p:nvSpPr>
        <p:spPr>
          <a:xfrm>
            <a:off x="1405229" y="1534064"/>
            <a:ext cx="79432" cy="22521"/>
          </a:xfrm>
          <a:custGeom>
            <a:avLst/>
            <a:gdLst/>
            <a:ahLst/>
            <a:cxnLst/>
            <a:rect l="0" t="0" r="0" b="0"/>
            <a:pathLst>
              <a:path w="44950" h="12745">
                <a:moveTo>
                  <a:pt x="2043" y="4808"/>
                </a:moveTo>
                <a:lnTo>
                  <a:pt x="18350" y="4319"/>
                </a:lnTo>
                <a:lnTo>
                  <a:pt x="21795" y="275"/>
                </a:lnTo>
                <a:lnTo>
                  <a:pt x="26543" y="0"/>
                </a:lnTo>
                <a:lnTo>
                  <a:pt x="32381" y="4204"/>
                </a:lnTo>
                <a:lnTo>
                  <a:pt x="37023" y="4284"/>
                </a:lnTo>
                <a:lnTo>
                  <a:pt x="42000" y="1407"/>
                </a:lnTo>
                <a:lnTo>
                  <a:pt x="44950" y="6344"/>
                </a:lnTo>
                <a:lnTo>
                  <a:pt x="38418" y="10178"/>
                </a:lnTo>
                <a:lnTo>
                  <a:pt x="31918" y="9877"/>
                </a:lnTo>
                <a:lnTo>
                  <a:pt x="25553" y="6268"/>
                </a:lnTo>
                <a:lnTo>
                  <a:pt x="19942" y="10212"/>
                </a:lnTo>
                <a:lnTo>
                  <a:pt x="17258" y="10353"/>
                </a:lnTo>
                <a:lnTo>
                  <a:pt x="13622" y="12745"/>
                </a:lnTo>
                <a:lnTo>
                  <a:pt x="0" y="1238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g57">
            <a:extLst>
              <a:ext uri="{FF2B5EF4-FFF2-40B4-BE49-F238E27FC236}">
                <a16:creationId xmlns:a16="http://schemas.microsoft.com/office/drawing/2014/main" id="{3DFF830E-2183-F238-E7BE-7CAD34040F8E}"/>
              </a:ext>
            </a:extLst>
          </p:cNvPr>
          <p:cNvSpPr/>
          <p:nvPr/>
        </p:nvSpPr>
        <p:spPr>
          <a:xfrm>
            <a:off x="2040628" y="825673"/>
            <a:ext cx="101072" cy="212438"/>
          </a:xfrm>
          <a:custGeom>
            <a:avLst/>
            <a:gdLst/>
            <a:ahLst/>
            <a:cxnLst/>
            <a:rect l="0" t="0" r="0" b="0"/>
            <a:pathLst>
              <a:path w="57196" h="120217">
                <a:moveTo>
                  <a:pt x="29798" y="120217"/>
                </a:moveTo>
                <a:lnTo>
                  <a:pt x="22827" y="89546"/>
                </a:lnTo>
                <a:lnTo>
                  <a:pt x="13783" y="82651"/>
                </a:lnTo>
                <a:lnTo>
                  <a:pt x="13552" y="78516"/>
                </a:lnTo>
                <a:lnTo>
                  <a:pt x="1574" y="68339"/>
                </a:lnTo>
                <a:lnTo>
                  <a:pt x="0" y="55476"/>
                </a:lnTo>
                <a:lnTo>
                  <a:pt x="8544" y="45954"/>
                </a:lnTo>
                <a:lnTo>
                  <a:pt x="11496" y="31880"/>
                </a:lnTo>
                <a:lnTo>
                  <a:pt x="8778" y="15622"/>
                </a:lnTo>
                <a:lnTo>
                  <a:pt x="11384" y="6875"/>
                </a:lnTo>
                <a:lnTo>
                  <a:pt x="26507" y="0"/>
                </a:lnTo>
                <a:lnTo>
                  <a:pt x="36442" y="2043"/>
                </a:lnTo>
                <a:lnTo>
                  <a:pt x="36348" y="10664"/>
                </a:lnTo>
                <a:lnTo>
                  <a:pt x="48075" y="4393"/>
                </a:lnTo>
                <a:lnTo>
                  <a:pt x="49210" y="7666"/>
                </a:lnTo>
                <a:lnTo>
                  <a:pt x="42474" y="16017"/>
                </a:lnTo>
                <a:lnTo>
                  <a:pt x="42674" y="23904"/>
                </a:lnTo>
                <a:lnTo>
                  <a:pt x="47741" y="28142"/>
                </a:lnTo>
                <a:lnTo>
                  <a:pt x="46419" y="42910"/>
                </a:lnTo>
                <a:lnTo>
                  <a:pt x="37340" y="51491"/>
                </a:lnTo>
                <a:lnTo>
                  <a:pt x="40365" y="60797"/>
                </a:lnTo>
                <a:lnTo>
                  <a:pt x="47767" y="61088"/>
                </a:lnTo>
                <a:lnTo>
                  <a:pt x="51653" y="69207"/>
                </a:lnTo>
                <a:lnTo>
                  <a:pt x="57196" y="71877"/>
                </a:lnTo>
                <a:lnTo>
                  <a:pt x="56851" y="84998"/>
                </a:lnTo>
                <a:lnTo>
                  <a:pt x="50009" y="89902"/>
                </a:lnTo>
                <a:lnTo>
                  <a:pt x="45754" y="95376"/>
                </a:lnTo>
                <a:lnTo>
                  <a:pt x="36059" y="101960"/>
                </a:lnTo>
                <a:lnTo>
                  <a:pt x="37797" y="109038"/>
                </a:lnTo>
                <a:lnTo>
                  <a:pt x="36749" y="11625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g58">
            <a:extLst>
              <a:ext uri="{FF2B5EF4-FFF2-40B4-BE49-F238E27FC236}">
                <a16:creationId xmlns:a16="http://schemas.microsoft.com/office/drawing/2014/main" id="{EA16B491-C5B4-6863-93E9-A7BEE304FF7E}"/>
              </a:ext>
            </a:extLst>
          </p:cNvPr>
          <p:cNvSpPr/>
          <p:nvPr/>
        </p:nvSpPr>
        <p:spPr>
          <a:xfrm>
            <a:off x="1626832" y="832645"/>
            <a:ext cx="536280" cy="545038"/>
          </a:xfrm>
          <a:custGeom>
            <a:avLst/>
            <a:gdLst/>
            <a:ahLst/>
            <a:cxnLst/>
            <a:rect l="0" t="0" r="0" b="0"/>
            <a:pathLst>
              <a:path w="303476" h="308433">
                <a:moveTo>
                  <a:pt x="0" y="166012"/>
                </a:moveTo>
                <a:lnTo>
                  <a:pt x="347" y="162703"/>
                </a:lnTo>
                <a:lnTo>
                  <a:pt x="363" y="161559"/>
                </a:lnTo>
                <a:lnTo>
                  <a:pt x="663" y="141321"/>
                </a:lnTo>
                <a:lnTo>
                  <a:pt x="24366" y="128715"/>
                </a:lnTo>
                <a:lnTo>
                  <a:pt x="38891" y="126110"/>
                </a:lnTo>
                <a:lnTo>
                  <a:pt x="50821" y="121519"/>
                </a:lnTo>
                <a:lnTo>
                  <a:pt x="56475" y="112963"/>
                </a:lnTo>
                <a:lnTo>
                  <a:pt x="73453" y="106201"/>
                </a:lnTo>
                <a:lnTo>
                  <a:pt x="74207" y="93552"/>
                </a:lnTo>
                <a:lnTo>
                  <a:pt x="82554" y="92062"/>
                </a:lnTo>
                <a:lnTo>
                  <a:pt x="89118" y="85743"/>
                </a:lnTo>
                <a:lnTo>
                  <a:pt x="107952" y="82863"/>
                </a:lnTo>
                <a:lnTo>
                  <a:pt x="110611" y="76224"/>
                </a:lnTo>
                <a:lnTo>
                  <a:pt x="106844" y="72594"/>
                </a:lnTo>
                <a:lnTo>
                  <a:pt x="101990" y="54564"/>
                </a:lnTo>
                <a:lnTo>
                  <a:pt x="101201" y="44180"/>
                </a:lnTo>
                <a:lnTo>
                  <a:pt x="95909" y="33249"/>
                </a:lnTo>
                <a:lnTo>
                  <a:pt x="109612" y="23926"/>
                </a:lnTo>
                <a:lnTo>
                  <a:pt x="124946" y="20962"/>
                </a:lnTo>
                <a:lnTo>
                  <a:pt x="133880" y="13926"/>
                </a:lnTo>
                <a:lnTo>
                  <a:pt x="147477" y="8737"/>
                </a:lnTo>
                <a:lnTo>
                  <a:pt x="171387" y="5699"/>
                </a:lnTo>
                <a:lnTo>
                  <a:pt x="194714" y="4316"/>
                </a:lnTo>
                <a:lnTo>
                  <a:pt x="201880" y="6847"/>
                </a:lnTo>
                <a:lnTo>
                  <a:pt x="215025" y="131"/>
                </a:lnTo>
                <a:lnTo>
                  <a:pt x="230086" y="0"/>
                </a:lnTo>
                <a:lnTo>
                  <a:pt x="235930" y="3964"/>
                </a:lnTo>
                <a:lnTo>
                  <a:pt x="245549" y="2929"/>
                </a:lnTo>
                <a:lnTo>
                  <a:pt x="242942" y="11677"/>
                </a:lnTo>
                <a:lnTo>
                  <a:pt x="245661" y="27935"/>
                </a:lnTo>
                <a:lnTo>
                  <a:pt x="242708" y="42009"/>
                </a:lnTo>
                <a:lnTo>
                  <a:pt x="234164" y="51531"/>
                </a:lnTo>
                <a:lnTo>
                  <a:pt x="235739" y="64394"/>
                </a:lnTo>
                <a:lnTo>
                  <a:pt x="247717" y="74570"/>
                </a:lnTo>
                <a:lnTo>
                  <a:pt x="247948" y="78705"/>
                </a:lnTo>
                <a:lnTo>
                  <a:pt x="256992" y="85600"/>
                </a:lnTo>
                <a:lnTo>
                  <a:pt x="263963" y="116271"/>
                </a:lnTo>
                <a:lnTo>
                  <a:pt x="269040" y="131356"/>
                </a:lnTo>
                <a:lnTo>
                  <a:pt x="270029" y="139293"/>
                </a:lnTo>
                <a:lnTo>
                  <a:pt x="267803" y="153228"/>
                </a:lnTo>
                <a:lnTo>
                  <a:pt x="269035" y="161015"/>
                </a:lnTo>
                <a:lnTo>
                  <a:pt x="267387" y="170363"/>
                </a:lnTo>
                <a:lnTo>
                  <a:pt x="268889" y="181102"/>
                </a:lnTo>
                <a:lnTo>
                  <a:pt x="263224" y="188239"/>
                </a:lnTo>
                <a:lnTo>
                  <a:pt x="272131" y="200687"/>
                </a:lnTo>
                <a:lnTo>
                  <a:pt x="272822" y="208006"/>
                </a:lnTo>
                <a:lnTo>
                  <a:pt x="278224" y="217530"/>
                </a:lnTo>
                <a:lnTo>
                  <a:pt x="285036" y="214401"/>
                </a:lnTo>
                <a:lnTo>
                  <a:pt x="296799" y="222337"/>
                </a:lnTo>
                <a:lnTo>
                  <a:pt x="303476" y="233033"/>
                </a:lnTo>
                <a:lnTo>
                  <a:pt x="253457" y="265589"/>
                </a:lnTo>
                <a:lnTo>
                  <a:pt x="210949" y="299144"/>
                </a:lnTo>
                <a:lnTo>
                  <a:pt x="190085" y="306761"/>
                </a:lnTo>
                <a:lnTo>
                  <a:pt x="173630" y="308433"/>
                </a:lnTo>
                <a:lnTo>
                  <a:pt x="173409" y="297566"/>
                </a:lnTo>
                <a:lnTo>
                  <a:pt x="166532" y="294788"/>
                </a:lnTo>
                <a:lnTo>
                  <a:pt x="157288" y="289903"/>
                </a:lnTo>
                <a:lnTo>
                  <a:pt x="153744" y="281899"/>
                </a:lnTo>
                <a:lnTo>
                  <a:pt x="103894" y="244631"/>
                </a:lnTo>
                <a:lnTo>
                  <a:pt x="54469" y="2073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g59">
            <a:extLst>
              <a:ext uri="{FF2B5EF4-FFF2-40B4-BE49-F238E27FC236}">
                <a16:creationId xmlns:a16="http://schemas.microsoft.com/office/drawing/2014/main" id="{0497C2D9-2010-3EF1-8DD1-2F0341BC8921}"/>
              </a:ext>
            </a:extLst>
          </p:cNvPr>
          <p:cNvSpPr/>
          <p:nvPr/>
        </p:nvSpPr>
        <p:spPr>
          <a:xfrm>
            <a:off x="2809849" y="1409652"/>
            <a:ext cx="181383" cy="167302"/>
          </a:xfrm>
          <a:custGeom>
            <a:avLst/>
            <a:gdLst/>
            <a:ahLst/>
            <a:cxnLst/>
            <a:rect l="0" t="0" r="0" b="0"/>
            <a:pathLst>
              <a:path w="102643" h="94675">
                <a:moveTo>
                  <a:pt x="1876" y="61083"/>
                </a:moveTo>
                <a:lnTo>
                  <a:pt x="0" y="54244"/>
                </a:lnTo>
                <a:lnTo>
                  <a:pt x="5281" y="29146"/>
                </a:lnTo>
                <a:lnTo>
                  <a:pt x="6191" y="17793"/>
                </a:lnTo>
                <a:lnTo>
                  <a:pt x="10614" y="12557"/>
                </a:lnTo>
                <a:lnTo>
                  <a:pt x="21431" y="9749"/>
                </a:lnTo>
                <a:lnTo>
                  <a:pt x="28436" y="0"/>
                </a:lnTo>
                <a:lnTo>
                  <a:pt x="38142" y="19773"/>
                </a:lnTo>
                <a:lnTo>
                  <a:pt x="43060" y="35451"/>
                </a:lnTo>
                <a:lnTo>
                  <a:pt x="51656" y="43771"/>
                </a:lnTo>
                <a:lnTo>
                  <a:pt x="72824" y="59905"/>
                </a:lnTo>
                <a:lnTo>
                  <a:pt x="81583" y="69641"/>
                </a:lnTo>
                <a:lnTo>
                  <a:pt x="90129" y="79498"/>
                </a:lnTo>
                <a:lnTo>
                  <a:pt x="95063" y="85366"/>
                </a:lnTo>
                <a:lnTo>
                  <a:pt x="102643" y="90504"/>
                </a:lnTo>
                <a:lnTo>
                  <a:pt x="98296" y="94675"/>
                </a:lnTo>
                <a:lnTo>
                  <a:pt x="91822" y="93192"/>
                </a:lnTo>
                <a:lnTo>
                  <a:pt x="86476" y="87665"/>
                </a:lnTo>
                <a:lnTo>
                  <a:pt x="79897" y="77651"/>
                </a:lnTo>
                <a:lnTo>
                  <a:pt x="73023" y="72164"/>
                </a:lnTo>
                <a:lnTo>
                  <a:pt x="68891" y="66266"/>
                </a:lnTo>
                <a:lnTo>
                  <a:pt x="55567" y="59418"/>
                </a:lnTo>
                <a:lnTo>
                  <a:pt x="45310" y="59214"/>
                </a:lnTo>
                <a:lnTo>
                  <a:pt x="41543" y="55642"/>
                </a:lnTo>
                <a:lnTo>
                  <a:pt x="32958" y="59659"/>
                </a:lnTo>
                <a:lnTo>
                  <a:pt x="23544" y="51905"/>
                </a:lnTo>
                <a:lnTo>
                  <a:pt x="19431" y="6465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g60">
            <a:extLst>
              <a:ext uri="{FF2B5EF4-FFF2-40B4-BE49-F238E27FC236}">
                <a16:creationId xmlns:a16="http://schemas.microsoft.com/office/drawing/2014/main" id="{4D84BD8F-DBB6-2467-5750-6754F9B25B98}"/>
              </a:ext>
            </a:extLst>
          </p:cNvPr>
          <p:cNvSpPr/>
          <p:nvPr/>
        </p:nvSpPr>
        <p:spPr>
          <a:xfrm>
            <a:off x="1406177" y="873568"/>
            <a:ext cx="416119" cy="432783"/>
          </a:xfrm>
          <a:custGeom>
            <a:avLst/>
            <a:gdLst/>
            <a:ahLst/>
            <a:cxnLst/>
            <a:rect l="0" t="0" r="0" b="0"/>
            <a:pathLst>
              <a:path w="235478" h="244908">
                <a:moveTo>
                  <a:pt x="220776" y="10092"/>
                </a:moveTo>
                <a:lnTo>
                  <a:pt x="226068" y="21023"/>
                </a:lnTo>
                <a:lnTo>
                  <a:pt x="226857" y="31407"/>
                </a:lnTo>
                <a:lnTo>
                  <a:pt x="231712" y="49438"/>
                </a:lnTo>
                <a:lnTo>
                  <a:pt x="235478" y="53067"/>
                </a:lnTo>
                <a:lnTo>
                  <a:pt x="232820" y="59707"/>
                </a:lnTo>
                <a:lnTo>
                  <a:pt x="213986" y="62586"/>
                </a:lnTo>
                <a:lnTo>
                  <a:pt x="207422" y="68905"/>
                </a:lnTo>
                <a:lnTo>
                  <a:pt x="199074" y="70395"/>
                </a:lnTo>
                <a:lnTo>
                  <a:pt x="198321" y="83044"/>
                </a:lnTo>
                <a:lnTo>
                  <a:pt x="181342" y="89806"/>
                </a:lnTo>
                <a:lnTo>
                  <a:pt x="175689" y="98362"/>
                </a:lnTo>
                <a:lnTo>
                  <a:pt x="163758" y="102953"/>
                </a:lnTo>
                <a:lnTo>
                  <a:pt x="149233" y="105558"/>
                </a:lnTo>
                <a:lnTo>
                  <a:pt x="125530" y="118164"/>
                </a:lnTo>
                <a:lnTo>
                  <a:pt x="125230" y="138402"/>
                </a:lnTo>
                <a:lnTo>
                  <a:pt x="123010" y="138402"/>
                </a:lnTo>
                <a:lnTo>
                  <a:pt x="123161" y="147552"/>
                </a:lnTo>
                <a:lnTo>
                  <a:pt x="114121" y="148103"/>
                </a:lnTo>
                <a:lnTo>
                  <a:pt x="109329" y="151989"/>
                </a:lnTo>
                <a:lnTo>
                  <a:pt x="102692" y="151989"/>
                </a:lnTo>
                <a:lnTo>
                  <a:pt x="97455" y="149771"/>
                </a:lnTo>
                <a:lnTo>
                  <a:pt x="85117" y="151605"/>
                </a:lnTo>
                <a:lnTo>
                  <a:pt x="80024" y="164915"/>
                </a:lnTo>
                <a:lnTo>
                  <a:pt x="75416" y="166166"/>
                </a:lnTo>
                <a:lnTo>
                  <a:pt x="68002" y="187699"/>
                </a:lnTo>
                <a:lnTo>
                  <a:pt x="47126" y="206130"/>
                </a:lnTo>
                <a:lnTo>
                  <a:pt x="41716" y="229716"/>
                </a:lnTo>
                <a:lnTo>
                  <a:pt x="35494" y="237389"/>
                </a:lnTo>
                <a:lnTo>
                  <a:pt x="33580" y="243544"/>
                </a:lnTo>
                <a:lnTo>
                  <a:pt x="257" y="244908"/>
                </a:lnTo>
                <a:lnTo>
                  <a:pt x="0" y="244881"/>
                </a:lnTo>
                <a:lnTo>
                  <a:pt x="903" y="236965"/>
                </a:lnTo>
                <a:lnTo>
                  <a:pt x="6697" y="232311"/>
                </a:lnTo>
                <a:lnTo>
                  <a:pt x="11758" y="223410"/>
                </a:lnTo>
                <a:lnTo>
                  <a:pt x="10960" y="217629"/>
                </a:lnTo>
                <a:lnTo>
                  <a:pt x="16351" y="205577"/>
                </a:lnTo>
                <a:lnTo>
                  <a:pt x="24839" y="194718"/>
                </a:lnTo>
                <a:lnTo>
                  <a:pt x="29864" y="191966"/>
                </a:lnTo>
                <a:lnTo>
                  <a:pt x="34030" y="182004"/>
                </a:lnTo>
                <a:lnTo>
                  <a:pt x="34642" y="172905"/>
                </a:lnTo>
                <a:lnTo>
                  <a:pt x="40246" y="162348"/>
                </a:lnTo>
                <a:lnTo>
                  <a:pt x="50180" y="156123"/>
                </a:lnTo>
                <a:lnTo>
                  <a:pt x="59963" y="138680"/>
                </a:lnTo>
                <a:lnTo>
                  <a:pt x="60237" y="138441"/>
                </a:lnTo>
                <a:lnTo>
                  <a:pt x="67765" y="131882"/>
                </a:lnTo>
                <a:lnTo>
                  <a:pt x="81367" y="129995"/>
                </a:lnTo>
                <a:lnTo>
                  <a:pt x="93156" y="118320"/>
                </a:lnTo>
                <a:lnTo>
                  <a:pt x="100564" y="113769"/>
                </a:lnTo>
                <a:lnTo>
                  <a:pt x="113046" y="99504"/>
                </a:lnTo>
                <a:lnTo>
                  <a:pt x="110006" y="78247"/>
                </a:lnTo>
                <a:lnTo>
                  <a:pt x="115895" y="63547"/>
                </a:lnTo>
                <a:lnTo>
                  <a:pt x="118078" y="54551"/>
                </a:lnTo>
                <a:lnTo>
                  <a:pt x="127625" y="43011"/>
                </a:lnTo>
                <a:lnTo>
                  <a:pt x="142186" y="35209"/>
                </a:lnTo>
                <a:lnTo>
                  <a:pt x="152948" y="28150"/>
                </a:lnTo>
                <a:lnTo>
                  <a:pt x="162854" y="10477"/>
                </a:lnTo>
                <a:lnTo>
                  <a:pt x="167537" y="0"/>
                </a:lnTo>
                <a:lnTo>
                  <a:pt x="177973" y="81"/>
                </a:lnTo>
                <a:lnTo>
                  <a:pt x="186406" y="7323"/>
                </a:lnTo>
                <a:lnTo>
                  <a:pt x="199929" y="6143"/>
                </a:lnTo>
                <a:lnTo>
                  <a:pt x="214604" y="99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g61">
            <a:extLst>
              <a:ext uri="{FF2B5EF4-FFF2-40B4-BE49-F238E27FC236}">
                <a16:creationId xmlns:a16="http://schemas.microsoft.com/office/drawing/2014/main" id="{A96D21CB-2318-25BD-31C7-18A7A5280F92}"/>
              </a:ext>
            </a:extLst>
          </p:cNvPr>
          <p:cNvSpPr/>
          <p:nvPr/>
        </p:nvSpPr>
        <p:spPr>
          <a:xfrm>
            <a:off x="2482961" y="999520"/>
            <a:ext cx="329964" cy="289342"/>
          </a:xfrm>
          <a:custGeom>
            <a:avLst/>
            <a:gdLst/>
            <a:ahLst/>
            <a:cxnLst/>
            <a:rect l="0" t="0" r="0" b="0"/>
            <a:pathLst>
              <a:path w="186724" h="163736">
                <a:moveTo>
                  <a:pt x="186724" y="163736"/>
                </a:moveTo>
                <a:lnTo>
                  <a:pt x="128150" y="163736"/>
                </a:lnTo>
                <a:lnTo>
                  <a:pt x="70849" y="163736"/>
                </a:lnTo>
                <a:lnTo>
                  <a:pt x="11481" y="163736"/>
                </a:lnTo>
                <a:lnTo>
                  <a:pt x="8729" y="100838"/>
                </a:lnTo>
                <a:lnTo>
                  <a:pt x="5251" y="40099"/>
                </a:lnTo>
                <a:lnTo>
                  <a:pt x="0" y="26337"/>
                </a:lnTo>
                <a:lnTo>
                  <a:pt x="3006" y="15788"/>
                </a:lnTo>
                <a:lnTo>
                  <a:pt x="256" y="8481"/>
                </a:lnTo>
                <a:lnTo>
                  <a:pt x="4882" y="282"/>
                </a:lnTo>
                <a:lnTo>
                  <a:pt x="24032" y="0"/>
                </a:lnTo>
                <a:lnTo>
                  <a:pt x="38259" y="4517"/>
                </a:lnTo>
                <a:lnTo>
                  <a:pt x="52990" y="9566"/>
                </a:lnTo>
                <a:lnTo>
                  <a:pt x="59894" y="12227"/>
                </a:lnTo>
                <a:lnTo>
                  <a:pt x="70555" y="6814"/>
                </a:lnTo>
                <a:lnTo>
                  <a:pt x="76067" y="1918"/>
                </a:lnTo>
                <a:lnTo>
                  <a:pt x="88651" y="509"/>
                </a:lnTo>
                <a:lnTo>
                  <a:pt x="99097" y="2666"/>
                </a:lnTo>
                <a:lnTo>
                  <a:pt x="103803" y="11141"/>
                </a:lnTo>
                <a:lnTo>
                  <a:pt x="106640" y="5558"/>
                </a:lnTo>
                <a:lnTo>
                  <a:pt x="118583" y="9595"/>
                </a:lnTo>
                <a:lnTo>
                  <a:pt x="129929" y="10562"/>
                </a:lnTo>
                <a:lnTo>
                  <a:pt x="136611" y="6258"/>
                </a:lnTo>
                <a:lnTo>
                  <a:pt x="147062" y="31174"/>
                </a:lnTo>
                <a:lnTo>
                  <a:pt x="148911" y="35611"/>
                </a:lnTo>
                <a:lnTo>
                  <a:pt x="145451" y="42477"/>
                </a:lnTo>
                <a:lnTo>
                  <a:pt x="143432" y="55381"/>
                </a:lnTo>
                <a:lnTo>
                  <a:pt x="140197" y="64275"/>
                </a:lnTo>
                <a:lnTo>
                  <a:pt x="137035" y="67257"/>
                </a:lnTo>
                <a:lnTo>
                  <a:pt x="131740" y="61746"/>
                </a:lnTo>
                <a:lnTo>
                  <a:pt x="124554" y="54123"/>
                </a:lnTo>
                <a:lnTo>
                  <a:pt x="112139" y="29636"/>
                </a:lnTo>
                <a:lnTo>
                  <a:pt x="110783" y="31185"/>
                </a:lnTo>
                <a:lnTo>
                  <a:pt x="118308" y="49211"/>
                </a:lnTo>
                <a:lnTo>
                  <a:pt x="128615" y="66383"/>
                </a:lnTo>
                <a:lnTo>
                  <a:pt x="141637" y="92986"/>
                </a:lnTo>
                <a:lnTo>
                  <a:pt x="147697" y="102272"/>
                </a:lnTo>
                <a:lnTo>
                  <a:pt x="153060" y="111919"/>
                </a:lnTo>
                <a:lnTo>
                  <a:pt x="167462" y="130827"/>
                </a:lnTo>
                <a:lnTo>
                  <a:pt x="164722" y="133805"/>
                </a:lnTo>
                <a:lnTo>
                  <a:pt x="165861" y="144906"/>
                </a:lnTo>
                <a:lnTo>
                  <a:pt x="183931" y="16023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g62">
            <a:extLst>
              <a:ext uri="{FF2B5EF4-FFF2-40B4-BE49-F238E27FC236}">
                <a16:creationId xmlns:a16="http://schemas.microsoft.com/office/drawing/2014/main" id="{E659A313-6C92-D56C-98B1-8E13F696D84D}"/>
              </a:ext>
            </a:extLst>
          </p:cNvPr>
          <p:cNvSpPr/>
          <p:nvPr/>
        </p:nvSpPr>
        <p:spPr>
          <a:xfrm>
            <a:off x="2091981" y="952690"/>
            <a:ext cx="413540" cy="409207"/>
          </a:xfrm>
          <a:custGeom>
            <a:avLst/>
            <a:gdLst/>
            <a:ahLst/>
            <a:cxnLst/>
            <a:rect l="0" t="0" r="0" b="0"/>
            <a:pathLst>
              <a:path w="234019" h="231566">
                <a:moveTo>
                  <a:pt x="232734" y="190238"/>
                </a:moveTo>
                <a:lnTo>
                  <a:pt x="234019" y="224348"/>
                </a:lnTo>
                <a:lnTo>
                  <a:pt x="216978" y="224400"/>
                </a:lnTo>
                <a:lnTo>
                  <a:pt x="217048" y="231566"/>
                </a:lnTo>
                <a:lnTo>
                  <a:pt x="156930" y="198863"/>
                </a:lnTo>
                <a:lnTo>
                  <a:pt x="97148" y="166159"/>
                </a:lnTo>
                <a:lnTo>
                  <a:pt x="82508" y="175498"/>
                </a:lnTo>
                <a:lnTo>
                  <a:pt x="72221" y="181847"/>
                </a:lnTo>
                <a:lnTo>
                  <a:pt x="63716" y="172466"/>
                </a:lnTo>
                <a:lnTo>
                  <a:pt x="40252" y="165101"/>
                </a:lnTo>
                <a:lnTo>
                  <a:pt x="33575" y="154405"/>
                </a:lnTo>
                <a:lnTo>
                  <a:pt x="21811" y="146469"/>
                </a:lnTo>
                <a:lnTo>
                  <a:pt x="15000" y="149598"/>
                </a:lnTo>
                <a:lnTo>
                  <a:pt x="9598" y="140074"/>
                </a:lnTo>
                <a:lnTo>
                  <a:pt x="8907" y="132755"/>
                </a:lnTo>
                <a:lnTo>
                  <a:pt x="0" y="120307"/>
                </a:lnTo>
                <a:lnTo>
                  <a:pt x="5665" y="113170"/>
                </a:lnTo>
                <a:lnTo>
                  <a:pt x="4163" y="102431"/>
                </a:lnTo>
                <a:lnTo>
                  <a:pt x="5810" y="93083"/>
                </a:lnTo>
                <a:lnTo>
                  <a:pt x="4579" y="85296"/>
                </a:lnTo>
                <a:lnTo>
                  <a:pt x="6805" y="71361"/>
                </a:lnTo>
                <a:lnTo>
                  <a:pt x="5815" y="63424"/>
                </a:lnTo>
                <a:lnTo>
                  <a:pt x="739" y="48339"/>
                </a:lnTo>
                <a:lnTo>
                  <a:pt x="7690" y="44380"/>
                </a:lnTo>
                <a:lnTo>
                  <a:pt x="8737" y="37161"/>
                </a:lnTo>
                <a:lnTo>
                  <a:pt x="6999" y="30083"/>
                </a:lnTo>
                <a:lnTo>
                  <a:pt x="16695" y="23499"/>
                </a:lnTo>
                <a:lnTo>
                  <a:pt x="20950" y="18025"/>
                </a:lnTo>
                <a:lnTo>
                  <a:pt x="27791" y="13120"/>
                </a:lnTo>
                <a:lnTo>
                  <a:pt x="28136" y="0"/>
                </a:lnTo>
                <a:lnTo>
                  <a:pt x="45198" y="5879"/>
                </a:lnTo>
                <a:lnTo>
                  <a:pt x="51162" y="4409"/>
                </a:lnTo>
                <a:lnTo>
                  <a:pt x="63267" y="7260"/>
                </a:lnTo>
                <a:lnTo>
                  <a:pt x="82666" y="14894"/>
                </a:lnTo>
                <a:lnTo>
                  <a:pt x="90106" y="30080"/>
                </a:lnTo>
                <a:lnTo>
                  <a:pt x="103208" y="33396"/>
                </a:lnTo>
                <a:lnTo>
                  <a:pt x="123912" y="40548"/>
                </a:lnTo>
                <a:lnTo>
                  <a:pt x="139754" y="49043"/>
                </a:lnTo>
                <a:lnTo>
                  <a:pt x="146572" y="44610"/>
                </a:lnTo>
                <a:lnTo>
                  <a:pt x="153060" y="36752"/>
                </a:lnTo>
                <a:lnTo>
                  <a:pt x="148942" y="23663"/>
                </a:lnTo>
                <a:lnTo>
                  <a:pt x="152958" y="15353"/>
                </a:lnTo>
                <a:lnTo>
                  <a:pt x="162805" y="7348"/>
                </a:lnTo>
                <a:lnTo>
                  <a:pt x="172529" y="5018"/>
                </a:lnTo>
                <a:lnTo>
                  <a:pt x="192181" y="8513"/>
                </a:lnTo>
                <a:lnTo>
                  <a:pt x="197618" y="16151"/>
                </a:lnTo>
                <a:lnTo>
                  <a:pt x="202976" y="16223"/>
                </a:lnTo>
                <a:lnTo>
                  <a:pt x="207764" y="19138"/>
                </a:lnTo>
                <a:lnTo>
                  <a:pt x="222208" y="21142"/>
                </a:lnTo>
                <a:lnTo>
                  <a:pt x="226135" y="26784"/>
                </a:lnTo>
                <a:lnTo>
                  <a:pt x="221509" y="34983"/>
                </a:lnTo>
                <a:lnTo>
                  <a:pt x="224258" y="42290"/>
                </a:lnTo>
                <a:lnTo>
                  <a:pt x="221252" y="52839"/>
                </a:lnTo>
                <a:lnTo>
                  <a:pt x="226504" y="66601"/>
                </a:lnTo>
                <a:lnTo>
                  <a:pt x="229982" y="12734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g63">
            <a:extLst>
              <a:ext uri="{FF2B5EF4-FFF2-40B4-BE49-F238E27FC236}">
                <a16:creationId xmlns:a16="http://schemas.microsoft.com/office/drawing/2014/main" id="{875FAD76-711A-8895-82C8-4CBEE7A0E8F4}"/>
              </a:ext>
            </a:extLst>
          </p:cNvPr>
          <p:cNvSpPr/>
          <p:nvPr/>
        </p:nvSpPr>
        <p:spPr>
          <a:xfrm>
            <a:off x="2726868" y="1501375"/>
            <a:ext cx="394194" cy="348238"/>
          </a:xfrm>
          <a:custGeom>
            <a:avLst/>
            <a:gdLst/>
            <a:ahLst/>
            <a:cxnLst/>
            <a:rect l="0" t="0" r="0" b="0"/>
            <a:pathLst>
              <a:path w="223071" h="197065">
                <a:moveTo>
                  <a:pt x="223071" y="118820"/>
                </a:moveTo>
                <a:lnTo>
                  <a:pt x="181725" y="170085"/>
                </a:lnTo>
                <a:lnTo>
                  <a:pt x="162111" y="170838"/>
                </a:lnTo>
                <a:lnTo>
                  <a:pt x="148892" y="182879"/>
                </a:lnTo>
                <a:lnTo>
                  <a:pt x="139235" y="183194"/>
                </a:lnTo>
                <a:lnTo>
                  <a:pt x="135197" y="188578"/>
                </a:lnTo>
                <a:lnTo>
                  <a:pt x="124897" y="188575"/>
                </a:lnTo>
                <a:lnTo>
                  <a:pt x="118728" y="182803"/>
                </a:lnTo>
                <a:lnTo>
                  <a:pt x="105066" y="189947"/>
                </a:lnTo>
                <a:lnTo>
                  <a:pt x="100709" y="197065"/>
                </a:lnTo>
                <a:lnTo>
                  <a:pt x="90637" y="195721"/>
                </a:lnTo>
                <a:lnTo>
                  <a:pt x="87273" y="193751"/>
                </a:lnTo>
                <a:lnTo>
                  <a:pt x="83749" y="194222"/>
                </a:lnTo>
                <a:lnTo>
                  <a:pt x="78981" y="194049"/>
                </a:lnTo>
                <a:lnTo>
                  <a:pt x="59697" y="179543"/>
                </a:lnTo>
                <a:lnTo>
                  <a:pt x="49207" y="179543"/>
                </a:lnTo>
                <a:lnTo>
                  <a:pt x="43976" y="173922"/>
                </a:lnTo>
                <a:lnTo>
                  <a:pt x="43829" y="164335"/>
                </a:lnTo>
                <a:lnTo>
                  <a:pt x="35959" y="161470"/>
                </a:lnTo>
                <a:lnTo>
                  <a:pt x="26749" y="142882"/>
                </a:lnTo>
                <a:lnTo>
                  <a:pt x="19805" y="138922"/>
                </a:lnTo>
                <a:lnTo>
                  <a:pt x="17044" y="132092"/>
                </a:lnTo>
                <a:lnTo>
                  <a:pt x="9261" y="123767"/>
                </a:lnTo>
                <a:lnTo>
                  <a:pt x="0" y="122544"/>
                </a:lnTo>
                <a:lnTo>
                  <a:pt x="4931" y="112814"/>
                </a:lnTo>
                <a:lnTo>
                  <a:pt x="12903" y="112394"/>
                </a:lnTo>
                <a:lnTo>
                  <a:pt x="15040" y="107178"/>
                </a:lnTo>
                <a:lnTo>
                  <a:pt x="14491" y="91822"/>
                </a:lnTo>
                <a:lnTo>
                  <a:pt x="18480" y="73947"/>
                </a:lnTo>
                <a:lnTo>
                  <a:pt x="25458" y="69163"/>
                </a:lnTo>
                <a:lnTo>
                  <a:pt x="26765" y="62181"/>
                </a:lnTo>
                <a:lnTo>
                  <a:pt x="32796" y="49133"/>
                </a:lnTo>
                <a:lnTo>
                  <a:pt x="41553" y="40671"/>
                </a:lnTo>
                <a:lnTo>
                  <a:pt x="47033" y="23846"/>
                </a:lnTo>
                <a:lnTo>
                  <a:pt x="48833" y="9177"/>
                </a:lnTo>
                <a:lnTo>
                  <a:pt x="66389" y="12747"/>
                </a:lnTo>
                <a:lnTo>
                  <a:pt x="70501" y="0"/>
                </a:lnTo>
                <a:lnTo>
                  <a:pt x="79916" y="7753"/>
                </a:lnTo>
                <a:lnTo>
                  <a:pt x="88500" y="3737"/>
                </a:lnTo>
                <a:lnTo>
                  <a:pt x="92267" y="7308"/>
                </a:lnTo>
                <a:lnTo>
                  <a:pt x="102524" y="7512"/>
                </a:lnTo>
                <a:lnTo>
                  <a:pt x="115849" y="14361"/>
                </a:lnTo>
                <a:lnTo>
                  <a:pt x="119980" y="20259"/>
                </a:lnTo>
                <a:lnTo>
                  <a:pt x="126854" y="25746"/>
                </a:lnTo>
                <a:lnTo>
                  <a:pt x="133433" y="35760"/>
                </a:lnTo>
                <a:lnTo>
                  <a:pt x="138779" y="41287"/>
                </a:lnTo>
                <a:lnTo>
                  <a:pt x="133808" y="48840"/>
                </a:lnTo>
                <a:lnTo>
                  <a:pt x="129035" y="56848"/>
                </a:lnTo>
                <a:lnTo>
                  <a:pt x="130371" y="61563"/>
                </a:lnTo>
                <a:lnTo>
                  <a:pt x="130792" y="66759"/>
                </a:lnTo>
                <a:lnTo>
                  <a:pt x="139183" y="67045"/>
                </a:lnTo>
                <a:lnTo>
                  <a:pt x="142753" y="65834"/>
                </a:lnTo>
                <a:lnTo>
                  <a:pt x="146190" y="68878"/>
                </a:lnTo>
                <a:lnTo>
                  <a:pt x="143122" y="74930"/>
                </a:lnTo>
                <a:lnTo>
                  <a:pt x="148972" y="84335"/>
                </a:lnTo>
                <a:lnTo>
                  <a:pt x="154767" y="92558"/>
                </a:lnTo>
                <a:lnTo>
                  <a:pt x="160686" y="98654"/>
                </a:lnTo>
                <a:lnTo>
                  <a:pt x="210423" y="11892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g64">
            <a:extLst>
              <a:ext uri="{FF2B5EF4-FFF2-40B4-BE49-F238E27FC236}">
                <a16:creationId xmlns:a16="http://schemas.microsoft.com/office/drawing/2014/main" id="{662D8D9B-0B9F-0A5C-E5F2-3092142ED94C}"/>
              </a:ext>
            </a:extLst>
          </p:cNvPr>
          <p:cNvSpPr/>
          <p:nvPr/>
        </p:nvSpPr>
        <p:spPr>
          <a:xfrm>
            <a:off x="2954891" y="1569584"/>
            <a:ext cx="42991" cy="53508"/>
          </a:xfrm>
          <a:custGeom>
            <a:avLst/>
            <a:gdLst/>
            <a:ahLst/>
            <a:cxnLst/>
            <a:rect l="0" t="0" r="0" b="0"/>
            <a:pathLst>
              <a:path w="24328" h="30279">
                <a:moveTo>
                  <a:pt x="9744" y="2688"/>
                </a:moveTo>
                <a:lnTo>
                  <a:pt x="16218" y="4171"/>
                </a:lnTo>
                <a:lnTo>
                  <a:pt x="20565" y="0"/>
                </a:lnTo>
                <a:lnTo>
                  <a:pt x="24328" y="5286"/>
                </a:lnTo>
                <a:lnTo>
                  <a:pt x="24138" y="12378"/>
                </a:lnTo>
                <a:lnTo>
                  <a:pt x="15741" y="16465"/>
                </a:lnTo>
                <a:lnTo>
                  <a:pt x="22355" y="21138"/>
                </a:lnTo>
                <a:lnTo>
                  <a:pt x="17154" y="30279"/>
                </a:lnTo>
                <a:lnTo>
                  <a:pt x="13718" y="27235"/>
                </a:lnTo>
                <a:lnTo>
                  <a:pt x="10147" y="28446"/>
                </a:lnTo>
                <a:lnTo>
                  <a:pt x="1756" y="28161"/>
                </a:lnTo>
                <a:lnTo>
                  <a:pt x="1336" y="22965"/>
                </a:lnTo>
                <a:lnTo>
                  <a:pt x="0" y="18249"/>
                </a:lnTo>
                <a:lnTo>
                  <a:pt x="4772" y="1024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g65">
            <a:extLst>
              <a:ext uri="{FF2B5EF4-FFF2-40B4-BE49-F238E27FC236}">
                <a16:creationId xmlns:a16="http://schemas.microsoft.com/office/drawing/2014/main" id="{46725A87-0F63-162E-D123-065165F65EBB}"/>
              </a:ext>
            </a:extLst>
          </p:cNvPr>
          <p:cNvSpPr/>
          <p:nvPr/>
        </p:nvSpPr>
        <p:spPr>
          <a:xfrm>
            <a:off x="2979784" y="1606942"/>
            <a:ext cx="170443" cy="104591"/>
          </a:xfrm>
          <a:custGeom>
            <a:avLst/>
            <a:gdLst/>
            <a:ahLst/>
            <a:cxnLst/>
            <a:rect l="0" t="0" r="0" b="0"/>
            <a:pathLst>
              <a:path w="96452" h="59187">
                <a:moveTo>
                  <a:pt x="95343" y="878"/>
                </a:moveTo>
                <a:lnTo>
                  <a:pt x="95262" y="1157"/>
                </a:lnTo>
                <a:lnTo>
                  <a:pt x="95496" y="8193"/>
                </a:lnTo>
                <a:lnTo>
                  <a:pt x="96143" y="25425"/>
                </a:lnTo>
                <a:lnTo>
                  <a:pt x="96452" y="34336"/>
                </a:lnTo>
                <a:lnTo>
                  <a:pt x="90010" y="44826"/>
                </a:lnTo>
                <a:lnTo>
                  <a:pt x="79949" y="59082"/>
                </a:lnTo>
                <a:lnTo>
                  <a:pt x="67301" y="59187"/>
                </a:lnTo>
                <a:lnTo>
                  <a:pt x="17564" y="38917"/>
                </a:lnTo>
                <a:lnTo>
                  <a:pt x="11645" y="32821"/>
                </a:lnTo>
                <a:lnTo>
                  <a:pt x="5850" y="24597"/>
                </a:lnTo>
                <a:lnTo>
                  <a:pt x="0" y="15192"/>
                </a:lnTo>
                <a:lnTo>
                  <a:pt x="3068" y="9140"/>
                </a:lnTo>
                <a:lnTo>
                  <a:pt x="8268" y="0"/>
                </a:lnTo>
                <a:lnTo>
                  <a:pt x="13265" y="3148"/>
                </a:lnTo>
                <a:lnTo>
                  <a:pt x="16459" y="10212"/>
                </a:lnTo>
                <a:lnTo>
                  <a:pt x="23477" y="17362"/>
                </a:lnTo>
                <a:lnTo>
                  <a:pt x="30933" y="17419"/>
                </a:lnTo>
                <a:lnTo>
                  <a:pt x="44930" y="13049"/>
                </a:lnTo>
                <a:lnTo>
                  <a:pt x="61192" y="11025"/>
                </a:lnTo>
                <a:lnTo>
                  <a:pt x="74198" y="5718"/>
                </a:lnTo>
                <a:lnTo>
                  <a:pt x="81595" y="4594"/>
                </a:lnTo>
                <a:lnTo>
                  <a:pt x="86827" y="14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g66">
            <a:extLst>
              <a:ext uri="{FF2B5EF4-FFF2-40B4-BE49-F238E27FC236}">
                <a16:creationId xmlns:a16="http://schemas.microsoft.com/office/drawing/2014/main" id="{E84A32E4-A14B-806F-72AC-75C640522C50}"/>
              </a:ext>
            </a:extLst>
          </p:cNvPr>
          <p:cNvSpPr/>
          <p:nvPr/>
        </p:nvSpPr>
        <p:spPr>
          <a:xfrm>
            <a:off x="2639398" y="1824628"/>
            <a:ext cx="145358" cy="171840"/>
          </a:xfrm>
          <a:custGeom>
            <a:avLst/>
            <a:gdLst/>
            <a:ahLst/>
            <a:cxnLst/>
            <a:rect l="0" t="0" r="0" b="0"/>
            <a:pathLst>
              <a:path w="82257" h="97243">
                <a:moveTo>
                  <a:pt x="65267" y="88817"/>
                </a:moveTo>
                <a:lnTo>
                  <a:pt x="34521" y="90138"/>
                </a:lnTo>
                <a:lnTo>
                  <a:pt x="17982" y="89919"/>
                </a:lnTo>
                <a:lnTo>
                  <a:pt x="12682" y="91971"/>
                </a:lnTo>
                <a:lnTo>
                  <a:pt x="3643" y="97243"/>
                </a:lnTo>
                <a:lnTo>
                  <a:pt x="0" y="95501"/>
                </a:lnTo>
                <a:lnTo>
                  <a:pt x="169" y="82623"/>
                </a:lnTo>
                <a:lnTo>
                  <a:pt x="3674" y="76097"/>
                </a:lnTo>
                <a:lnTo>
                  <a:pt x="4513" y="62387"/>
                </a:lnTo>
                <a:lnTo>
                  <a:pt x="7664" y="54445"/>
                </a:lnTo>
                <a:lnTo>
                  <a:pt x="13391" y="45538"/>
                </a:lnTo>
                <a:lnTo>
                  <a:pt x="19159" y="41001"/>
                </a:lnTo>
                <a:lnTo>
                  <a:pt x="23967" y="34937"/>
                </a:lnTo>
                <a:lnTo>
                  <a:pt x="17904" y="32624"/>
                </a:lnTo>
                <a:lnTo>
                  <a:pt x="18633" y="12651"/>
                </a:lnTo>
                <a:lnTo>
                  <a:pt x="24789" y="7993"/>
                </a:lnTo>
                <a:lnTo>
                  <a:pt x="34418" y="11813"/>
                </a:lnTo>
                <a:lnTo>
                  <a:pt x="46508" y="7815"/>
                </a:lnTo>
                <a:lnTo>
                  <a:pt x="57116" y="7855"/>
                </a:lnTo>
                <a:lnTo>
                  <a:pt x="66287" y="0"/>
                </a:lnTo>
                <a:lnTo>
                  <a:pt x="73583" y="11858"/>
                </a:lnTo>
                <a:lnTo>
                  <a:pt x="75444" y="20430"/>
                </a:lnTo>
                <a:lnTo>
                  <a:pt x="82257" y="40037"/>
                </a:lnTo>
                <a:lnTo>
                  <a:pt x="76844" y="52487"/>
                </a:lnTo>
                <a:lnTo>
                  <a:pt x="69458" y="63794"/>
                </a:lnTo>
                <a:lnTo>
                  <a:pt x="65146" y="7071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g67">
            <a:extLst>
              <a:ext uri="{FF2B5EF4-FFF2-40B4-BE49-F238E27FC236}">
                <a16:creationId xmlns:a16="http://schemas.microsoft.com/office/drawing/2014/main" id="{BC9483D8-2899-1B9F-4B39-16619E768602}"/>
              </a:ext>
            </a:extLst>
          </p:cNvPr>
          <p:cNvSpPr/>
          <p:nvPr/>
        </p:nvSpPr>
        <p:spPr>
          <a:xfrm>
            <a:off x="2624316" y="1987155"/>
            <a:ext cx="47992" cy="53823"/>
          </a:xfrm>
          <a:custGeom>
            <a:avLst/>
            <a:gdLst/>
            <a:ahLst/>
            <a:cxnLst/>
            <a:rect l="0" t="0" r="0" b="0"/>
            <a:pathLst>
              <a:path w="27158" h="30458">
                <a:moveTo>
                  <a:pt x="21217" y="0"/>
                </a:moveTo>
                <a:lnTo>
                  <a:pt x="27158" y="9637"/>
                </a:lnTo>
                <a:lnTo>
                  <a:pt x="26218" y="19686"/>
                </a:lnTo>
                <a:lnTo>
                  <a:pt x="21848" y="21849"/>
                </a:lnTo>
                <a:lnTo>
                  <a:pt x="13843" y="20732"/>
                </a:lnTo>
                <a:lnTo>
                  <a:pt x="9145" y="30458"/>
                </a:lnTo>
                <a:lnTo>
                  <a:pt x="0" y="29115"/>
                </a:lnTo>
                <a:lnTo>
                  <a:pt x="1469" y="19771"/>
                </a:lnTo>
                <a:lnTo>
                  <a:pt x="3550" y="18454"/>
                </a:lnTo>
                <a:lnTo>
                  <a:pt x="4172" y="8290"/>
                </a:lnTo>
                <a:lnTo>
                  <a:pt x="8534" y="3529"/>
                </a:lnTo>
                <a:lnTo>
                  <a:pt x="12177" y="527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g68">
            <a:extLst>
              <a:ext uri="{FF2B5EF4-FFF2-40B4-BE49-F238E27FC236}">
                <a16:creationId xmlns:a16="http://schemas.microsoft.com/office/drawing/2014/main" id="{2CE4C9B4-F32F-1867-E265-603B1B7D2CC1}"/>
              </a:ext>
            </a:extLst>
          </p:cNvPr>
          <p:cNvSpPr/>
          <p:nvPr/>
        </p:nvSpPr>
        <p:spPr>
          <a:xfrm>
            <a:off x="2485466" y="1583217"/>
            <a:ext cx="304949" cy="263768"/>
          </a:xfrm>
          <a:custGeom>
            <a:avLst/>
            <a:gdLst/>
            <a:ahLst/>
            <a:cxnLst/>
            <a:rect l="0" t="0" r="0" b="0"/>
            <a:pathLst>
              <a:path w="172568" h="149264">
                <a:moveTo>
                  <a:pt x="105743" y="149264"/>
                </a:moveTo>
                <a:lnTo>
                  <a:pt x="92346" y="137914"/>
                </a:lnTo>
                <a:lnTo>
                  <a:pt x="88680" y="130618"/>
                </a:lnTo>
                <a:lnTo>
                  <a:pt x="80330" y="134232"/>
                </a:lnTo>
                <a:lnTo>
                  <a:pt x="73348" y="133108"/>
                </a:lnTo>
                <a:lnTo>
                  <a:pt x="69346" y="135976"/>
                </a:lnTo>
                <a:lnTo>
                  <a:pt x="62555" y="133905"/>
                </a:lnTo>
                <a:lnTo>
                  <a:pt x="53265" y="119804"/>
                </a:lnTo>
                <a:lnTo>
                  <a:pt x="50777" y="114389"/>
                </a:lnTo>
                <a:lnTo>
                  <a:pt x="39434" y="107629"/>
                </a:lnTo>
                <a:lnTo>
                  <a:pt x="35501" y="97383"/>
                </a:lnTo>
                <a:lnTo>
                  <a:pt x="29129" y="89992"/>
                </a:lnTo>
                <a:lnTo>
                  <a:pt x="18885" y="81097"/>
                </a:lnTo>
                <a:lnTo>
                  <a:pt x="18668" y="75545"/>
                </a:lnTo>
                <a:lnTo>
                  <a:pt x="10330" y="68643"/>
                </a:lnTo>
                <a:lnTo>
                  <a:pt x="0" y="61973"/>
                </a:lnTo>
                <a:lnTo>
                  <a:pt x="4588" y="60112"/>
                </a:lnTo>
                <a:lnTo>
                  <a:pt x="9699" y="56886"/>
                </a:lnTo>
                <a:lnTo>
                  <a:pt x="13310" y="41638"/>
                </a:lnTo>
                <a:lnTo>
                  <a:pt x="17290" y="33721"/>
                </a:lnTo>
                <a:lnTo>
                  <a:pt x="28070" y="31375"/>
                </a:lnTo>
                <a:lnTo>
                  <a:pt x="30740" y="36067"/>
                </a:lnTo>
                <a:lnTo>
                  <a:pt x="38665" y="46036"/>
                </a:lnTo>
                <a:lnTo>
                  <a:pt x="42819" y="47503"/>
                </a:lnTo>
                <a:lnTo>
                  <a:pt x="48180" y="44570"/>
                </a:lnTo>
                <a:lnTo>
                  <a:pt x="59024" y="45157"/>
                </a:lnTo>
                <a:lnTo>
                  <a:pt x="61156" y="48676"/>
                </a:lnTo>
                <a:lnTo>
                  <a:pt x="76117" y="48676"/>
                </a:lnTo>
                <a:lnTo>
                  <a:pt x="76562" y="45157"/>
                </a:lnTo>
                <a:lnTo>
                  <a:pt x="84232" y="41931"/>
                </a:lnTo>
                <a:lnTo>
                  <a:pt x="85672" y="36946"/>
                </a:lnTo>
                <a:lnTo>
                  <a:pt x="91265" y="33428"/>
                </a:lnTo>
                <a:lnTo>
                  <a:pt x="104121" y="43397"/>
                </a:lnTo>
                <a:lnTo>
                  <a:pt x="111819" y="41638"/>
                </a:lnTo>
                <a:lnTo>
                  <a:pt x="119004" y="29322"/>
                </a:lnTo>
                <a:lnTo>
                  <a:pt x="127008" y="19939"/>
                </a:lnTo>
                <a:lnTo>
                  <a:pt x="125438" y="9676"/>
                </a:lnTo>
                <a:lnTo>
                  <a:pt x="121692" y="4691"/>
                </a:lnTo>
                <a:lnTo>
                  <a:pt x="130674" y="3811"/>
                </a:lnTo>
                <a:lnTo>
                  <a:pt x="131589" y="0"/>
                </a:lnTo>
                <a:lnTo>
                  <a:pt x="138572" y="1172"/>
                </a:lnTo>
                <a:lnTo>
                  <a:pt x="137140" y="13781"/>
                </a:lnTo>
                <a:lnTo>
                  <a:pt x="139279" y="26097"/>
                </a:lnTo>
                <a:lnTo>
                  <a:pt x="147186" y="32841"/>
                </a:lnTo>
                <a:lnTo>
                  <a:pt x="149139" y="38706"/>
                </a:lnTo>
                <a:lnTo>
                  <a:pt x="149086" y="47209"/>
                </a:lnTo>
                <a:lnTo>
                  <a:pt x="151174" y="47547"/>
                </a:lnTo>
                <a:lnTo>
                  <a:pt x="151648" y="60865"/>
                </a:lnTo>
                <a:lnTo>
                  <a:pt x="149511" y="66082"/>
                </a:lnTo>
                <a:lnTo>
                  <a:pt x="141540" y="66502"/>
                </a:lnTo>
                <a:lnTo>
                  <a:pt x="136608" y="76231"/>
                </a:lnTo>
                <a:lnTo>
                  <a:pt x="145870" y="77454"/>
                </a:lnTo>
                <a:lnTo>
                  <a:pt x="153652" y="85779"/>
                </a:lnTo>
                <a:lnTo>
                  <a:pt x="156413" y="92610"/>
                </a:lnTo>
                <a:lnTo>
                  <a:pt x="163358" y="96570"/>
                </a:lnTo>
                <a:lnTo>
                  <a:pt x="172568" y="115157"/>
                </a:lnTo>
                <a:lnTo>
                  <a:pt x="162526" y="126411"/>
                </a:lnTo>
                <a:lnTo>
                  <a:pt x="153397" y="136612"/>
                </a:lnTo>
                <a:lnTo>
                  <a:pt x="144226" y="144468"/>
                </a:lnTo>
                <a:lnTo>
                  <a:pt x="133618" y="144428"/>
                </a:lnTo>
                <a:lnTo>
                  <a:pt x="121528" y="148426"/>
                </a:lnTo>
                <a:lnTo>
                  <a:pt x="111899" y="14460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tx69">
            <a:extLst>
              <a:ext uri="{FF2B5EF4-FFF2-40B4-BE49-F238E27FC236}">
                <a16:creationId xmlns:a16="http://schemas.microsoft.com/office/drawing/2014/main" id="{A62CF81F-B701-9C15-808B-57E8B451B819}"/>
              </a:ext>
            </a:extLst>
          </p:cNvPr>
          <p:cNvSpPr/>
          <p:nvPr/>
        </p:nvSpPr>
        <p:spPr>
          <a:xfrm>
            <a:off x="743400" y="3089068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70" name="tx70">
            <a:extLst>
              <a:ext uri="{FF2B5EF4-FFF2-40B4-BE49-F238E27FC236}">
                <a16:creationId xmlns:a16="http://schemas.microsoft.com/office/drawing/2014/main" id="{CAD72DC8-BFAE-0F7F-74B2-321BD0548B54}"/>
              </a:ext>
            </a:extLst>
          </p:cNvPr>
          <p:cNvSpPr/>
          <p:nvPr/>
        </p:nvSpPr>
        <p:spPr>
          <a:xfrm>
            <a:off x="963158" y="3092136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1" name="tx71">
            <a:extLst>
              <a:ext uri="{FF2B5EF4-FFF2-40B4-BE49-F238E27FC236}">
                <a16:creationId xmlns:a16="http://schemas.microsoft.com/office/drawing/2014/main" id="{C728E614-C774-DC46-349F-B9F19E6D0D04}"/>
              </a:ext>
            </a:extLst>
          </p:cNvPr>
          <p:cNvSpPr/>
          <p:nvPr/>
        </p:nvSpPr>
        <p:spPr>
          <a:xfrm>
            <a:off x="1037649" y="3089068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2" name="tx72">
            <a:extLst>
              <a:ext uri="{FF2B5EF4-FFF2-40B4-BE49-F238E27FC236}">
                <a16:creationId xmlns:a16="http://schemas.microsoft.com/office/drawing/2014/main" id="{B2667409-5E03-6F6C-09CC-34A460226A8F}"/>
              </a:ext>
            </a:extLst>
          </p:cNvPr>
          <p:cNvSpPr/>
          <p:nvPr/>
        </p:nvSpPr>
        <p:spPr>
          <a:xfrm>
            <a:off x="743400" y="2485883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3" name="tx73">
            <a:extLst>
              <a:ext uri="{FF2B5EF4-FFF2-40B4-BE49-F238E27FC236}">
                <a16:creationId xmlns:a16="http://schemas.microsoft.com/office/drawing/2014/main" id="{6EA504EC-77E0-6A25-C941-164F2988E36C}"/>
              </a:ext>
            </a:extLst>
          </p:cNvPr>
          <p:cNvSpPr/>
          <p:nvPr/>
        </p:nvSpPr>
        <p:spPr>
          <a:xfrm>
            <a:off x="963158" y="248895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4" name="tx74">
            <a:extLst>
              <a:ext uri="{FF2B5EF4-FFF2-40B4-BE49-F238E27FC236}">
                <a16:creationId xmlns:a16="http://schemas.microsoft.com/office/drawing/2014/main" id="{F8D89D6D-4EE3-10BD-7D1D-38561DD9686E}"/>
              </a:ext>
            </a:extLst>
          </p:cNvPr>
          <p:cNvSpPr/>
          <p:nvPr/>
        </p:nvSpPr>
        <p:spPr>
          <a:xfrm>
            <a:off x="1037649" y="2485883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5" name="tx75">
            <a:extLst>
              <a:ext uri="{FF2B5EF4-FFF2-40B4-BE49-F238E27FC236}">
                <a16:creationId xmlns:a16="http://schemas.microsoft.com/office/drawing/2014/main" id="{1E9869BE-FF21-52AE-5B33-4457EB137FEE}"/>
              </a:ext>
            </a:extLst>
          </p:cNvPr>
          <p:cNvSpPr/>
          <p:nvPr/>
        </p:nvSpPr>
        <p:spPr>
          <a:xfrm>
            <a:off x="930031" y="1881321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76" name="tx76">
            <a:extLst>
              <a:ext uri="{FF2B5EF4-FFF2-40B4-BE49-F238E27FC236}">
                <a16:creationId xmlns:a16="http://schemas.microsoft.com/office/drawing/2014/main" id="{5994F6C2-3049-5C49-AD7B-AE6B3968743C}"/>
              </a:ext>
            </a:extLst>
          </p:cNvPr>
          <p:cNvSpPr/>
          <p:nvPr/>
        </p:nvSpPr>
        <p:spPr>
          <a:xfrm>
            <a:off x="1094851" y="188439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7" name="tx77">
            <a:extLst>
              <a:ext uri="{FF2B5EF4-FFF2-40B4-BE49-F238E27FC236}">
                <a16:creationId xmlns:a16="http://schemas.microsoft.com/office/drawing/2014/main" id="{E7A8A88C-FA07-FD5F-EC8F-1E84CB18BC06}"/>
              </a:ext>
            </a:extLst>
          </p:cNvPr>
          <p:cNvSpPr/>
          <p:nvPr/>
        </p:nvSpPr>
        <p:spPr>
          <a:xfrm>
            <a:off x="732572" y="127765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8" name="tx78">
            <a:extLst>
              <a:ext uri="{FF2B5EF4-FFF2-40B4-BE49-F238E27FC236}">
                <a16:creationId xmlns:a16="http://schemas.microsoft.com/office/drawing/2014/main" id="{DB9DA7A3-D071-0DF8-4312-13D453E731ED}"/>
              </a:ext>
            </a:extLst>
          </p:cNvPr>
          <p:cNvSpPr/>
          <p:nvPr/>
        </p:nvSpPr>
        <p:spPr>
          <a:xfrm>
            <a:off x="952333" y="1280720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9" name="tx79">
            <a:extLst>
              <a:ext uri="{FF2B5EF4-FFF2-40B4-BE49-F238E27FC236}">
                <a16:creationId xmlns:a16="http://schemas.microsoft.com/office/drawing/2014/main" id="{BF382C69-3090-B790-36F7-0D952A4DA1DD}"/>
              </a:ext>
            </a:extLst>
          </p:cNvPr>
          <p:cNvSpPr/>
          <p:nvPr/>
        </p:nvSpPr>
        <p:spPr>
          <a:xfrm>
            <a:off x="1026825" y="1277651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0" name="tx80">
            <a:extLst>
              <a:ext uri="{FF2B5EF4-FFF2-40B4-BE49-F238E27FC236}">
                <a16:creationId xmlns:a16="http://schemas.microsoft.com/office/drawing/2014/main" id="{9A651E85-7A26-D18E-2C6D-072C980E457D}"/>
              </a:ext>
            </a:extLst>
          </p:cNvPr>
          <p:cNvSpPr/>
          <p:nvPr/>
        </p:nvSpPr>
        <p:spPr>
          <a:xfrm>
            <a:off x="732572" y="674465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81" name="tx81">
            <a:extLst>
              <a:ext uri="{FF2B5EF4-FFF2-40B4-BE49-F238E27FC236}">
                <a16:creationId xmlns:a16="http://schemas.microsoft.com/office/drawing/2014/main" id="{242667E1-01A4-C719-8564-BA21FEC412E9}"/>
              </a:ext>
            </a:extLst>
          </p:cNvPr>
          <p:cNvSpPr/>
          <p:nvPr/>
        </p:nvSpPr>
        <p:spPr>
          <a:xfrm>
            <a:off x="952333" y="677537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2" name="tx82">
            <a:extLst>
              <a:ext uri="{FF2B5EF4-FFF2-40B4-BE49-F238E27FC236}">
                <a16:creationId xmlns:a16="http://schemas.microsoft.com/office/drawing/2014/main" id="{A0413C0E-9030-78C4-2889-C446925A4BAD}"/>
              </a:ext>
            </a:extLst>
          </p:cNvPr>
          <p:cNvSpPr/>
          <p:nvPr/>
        </p:nvSpPr>
        <p:spPr>
          <a:xfrm>
            <a:off x="1026825" y="674465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3" name="tx83">
            <a:extLst>
              <a:ext uri="{FF2B5EF4-FFF2-40B4-BE49-F238E27FC236}">
                <a16:creationId xmlns:a16="http://schemas.microsoft.com/office/drawing/2014/main" id="{FFBD578E-3859-FB5D-BE07-562FDFBB3A4E}"/>
              </a:ext>
            </a:extLst>
          </p:cNvPr>
          <p:cNvSpPr/>
          <p:nvPr/>
        </p:nvSpPr>
        <p:spPr>
          <a:xfrm>
            <a:off x="1162729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4" name="tx84">
            <a:extLst>
              <a:ext uri="{FF2B5EF4-FFF2-40B4-BE49-F238E27FC236}">
                <a16:creationId xmlns:a16="http://schemas.microsoft.com/office/drawing/2014/main" id="{DCC39EA7-36E2-4C71-9223-A8ABCD7BBADE}"/>
              </a:ext>
            </a:extLst>
          </p:cNvPr>
          <p:cNvSpPr/>
          <p:nvPr/>
        </p:nvSpPr>
        <p:spPr>
          <a:xfrm>
            <a:off x="1382489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5" name="tx85">
            <a:extLst>
              <a:ext uri="{FF2B5EF4-FFF2-40B4-BE49-F238E27FC236}">
                <a16:creationId xmlns:a16="http://schemas.microsoft.com/office/drawing/2014/main" id="{C9CF883B-46B8-616D-9366-DA0362033C6E}"/>
              </a:ext>
            </a:extLst>
          </p:cNvPr>
          <p:cNvSpPr/>
          <p:nvPr/>
        </p:nvSpPr>
        <p:spPr>
          <a:xfrm>
            <a:off x="1456978" y="3692191"/>
            <a:ext cx="186308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86" name="tx86">
            <a:extLst>
              <a:ext uri="{FF2B5EF4-FFF2-40B4-BE49-F238E27FC236}">
                <a16:creationId xmlns:a16="http://schemas.microsoft.com/office/drawing/2014/main" id="{4440EE3B-6099-F69F-98C2-C0AFD010D3D9}"/>
              </a:ext>
            </a:extLst>
          </p:cNvPr>
          <p:cNvSpPr/>
          <p:nvPr/>
        </p:nvSpPr>
        <p:spPr>
          <a:xfrm>
            <a:off x="1731164" y="3692191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87" name="tx87">
            <a:extLst>
              <a:ext uri="{FF2B5EF4-FFF2-40B4-BE49-F238E27FC236}">
                <a16:creationId xmlns:a16="http://schemas.microsoft.com/office/drawing/2014/main" id="{81DF5285-8E4B-A069-98AA-3F5A313CAF7D}"/>
              </a:ext>
            </a:extLst>
          </p:cNvPr>
          <p:cNvSpPr/>
          <p:nvPr/>
        </p:nvSpPr>
        <p:spPr>
          <a:xfrm>
            <a:off x="1895984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8" name="tx88">
            <a:extLst>
              <a:ext uri="{FF2B5EF4-FFF2-40B4-BE49-F238E27FC236}">
                <a16:creationId xmlns:a16="http://schemas.microsoft.com/office/drawing/2014/main" id="{60100562-8E57-46AC-9B5A-FE415E306DFA}"/>
              </a:ext>
            </a:extLst>
          </p:cNvPr>
          <p:cNvSpPr/>
          <p:nvPr/>
        </p:nvSpPr>
        <p:spPr>
          <a:xfrm>
            <a:off x="2085658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9" name="tx89">
            <a:extLst>
              <a:ext uri="{FF2B5EF4-FFF2-40B4-BE49-F238E27FC236}">
                <a16:creationId xmlns:a16="http://schemas.microsoft.com/office/drawing/2014/main" id="{27F24F85-414C-8F07-9243-460C8ACE53C4}"/>
              </a:ext>
            </a:extLst>
          </p:cNvPr>
          <p:cNvSpPr/>
          <p:nvPr/>
        </p:nvSpPr>
        <p:spPr>
          <a:xfrm>
            <a:off x="2305416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0" name="tx90">
            <a:extLst>
              <a:ext uri="{FF2B5EF4-FFF2-40B4-BE49-F238E27FC236}">
                <a16:creationId xmlns:a16="http://schemas.microsoft.com/office/drawing/2014/main" id="{850ED9F5-5FC8-168E-8C7F-DA74E289387F}"/>
              </a:ext>
            </a:extLst>
          </p:cNvPr>
          <p:cNvSpPr/>
          <p:nvPr/>
        </p:nvSpPr>
        <p:spPr>
          <a:xfrm>
            <a:off x="2379908" y="3692191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1" name="tx91">
            <a:extLst>
              <a:ext uri="{FF2B5EF4-FFF2-40B4-BE49-F238E27FC236}">
                <a16:creationId xmlns:a16="http://schemas.microsoft.com/office/drawing/2014/main" id="{0B5DCD7B-3C0E-B85C-A307-2BD218B8E037}"/>
              </a:ext>
            </a:extLst>
          </p:cNvPr>
          <p:cNvSpPr/>
          <p:nvPr/>
        </p:nvSpPr>
        <p:spPr>
          <a:xfrm>
            <a:off x="2533466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92" name="tx92">
            <a:extLst>
              <a:ext uri="{FF2B5EF4-FFF2-40B4-BE49-F238E27FC236}">
                <a16:creationId xmlns:a16="http://schemas.microsoft.com/office/drawing/2014/main" id="{4D1CC47F-03E8-9ADC-4EC6-65A901C3D60F}"/>
              </a:ext>
            </a:extLst>
          </p:cNvPr>
          <p:cNvSpPr/>
          <p:nvPr/>
        </p:nvSpPr>
        <p:spPr>
          <a:xfrm>
            <a:off x="2753226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3" name="tx93">
            <a:extLst>
              <a:ext uri="{FF2B5EF4-FFF2-40B4-BE49-F238E27FC236}">
                <a16:creationId xmlns:a16="http://schemas.microsoft.com/office/drawing/2014/main" id="{04D2C7C7-49CF-DC7E-26F0-2814F511BACF}"/>
              </a:ext>
            </a:extLst>
          </p:cNvPr>
          <p:cNvSpPr/>
          <p:nvPr/>
        </p:nvSpPr>
        <p:spPr>
          <a:xfrm>
            <a:off x="2827717" y="3692191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4" name="tx94">
            <a:extLst>
              <a:ext uri="{FF2B5EF4-FFF2-40B4-BE49-F238E27FC236}">
                <a16:creationId xmlns:a16="http://schemas.microsoft.com/office/drawing/2014/main" id="{06DA2917-1C4E-96C2-50EF-D4CC576691E3}"/>
              </a:ext>
            </a:extLst>
          </p:cNvPr>
          <p:cNvSpPr/>
          <p:nvPr/>
        </p:nvSpPr>
        <p:spPr>
          <a:xfrm>
            <a:off x="2981277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95" name="tx95">
            <a:extLst>
              <a:ext uri="{FF2B5EF4-FFF2-40B4-BE49-F238E27FC236}">
                <a16:creationId xmlns:a16="http://schemas.microsoft.com/office/drawing/2014/main" id="{A98BE7C5-D9EB-61A5-2148-BE2F15319480}"/>
              </a:ext>
            </a:extLst>
          </p:cNvPr>
          <p:cNvSpPr/>
          <p:nvPr/>
        </p:nvSpPr>
        <p:spPr>
          <a:xfrm>
            <a:off x="3201035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6" name="tx96">
            <a:extLst>
              <a:ext uri="{FF2B5EF4-FFF2-40B4-BE49-F238E27FC236}">
                <a16:creationId xmlns:a16="http://schemas.microsoft.com/office/drawing/2014/main" id="{94712D17-F266-6C74-6A03-A4A5F5FF807B}"/>
              </a:ext>
            </a:extLst>
          </p:cNvPr>
          <p:cNvSpPr/>
          <p:nvPr/>
        </p:nvSpPr>
        <p:spPr>
          <a:xfrm>
            <a:off x="3275527" y="3692191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E</a:t>
            </a:r>
          </a:p>
        </p:txBody>
      </p: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9D2D6C0E-763E-50E5-1E76-E9C6BCB28822}"/>
              </a:ext>
            </a:extLst>
          </p:cNvPr>
          <p:cNvGrpSpPr/>
          <p:nvPr/>
        </p:nvGrpSpPr>
        <p:grpSpPr>
          <a:xfrm>
            <a:off x="1765062" y="1001864"/>
            <a:ext cx="1356571" cy="2004354"/>
            <a:chOff x="3412315" y="1531332"/>
            <a:chExt cx="1356571" cy="2004354"/>
          </a:xfrm>
          <a:solidFill>
            <a:schemeClr val="bg1">
              <a:lumMod val="85000"/>
              <a:alpha val="37000"/>
            </a:schemeClr>
          </a:solidFill>
        </p:grpSpPr>
        <p:sp>
          <p:nvSpPr>
            <p:cNvPr id="114" name="pg15">
              <a:extLst>
                <a:ext uri="{FF2B5EF4-FFF2-40B4-BE49-F238E27FC236}">
                  <a16:creationId xmlns:a16="http://schemas.microsoft.com/office/drawing/2014/main" id="{D08AD0DF-9163-0FAA-1844-88463EA23459}"/>
                </a:ext>
              </a:extLst>
            </p:cNvPr>
            <p:cNvSpPr/>
            <p:nvPr/>
          </p:nvSpPr>
          <p:spPr>
            <a:xfrm>
              <a:off x="4280021" y="2513390"/>
              <a:ext cx="288345" cy="325105"/>
            </a:xfrm>
            <a:custGeom>
              <a:avLst/>
              <a:gdLst/>
              <a:ahLst/>
              <a:cxnLst/>
              <a:rect l="0" t="0" r="0" b="0"/>
              <a:pathLst>
                <a:path w="163172" h="183974">
                  <a:moveTo>
                    <a:pt x="69342" y="0"/>
                  </a:moveTo>
                  <a:lnTo>
                    <a:pt x="71883" y="1875"/>
                  </a:lnTo>
                  <a:lnTo>
                    <a:pt x="126296" y="36671"/>
                  </a:lnTo>
                  <a:lnTo>
                    <a:pt x="127200" y="46580"/>
                  </a:lnTo>
                  <a:lnTo>
                    <a:pt x="148582" y="63655"/>
                  </a:lnTo>
                  <a:lnTo>
                    <a:pt x="141267" y="84701"/>
                  </a:lnTo>
                  <a:lnTo>
                    <a:pt x="141977" y="94381"/>
                  </a:lnTo>
                  <a:lnTo>
                    <a:pt x="151491" y="100604"/>
                  </a:lnTo>
                  <a:lnTo>
                    <a:pt x="151850" y="105045"/>
                  </a:lnTo>
                  <a:lnTo>
                    <a:pt x="147484" y="115360"/>
                  </a:lnTo>
                  <a:lnTo>
                    <a:pt x="148228" y="120551"/>
                  </a:lnTo>
                  <a:lnTo>
                    <a:pt x="147049" y="128711"/>
                  </a:lnTo>
                  <a:lnTo>
                    <a:pt x="152027" y="139418"/>
                  </a:lnTo>
                  <a:lnTo>
                    <a:pt x="157774" y="156260"/>
                  </a:lnTo>
                  <a:lnTo>
                    <a:pt x="163172" y="159995"/>
                  </a:lnTo>
                  <a:lnTo>
                    <a:pt x="150920" y="169898"/>
                  </a:lnTo>
                  <a:lnTo>
                    <a:pt x="134301" y="176531"/>
                  </a:lnTo>
                  <a:lnTo>
                    <a:pt x="125310" y="176251"/>
                  </a:lnTo>
                  <a:lnTo>
                    <a:pt x="119800" y="181374"/>
                  </a:lnTo>
                  <a:lnTo>
                    <a:pt x="109346" y="181815"/>
                  </a:lnTo>
                  <a:lnTo>
                    <a:pt x="105362" y="183974"/>
                  </a:lnTo>
                  <a:lnTo>
                    <a:pt x="87490" y="179161"/>
                  </a:lnTo>
                  <a:lnTo>
                    <a:pt x="76163" y="180542"/>
                  </a:lnTo>
                  <a:lnTo>
                    <a:pt x="72603" y="157312"/>
                  </a:lnTo>
                  <a:lnTo>
                    <a:pt x="67707" y="149347"/>
                  </a:lnTo>
                  <a:lnTo>
                    <a:pt x="64797" y="144624"/>
                  </a:lnTo>
                  <a:lnTo>
                    <a:pt x="50138" y="141437"/>
                  </a:lnTo>
                  <a:lnTo>
                    <a:pt x="41719" y="136309"/>
                  </a:lnTo>
                  <a:lnTo>
                    <a:pt x="32225" y="133434"/>
                  </a:lnTo>
                  <a:lnTo>
                    <a:pt x="26289" y="130574"/>
                  </a:lnTo>
                  <a:lnTo>
                    <a:pt x="20091" y="126225"/>
                  </a:lnTo>
                  <a:lnTo>
                    <a:pt x="12342" y="104703"/>
                  </a:lnTo>
                  <a:lnTo>
                    <a:pt x="3760" y="95139"/>
                  </a:lnTo>
                  <a:lnTo>
                    <a:pt x="890" y="85232"/>
                  </a:lnTo>
                  <a:lnTo>
                    <a:pt x="2515" y="76350"/>
                  </a:lnTo>
                  <a:lnTo>
                    <a:pt x="0" y="60635"/>
                  </a:lnTo>
                  <a:lnTo>
                    <a:pt x="6241" y="59822"/>
                  </a:lnTo>
                  <a:lnTo>
                    <a:pt x="11782" y="53635"/>
                  </a:lnTo>
                  <a:lnTo>
                    <a:pt x="17747" y="44726"/>
                  </a:lnTo>
                  <a:lnTo>
                    <a:pt x="21504" y="41152"/>
                  </a:lnTo>
                  <a:lnTo>
                    <a:pt x="21419" y="35601"/>
                  </a:lnTo>
                  <a:lnTo>
                    <a:pt x="18207" y="31729"/>
                  </a:lnTo>
                  <a:lnTo>
                    <a:pt x="17389" y="25003"/>
                  </a:lnTo>
                  <a:lnTo>
                    <a:pt x="21759" y="22841"/>
                  </a:lnTo>
                  <a:lnTo>
                    <a:pt x="22699" y="12791"/>
                  </a:lnTo>
                  <a:lnTo>
                    <a:pt x="16757" y="3154"/>
                  </a:lnTo>
                  <a:lnTo>
                    <a:pt x="22057" y="1102"/>
                  </a:lnTo>
                  <a:lnTo>
                    <a:pt x="38596" y="1321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g17">
              <a:extLst>
                <a:ext uri="{FF2B5EF4-FFF2-40B4-BE49-F238E27FC236}">
                  <a16:creationId xmlns:a16="http://schemas.microsoft.com/office/drawing/2014/main" id="{12FC80CB-BA53-3344-9050-A4F4AD23BBC0}"/>
                </a:ext>
              </a:extLst>
            </p:cNvPr>
            <p:cNvSpPr/>
            <p:nvPr/>
          </p:nvSpPr>
          <p:spPr>
            <a:xfrm>
              <a:off x="3822876" y="2326068"/>
              <a:ext cx="506698" cy="558796"/>
            </a:xfrm>
            <a:custGeom>
              <a:avLst/>
              <a:gdLst/>
              <a:ahLst/>
              <a:cxnLst/>
              <a:rect l="0" t="0" r="0" b="0"/>
              <a:pathLst>
                <a:path w="286736" h="316218">
                  <a:moveTo>
                    <a:pt x="258694" y="166639"/>
                  </a:moveTo>
                  <a:lnTo>
                    <a:pt x="261210" y="182353"/>
                  </a:lnTo>
                  <a:lnTo>
                    <a:pt x="259584" y="191236"/>
                  </a:lnTo>
                  <a:lnTo>
                    <a:pt x="262454" y="201143"/>
                  </a:lnTo>
                  <a:lnTo>
                    <a:pt x="271036" y="210707"/>
                  </a:lnTo>
                  <a:lnTo>
                    <a:pt x="278785" y="232229"/>
                  </a:lnTo>
                  <a:lnTo>
                    <a:pt x="272894" y="230491"/>
                  </a:lnTo>
                  <a:lnTo>
                    <a:pt x="252643" y="233374"/>
                  </a:lnTo>
                  <a:lnTo>
                    <a:pt x="248576" y="235416"/>
                  </a:lnTo>
                  <a:lnTo>
                    <a:pt x="244090" y="246319"/>
                  </a:lnTo>
                  <a:lnTo>
                    <a:pt x="247305" y="253852"/>
                  </a:lnTo>
                  <a:lnTo>
                    <a:pt x="244204" y="274075"/>
                  </a:lnTo>
                  <a:lnTo>
                    <a:pt x="241937" y="291220"/>
                  </a:lnTo>
                  <a:lnTo>
                    <a:pt x="245910" y="294259"/>
                  </a:lnTo>
                  <a:lnTo>
                    <a:pt x="256212" y="300906"/>
                  </a:lnTo>
                  <a:lnTo>
                    <a:pt x="260410" y="297800"/>
                  </a:lnTo>
                  <a:lnTo>
                    <a:pt x="261133" y="316218"/>
                  </a:lnTo>
                  <a:lnTo>
                    <a:pt x="249680" y="316077"/>
                  </a:lnTo>
                  <a:lnTo>
                    <a:pt x="243797" y="306677"/>
                  </a:lnTo>
                  <a:lnTo>
                    <a:pt x="238472" y="299398"/>
                  </a:lnTo>
                  <a:lnTo>
                    <a:pt x="227048" y="297012"/>
                  </a:lnTo>
                  <a:lnTo>
                    <a:pt x="223901" y="288061"/>
                  </a:lnTo>
                  <a:lnTo>
                    <a:pt x="214607" y="293454"/>
                  </a:lnTo>
                  <a:lnTo>
                    <a:pt x="202656" y="291071"/>
                  </a:lnTo>
                  <a:lnTo>
                    <a:pt x="197816" y="283316"/>
                  </a:lnTo>
                  <a:lnTo>
                    <a:pt x="188324" y="281741"/>
                  </a:lnTo>
                  <a:lnTo>
                    <a:pt x="181284" y="282153"/>
                  </a:lnTo>
                  <a:lnTo>
                    <a:pt x="180530" y="276844"/>
                  </a:lnTo>
                  <a:lnTo>
                    <a:pt x="175362" y="276414"/>
                  </a:lnTo>
                  <a:lnTo>
                    <a:pt x="168547" y="275407"/>
                  </a:lnTo>
                  <a:lnTo>
                    <a:pt x="159203" y="277965"/>
                  </a:lnTo>
                  <a:lnTo>
                    <a:pt x="152690" y="277545"/>
                  </a:lnTo>
                  <a:lnTo>
                    <a:pt x="148947" y="279112"/>
                  </a:lnTo>
                  <a:lnTo>
                    <a:pt x="150099" y="258786"/>
                  </a:lnTo>
                  <a:lnTo>
                    <a:pt x="145187" y="252448"/>
                  </a:lnTo>
                  <a:lnTo>
                    <a:pt x="144239" y="241943"/>
                  </a:lnTo>
                  <a:lnTo>
                    <a:pt x="146597" y="231647"/>
                  </a:lnTo>
                  <a:lnTo>
                    <a:pt x="143634" y="225057"/>
                  </a:lnTo>
                  <a:lnTo>
                    <a:pt x="143490" y="214309"/>
                  </a:lnTo>
                  <a:lnTo>
                    <a:pt x="125229" y="214459"/>
                  </a:lnTo>
                  <a:lnTo>
                    <a:pt x="126608" y="208305"/>
                  </a:lnTo>
                  <a:lnTo>
                    <a:pt x="118928" y="208369"/>
                  </a:lnTo>
                  <a:lnTo>
                    <a:pt x="118085" y="211329"/>
                  </a:lnTo>
                  <a:lnTo>
                    <a:pt x="108744" y="211996"/>
                  </a:lnTo>
                  <a:lnTo>
                    <a:pt x="104862" y="221950"/>
                  </a:lnTo>
                  <a:lnTo>
                    <a:pt x="102560" y="226221"/>
                  </a:lnTo>
                  <a:lnTo>
                    <a:pt x="94275" y="223809"/>
                  </a:lnTo>
                  <a:lnTo>
                    <a:pt x="89286" y="226211"/>
                  </a:lnTo>
                  <a:lnTo>
                    <a:pt x="79325" y="227593"/>
                  </a:lnTo>
                  <a:lnTo>
                    <a:pt x="73653" y="218662"/>
                  </a:lnTo>
                  <a:lnTo>
                    <a:pt x="70247" y="213138"/>
                  </a:lnTo>
                  <a:lnTo>
                    <a:pt x="66017" y="202896"/>
                  </a:lnTo>
                  <a:lnTo>
                    <a:pt x="62405" y="190168"/>
                  </a:lnTo>
                  <a:lnTo>
                    <a:pt x="17964" y="189942"/>
                  </a:lnTo>
                  <a:lnTo>
                    <a:pt x="12669" y="191994"/>
                  </a:lnTo>
                  <a:lnTo>
                    <a:pt x="8308" y="191674"/>
                  </a:lnTo>
                  <a:lnTo>
                    <a:pt x="2079" y="193970"/>
                  </a:lnTo>
                  <a:lnTo>
                    <a:pt x="0" y="188672"/>
                  </a:lnTo>
                  <a:lnTo>
                    <a:pt x="3841" y="186868"/>
                  </a:lnTo>
                  <a:lnTo>
                    <a:pt x="4354" y="179422"/>
                  </a:lnTo>
                  <a:lnTo>
                    <a:pt x="6843" y="175031"/>
                  </a:lnTo>
                  <a:lnTo>
                    <a:pt x="12345" y="171441"/>
                  </a:lnTo>
                  <a:lnTo>
                    <a:pt x="16295" y="173181"/>
                  </a:lnTo>
                  <a:lnTo>
                    <a:pt x="21484" y="166642"/>
                  </a:lnTo>
                  <a:lnTo>
                    <a:pt x="29693" y="166810"/>
                  </a:lnTo>
                  <a:lnTo>
                    <a:pt x="30630" y="171646"/>
                  </a:lnTo>
                  <a:lnTo>
                    <a:pt x="36241" y="174671"/>
                  </a:lnTo>
                  <a:lnTo>
                    <a:pt x="45173" y="163967"/>
                  </a:lnTo>
                  <a:lnTo>
                    <a:pt x="54003" y="155625"/>
                  </a:lnTo>
                  <a:lnTo>
                    <a:pt x="57844" y="150159"/>
                  </a:lnTo>
                  <a:lnTo>
                    <a:pt x="57410" y="136106"/>
                  </a:lnTo>
                  <a:lnTo>
                    <a:pt x="64025" y="119513"/>
                  </a:lnTo>
                  <a:lnTo>
                    <a:pt x="70962" y="110714"/>
                  </a:lnTo>
                  <a:lnTo>
                    <a:pt x="80912" y="102482"/>
                  </a:lnTo>
                  <a:lnTo>
                    <a:pt x="82653" y="97033"/>
                  </a:lnTo>
                  <a:lnTo>
                    <a:pt x="83032" y="90769"/>
                  </a:lnTo>
                  <a:lnTo>
                    <a:pt x="85490" y="84842"/>
                  </a:lnTo>
                  <a:lnTo>
                    <a:pt x="84688" y="75162"/>
                  </a:lnTo>
                  <a:lnTo>
                    <a:pt x="86528" y="60025"/>
                  </a:lnTo>
                  <a:lnTo>
                    <a:pt x="89433" y="49369"/>
                  </a:lnTo>
                  <a:lnTo>
                    <a:pt x="93904" y="40235"/>
                  </a:lnTo>
                  <a:lnTo>
                    <a:pt x="94737" y="29920"/>
                  </a:lnTo>
                  <a:lnTo>
                    <a:pt x="96012" y="18008"/>
                  </a:lnTo>
                  <a:lnTo>
                    <a:pt x="101815" y="9335"/>
                  </a:lnTo>
                  <a:lnTo>
                    <a:pt x="109839" y="3835"/>
                  </a:lnTo>
                  <a:lnTo>
                    <a:pt x="122287" y="9640"/>
                  </a:lnTo>
                  <a:lnTo>
                    <a:pt x="131938" y="15941"/>
                  </a:lnTo>
                  <a:lnTo>
                    <a:pt x="142978" y="17622"/>
                  </a:lnTo>
                  <a:lnTo>
                    <a:pt x="154250" y="20956"/>
                  </a:lnTo>
                  <a:lnTo>
                    <a:pt x="158666" y="10641"/>
                  </a:lnTo>
                  <a:lnTo>
                    <a:pt x="160723" y="9325"/>
                  </a:lnTo>
                  <a:lnTo>
                    <a:pt x="167607" y="11040"/>
                  </a:lnTo>
                  <a:lnTo>
                    <a:pt x="184297" y="2516"/>
                  </a:lnTo>
                  <a:lnTo>
                    <a:pt x="190279" y="6129"/>
                  </a:lnTo>
                  <a:lnTo>
                    <a:pt x="195153" y="5616"/>
                  </a:lnTo>
                  <a:lnTo>
                    <a:pt x="197368" y="1463"/>
                  </a:lnTo>
                  <a:lnTo>
                    <a:pt x="202951" y="0"/>
                  </a:lnTo>
                  <a:lnTo>
                    <a:pt x="214305" y="1797"/>
                  </a:lnTo>
                  <a:lnTo>
                    <a:pt x="223972" y="2190"/>
                  </a:lnTo>
                  <a:lnTo>
                    <a:pt x="228924" y="378"/>
                  </a:lnTo>
                  <a:lnTo>
                    <a:pt x="238215" y="14478"/>
                  </a:lnTo>
                  <a:lnTo>
                    <a:pt x="245005" y="16549"/>
                  </a:lnTo>
                  <a:lnTo>
                    <a:pt x="249007" y="13681"/>
                  </a:lnTo>
                  <a:lnTo>
                    <a:pt x="255989" y="14805"/>
                  </a:lnTo>
                  <a:lnTo>
                    <a:pt x="264340" y="11192"/>
                  </a:lnTo>
                  <a:lnTo>
                    <a:pt x="268005" y="18487"/>
                  </a:lnTo>
                  <a:lnTo>
                    <a:pt x="281402" y="29838"/>
                  </a:lnTo>
                  <a:lnTo>
                    <a:pt x="280673" y="49810"/>
                  </a:lnTo>
                  <a:lnTo>
                    <a:pt x="286736" y="52123"/>
                  </a:lnTo>
                  <a:lnTo>
                    <a:pt x="281929" y="58188"/>
                  </a:lnTo>
                  <a:lnTo>
                    <a:pt x="276160" y="62724"/>
                  </a:lnTo>
                  <a:lnTo>
                    <a:pt x="270433" y="71632"/>
                  </a:lnTo>
                  <a:lnTo>
                    <a:pt x="267283" y="79573"/>
                  </a:lnTo>
                  <a:lnTo>
                    <a:pt x="266443" y="93284"/>
                  </a:lnTo>
                  <a:lnTo>
                    <a:pt x="262939" y="99810"/>
                  </a:lnTo>
                  <a:lnTo>
                    <a:pt x="262769" y="112687"/>
                  </a:lnTo>
                  <a:lnTo>
                    <a:pt x="258407" y="117448"/>
                  </a:lnTo>
                  <a:lnTo>
                    <a:pt x="257785" y="127612"/>
                  </a:lnTo>
                  <a:lnTo>
                    <a:pt x="255704" y="128929"/>
                  </a:lnTo>
                  <a:lnTo>
                    <a:pt x="254235" y="138273"/>
                  </a:lnTo>
                  <a:lnTo>
                    <a:pt x="257956" y="146039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g19">
              <a:extLst>
                <a:ext uri="{FF2B5EF4-FFF2-40B4-BE49-F238E27FC236}">
                  <a16:creationId xmlns:a16="http://schemas.microsoft.com/office/drawing/2014/main" id="{7409CB57-44D3-1810-D6CF-994C20CD8B54}"/>
                </a:ext>
              </a:extLst>
            </p:cNvPr>
            <p:cNvSpPr/>
            <p:nvPr/>
          </p:nvSpPr>
          <p:spPr>
            <a:xfrm>
              <a:off x="4402343" y="2318526"/>
              <a:ext cx="211260" cy="307351"/>
            </a:xfrm>
            <a:custGeom>
              <a:avLst/>
              <a:gdLst/>
              <a:ahLst/>
              <a:cxnLst/>
              <a:rect l="0" t="0" r="0" b="0"/>
              <a:pathLst>
                <a:path w="119550" h="173927">
                  <a:moveTo>
                    <a:pt x="79361" y="173927"/>
                  </a:moveTo>
                  <a:lnTo>
                    <a:pt x="57979" y="156853"/>
                  </a:lnTo>
                  <a:lnTo>
                    <a:pt x="57075" y="146944"/>
                  </a:lnTo>
                  <a:lnTo>
                    <a:pt x="2662" y="112148"/>
                  </a:lnTo>
                  <a:lnTo>
                    <a:pt x="121" y="110272"/>
                  </a:lnTo>
                  <a:lnTo>
                    <a:pt x="0" y="92170"/>
                  </a:lnTo>
                  <a:lnTo>
                    <a:pt x="4312" y="85249"/>
                  </a:lnTo>
                  <a:lnTo>
                    <a:pt x="11697" y="73943"/>
                  </a:lnTo>
                  <a:lnTo>
                    <a:pt x="17111" y="61492"/>
                  </a:lnTo>
                  <a:lnTo>
                    <a:pt x="10297" y="41886"/>
                  </a:lnTo>
                  <a:lnTo>
                    <a:pt x="8437" y="33314"/>
                  </a:lnTo>
                  <a:lnTo>
                    <a:pt x="1141" y="21455"/>
                  </a:lnTo>
                  <a:lnTo>
                    <a:pt x="10270" y="11254"/>
                  </a:lnTo>
                  <a:lnTo>
                    <a:pt x="20311" y="0"/>
                  </a:lnTo>
                  <a:lnTo>
                    <a:pt x="28182" y="2865"/>
                  </a:lnTo>
                  <a:lnTo>
                    <a:pt x="28329" y="12452"/>
                  </a:lnTo>
                  <a:lnTo>
                    <a:pt x="33560" y="18073"/>
                  </a:lnTo>
                  <a:lnTo>
                    <a:pt x="44049" y="18073"/>
                  </a:lnTo>
                  <a:lnTo>
                    <a:pt x="63334" y="32579"/>
                  </a:lnTo>
                  <a:lnTo>
                    <a:pt x="68101" y="32751"/>
                  </a:lnTo>
                  <a:lnTo>
                    <a:pt x="71625" y="32281"/>
                  </a:lnTo>
                  <a:lnTo>
                    <a:pt x="74989" y="34251"/>
                  </a:lnTo>
                  <a:lnTo>
                    <a:pt x="85062" y="35594"/>
                  </a:lnTo>
                  <a:lnTo>
                    <a:pt x="89419" y="28476"/>
                  </a:lnTo>
                  <a:lnTo>
                    <a:pt x="103081" y="21333"/>
                  </a:lnTo>
                  <a:lnTo>
                    <a:pt x="109250" y="27105"/>
                  </a:lnTo>
                  <a:lnTo>
                    <a:pt x="119550" y="27108"/>
                  </a:lnTo>
                  <a:lnTo>
                    <a:pt x="106636" y="46484"/>
                  </a:lnTo>
                  <a:lnTo>
                    <a:pt x="107087" y="108706"/>
                  </a:lnTo>
                  <a:lnTo>
                    <a:pt x="115935" y="122796"/>
                  </a:lnTo>
                  <a:lnTo>
                    <a:pt x="105311" y="129617"/>
                  </a:lnTo>
                  <a:lnTo>
                    <a:pt x="101515" y="136743"/>
                  </a:lnTo>
                  <a:lnTo>
                    <a:pt x="95849" y="137995"/>
                  </a:lnTo>
                  <a:lnTo>
                    <a:pt x="93565" y="150030"/>
                  </a:lnTo>
                  <a:lnTo>
                    <a:pt x="88630" y="156922"/>
                  </a:lnTo>
                  <a:lnTo>
                    <a:pt x="85519" y="16828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g26">
              <a:extLst>
                <a:ext uri="{FF2B5EF4-FFF2-40B4-BE49-F238E27FC236}">
                  <a16:creationId xmlns:a16="http://schemas.microsoft.com/office/drawing/2014/main" id="{617A779D-8AAC-3BE7-1227-E9E710663EDD}"/>
                </a:ext>
              </a:extLst>
            </p:cNvPr>
            <p:cNvSpPr/>
            <p:nvPr/>
          </p:nvSpPr>
          <p:spPr>
            <a:xfrm>
              <a:off x="4162779" y="2952796"/>
              <a:ext cx="200751" cy="204158"/>
            </a:xfrm>
            <a:custGeom>
              <a:avLst/>
              <a:gdLst/>
              <a:ahLst/>
              <a:cxnLst/>
              <a:rect l="0" t="0" r="0" b="0"/>
              <a:pathLst>
                <a:path w="113603" h="115531">
                  <a:moveTo>
                    <a:pt x="84603" y="115187"/>
                  </a:moveTo>
                  <a:lnTo>
                    <a:pt x="76839" y="113480"/>
                  </a:lnTo>
                  <a:lnTo>
                    <a:pt x="71766" y="115531"/>
                  </a:lnTo>
                  <a:lnTo>
                    <a:pt x="64760" y="112637"/>
                  </a:lnTo>
                  <a:lnTo>
                    <a:pt x="58761" y="112451"/>
                  </a:lnTo>
                  <a:lnTo>
                    <a:pt x="49691" y="104733"/>
                  </a:lnTo>
                  <a:lnTo>
                    <a:pt x="38376" y="102111"/>
                  </a:lnTo>
                  <a:lnTo>
                    <a:pt x="34481" y="91279"/>
                  </a:lnTo>
                  <a:lnTo>
                    <a:pt x="34694" y="85254"/>
                  </a:lnTo>
                  <a:lnTo>
                    <a:pt x="28427" y="83417"/>
                  </a:lnTo>
                  <a:lnTo>
                    <a:pt x="12392" y="64654"/>
                  </a:lnTo>
                  <a:lnTo>
                    <a:pt x="8100" y="54770"/>
                  </a:lnTo>
                  <a:lnTo>
                    <a:pt x="5225" y="51723"/>
                  </a:lnTo>
                  <a:lnTo>
                    <a:pt x="0" y="38068"/>
                  </a:lnTo>
                  <a:lnTo>
                    <a:pt x="16557" y="39938"/>
                  </a:lnTo>
                  <a:lnTo>
                    <a:pt x="21314" y="41905"/>
                  </a:lnTo>
                  <a:lnTo>
                    <a:pt x="26350" y="41509"/>
                  </a:lnTo>
                  <a:lnTo>
                    <a:pt x="35014" y="30455"/>
                  </a:lnTo>
                  <a:lnTo>
                    <a:pt x="48504" y="16407"/>
                  </a:lnTo>
                  <a:lnTo>
                    <a:pt x="53891" y="15064"/>
                  </a:lnTo>
                  <a:lnTo>
                    <a:pt x="55928" y="9142"/>
                  </a:lnTo>
                  <a:lnTo>
                    <a:pt x="64677" y="2338"/>
                  </a:lnTo>
                  <a:lnTo>
                    <a:pt x="76069" y="0"/>
                  </a:lnTo>
                  <a:lnTo>
                    <a:pt x="76791" y="6371"/>
                  </a:lnTo>
                  <a:lnTo>
                    <a:pt x="89248" y="6032"/>
                  </a:lnTo>
                  <a:lnTo>
                    <a:pt x="96015" y="9636"/>
                  </a:lnTo>
                  <a:lnTo>
                    <a:pt x="99054" y="13863"/>
                  </a:lnTo>
                  <a:lnTo>
                    <a:pt x="106101" y="15104"/>
                  </a:lnTo>
                  <a:lnTo>
                    <a:pt x="113603" y="20592"/>
                  </a:lnTo>
                  <a:lnTo>
                    <a:pt x="112650" y="42210"/>
                  </a:lnTo>
                  <a:lnTo>
                    <a:pt x="109195" y="54047"/>
                  </a:lnTo>
                  <a:lnTo>
                    <a:pt x="107949" y="66812"/>
                  </a:lnTo>
                  <a:lnTo>
                    <a:pt x="110089" y="71871"/>
                  </a:lnTo>
                  <a:lnTo>
                    <a:pt x="107928" y="81927"/>
                  </a:lnTo>
                  <a:lnTo>
                    <a:pt x="105616" y="83481"/>
                  </a:lnTo>
                  <a:lnTo>
                    <a:pt x="101117" y="9580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g34">
              <a:extLst>
                <a:ext uri="{FF2B5EF4-FFF2-40B4-BE49-F238E27FC236}">
                  <a16:creationId xmlns:a16="http://schemas.microsoft.com/office/drawing/2014/main" id="{D12864AA-D396-460F-8F18-E1CDB35E07ED}"/>
                </a:ext>
              </a:extLst>
            </p:cNvPr>
            <p:cNvSpPr/>
            <p:nvPr/>
          </p:nvSpPr>
          <p:spPr>
            <a:xfrm>
              <a:off x="3570264" y="2066193"/>
              <a:ext cx="314507" cy="290526"/>
            </a:xfrm>
            <a:custGeom>
              <a:avLst/>
              <a:gdLst/>
              <a:ahLst/>
              <a:cxnLst/>
              <a:rect l="0" t="0" r="0" b="0"/>
              <a:pathLst>
                <a:path w="177977" h="164406">
                  <a:moveTo>
                    <a:pt x="0" y="129934"/>
                  </a:moveTo>
                  <a:lnTo>
                    <a:pt x="823" y="102401"/>
                  </a:lnTo>
                  <a:lnTo>
                    <a:pt x="425" y="91536"/>
                  </a:lnTo>
                  <a:lnTo>
                    <a:pt x="3239" y="80762"/>
                  </a:lnTo>
                  <a:lnTo>
                    <a:pt x="7857" y="75526"/>
                  </a:lnTo>
                  <a:lnTo>
                    <a:pt x="15118" y="64952"/>
                  </a:lnTo>
                  <a:lnTo>
                    <a:pt x="13523" y="60358"/>
                  </a:lnTo>
                  <a:lnTo>
                    <a:pt x="16462" y="53482"/>
                  </a:lnTo>
                  <a:lnTo>
                    <a:pt x="13056" y="43350"/>
                  </a:lnTo>
                  <a:lnTo>
                    <a:pt x="13623" y="37675"/>
                  </a:lnTo>
                  <a:lnTo>
                    <a:pt x="14614" y="22427"/>
                  </a:lnTo>
                  <a:lnTo>
                    <a:pt x="18882" y="15540"/>
                  </a:lnTo>
                  <a:lnTo>
                    <a:pt x="20947" y="5717"/>
                  </a:lnTo>
                  <a:lnTo>
                    <a:pt x="24827" y="2023"/>
                  </a:lnTo>
                  <a:lnTo>
                    <a:pt x="40895" y="0"/>
                  </a:lnTo>
                  <a:lnTo>
                    <a:pt x="55933" y="6373"/>
                  </a:lnTo>
                  <a:lnTo>
                    <a:pt x="61591" y="12824"/>
                  </a:lnTo>
                  <a:lnTo>
                    <a:pt x="69234" y="13115"/>
                  </a:lnTo>
                  <a:lnTo>
                    <a:pt x="76296" y="8922"/>
                  </a:lnTo>
                  <a:lnTo>
                    <a:pt x="94493" y="17751"/>
                  </a:lnTo>
                  <a:lnTo>
                    <a:pt x="102127" y="17333"/>
                  </a:lnTo>
                  <a:lnTo>
                    <a:pt x="110888" y="10054"/>
                  </a:lnTo>
                  <a:lnTo>
                    <a:pt x="119670" y="10572"/>
                  </a:lnTo>
                  <a:lnTo>
                    <a:pt x="123963" y="8174"/>
                  </a:lnTo>
                  <a:lnTo>
                    <a:pt x="132030" y="9171"/>
                  </a:lnTo>
                  <a:lnTo>
                    <a:pt x="143683" y="14155"/>
                  </a:lnTo>
                  <a:lnTo>
                    <a:pt x="155263" y="4607"/>
                  </a:lnTo>
                  <a:lnTo>
                    <a:pt x="158785" y="5287"/>
                  </a:lnTo>
                  <a:lnTo>
                    <a:pt x="169172" y="23987"/>
                  </a:lnTo>
                  <a:lnTo>
                    <a:pt x="171953" y="23609"/>
                  </a:lnTo>
                  <a:lnTo>
                    <a:pt x="177977" y="30413"/>
                  </a:lnTo>
                  <a:lnTo>
                    <a:pt x="176383" y="33498"/>
                  </a:lnTo>
                  <a:lnTo>
                    <a:pt x="175663" y="39175"/>
                  </a:lnTo>
                  <a:lnTo>
                    <a:pt x="163178" y="52392"/>
                  </a:lnTo>
                  <a:lnTo>
                    <a:pt x="159324" y="63293"/>
                  </a:lnTo>
                  <a:lnTo>
                    <a:pt x="157291" y="72170"/>
                  </a:lnTo>
                  <a:lnTo>
                    <a:pt x="154138" y="75977"/>
                  </a:lnTo>
                  <a:lnTo>
                    <a:pt x="151207" y="87933"/>
                  </a:lnTo>
                  <a:lnTo>
                    <a:pt x="143221" y="94969"/>
                  </a:lnTo>
                  <a:lnTo>
                    <a:pt x="140953" y="103612"/>
                  </a:lnTo>
                  <a:lnTo>
                    <a:pt x="137619" y="110492"/>
                  </a:lnTo>
                  <a:lnTo>
                    <a:pt x="136257" y="117592"/>
                  </a:lnTo>
                  <a:lnTo>
                    <a:pt x="125950" y="123347"/>
                  </a:lnTo>
                  <a:lnTo>
                    <a:pt x="117460" y="116328"/>
                  </a:lnTo>
                  <a:lnTo>
                    <a:pt x="111756" y="116611"/>
                  </a:lnTo>
                  <a:lnTo>
                    <a:pt x="102841" y="126609"/>
                  </a:lnTo>
                  <a:lnTo>
                    <a:pt x="98482" y="126762"/>
                  </a:lnTo>
                  <a:lnTo>
                    <a:pt x="91389" y="143242"/>
                  </a:lnTo>
                  <a:lnTo>
                    <a:pt x="87559" y="155330"/>
                  </a:lnTo>
                  <a:lnTo>
                    <a:pt x="71933" y="161477"/>
                  </a:lnTo>
                  <a:lnTo>
                    <a:pt x="66211" y="160578"/>
                  </a:lnTo>
                  <a:lnTo>
                    <a:pt x="60426" y="164406"/>
                  </a:lnTo>
                  <a:lnTo>
                    <a:pt x="48369" y="164033"/>
                  </a:lnTo>
                  <a:lnTo>
                    <a:pt x="40276" y="153348"/>
                  </a:lnTo>
                  <a:lnTo>
                    <a:pt x="35288" y="140985"/>
                  </a:lnTo>
                  <a:lnTo>
                    <a:pt x="24601" y="129731"/>
                  </a:lnTo>
                  <a:lnTo>
                    <a:pt x="13287" y="129942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g37">
              <a:extLst>
                <a:ext uri="{FF2B5EF4-FFF2-40B4-BE49-F238E27FC236}">
                  <a16:creationId xmlns:a16="http://schemas.microsoft.com/office/drawing/2014/main" id="{2FFDD66D-BA90-0FE9-F2A4-94D160118C38}"/>
                </a:ext>
              </a:extLst>
            </p:cNvPr>
            <p:cNvSpPr/>
            <p:nvPr/>
          </p:nvSpPr>
          <p:spPr>
            <a:xfrm>
              <a:off x="3412315" y="2149729"/>
              <a:ext cx="114540" cy="192807"/>
            </a:xfrm>
            <a:custGeom>
              <a:avLst/>
              <a:gdLst/>
              <a:ahLst/>
              <a:cxnLst/>
              <a:rect l="0" t="0" r="0" b="0"/>
              <a:pathLst>
                <a:path w="64817" h="109108">
                  <a:moveTo>
                    <a:pt x="49209" y="1360"/>
                  </a:moveTo>
                  <a:lnTo>
                    <a:pt x="48104" y="6685"/>
                  </a:lnTo>
                  <a:lnTo>
                    <a:pt x="54371" y="15494"/>
                  </a:lnTo>
                  <a:lnTo>
                    <a:pt x="54349" y="27898"/>
                  </a:lnTo>
                  <a:lnTo>
                    <a:pt x="55785" y="41354"/>
                  </a:lnTo>
                  <a:lnTo>
                    <a:pt x="59559" y="47584"/>
                  </a:lnTo>
                  <a:lnTo>
                    <a:pt x="56239" y="62969"/>
                  </a:lnTo>
                  <a:lnTo>
                    <a:pt x="57437" y="71465"/>
                  </a:lnTo>
                  <a:lnTo>
                    <a:pt x="61453" y="82300"/>
                  </a:lnTo>
                  <a:lnTo>
                    <a:pt x="64817" y="88298"/>
                  </a:lnTo>
                  <a:lnTo>
                    <a:pt x="41204" y="98296"/>
                  </a:lnTo>
                  <a:lnTo>
                    <a:pt x="32826" y="104154"/>
                  </a:lnTo>
                  <a:lnTo>
                    <a:pt x="19245" y="109108"/>
                  </a:lnTo>
                  <a:lnTo>
                    <a:pt x="5818" y="104257"/>
                  </a:lnTo>
                  <a:lnTo>
                    <a:pt x="6510" y="97518"/>
                  </a:lnTo>
                  <a:lnTo>
                    <a:pt x="0" y="82804"/>
                  </a:lnTo>
                  <a:lnTo>
                    <a:pt x="3956" y="63516"/>
                  </a:lnTo>
                  <a:lnTo>
                    <a:pt x="10318" y="49170"/>
                  </a:lnTo>
                  <a:lnTo>
                    <a:pt x="6373" y="24867"/>
                  </a:lnTo>
                  <a:lnTo>
                    <a:pt x="4352" y="12007"/>
                  </a:lnTo>
                  <a:lnTo>
                    <a:pt x="4727" y="2316"/>
                  </a:lnTo>
                  <a:lnTo>
                    <a:pt x="30794" y="1512"/>
                  </a:lnTo>
                  <a:lnTo>
                    <a:pt x="37423" y="2757"/>
                  </a:lnTo>
                  <a:lnTo>
                    <a:pt x="42269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g48">
              <a:extLst>
                <a:ext uri="{FF2B5EF4-FFF2-40B4-BE49-F238E27FC236}">
                  <a16:creationId xmlns:a16="http://schemas.microsoft.com/office/drawing/2014/main" id="{247F8D7D-D7EC-CC90-D7F9-D9FE4C81F3B6}"/>
                </a:ext>
              </a:extLst>
            </p:cNvPr>
            <p:cNvSpPr/>
            <p:nvPr/>
          </p:nvSpPr>
          <p:spPr>
            <a:xfrm>
              <a:off x="4075509" y="2733376"/>
              <a:ext cx="311450" cy="293472"/>
            </a:xfrm>
            <a:custGeom>
              <a:avLst/>
              <a:gdLst/>
              <a:ahLst/>
              <a:cxnLst/>
              <a:rect l="0" t="0" r="0" b="0"/>
              <a:pathLst>
                <a:path w="176247" h="166073">
                  <a:moveTo>
                    <a:pt x="135822" y="1737"/>
                  </a:moveTo>
                  <a:lnTo>
                    <a:pt x="142020" y="6086"/>
                  </a:lnTo>
                  <a:lnTo>
                    <a:pt x="147956" y="8946"/>
                  </a:lnTo>
                  <a:lnTo>
                    <a:pt x="157450" y="11821"/>
                  </a:lnTo>
                  <a:lnTo>
                    <a:pt x="165869" y="16949"/>
                  </a:lnTo>
                  <a:lnTo>
                    <a:pt x="172787" y="24569"/>
                  </a:lnTo>
                  <a:lnTo>
                    <a:pt x="176247" y="39068"/>
                  </a:lnTo>
                  <a:lnTo>
                    <a:pt x="173568" y="43697"/>
                  </a:lnTo>
                  <a:lnTo>
                    <a:pt x="170169" y="57543"/>
                  </a:lnTo>
                  <a:lnTo>
                    <a:pt x="172624" y="71696"/>
                  </a:lnTo>
                  <a:lnTo>
                    <a:pt x="167721" y="77641"/>
                  </a:lnTo>
                  <a:lnTo>
                    <a:pt x="162644" y="93509"/>
                  </a:lnTo>
                  <a:lnTo>
                    <a:pt x="170354" y="97933"/>
                  </a:lnTo>
                  <a:lnTo>
                    <a:pt x="124484" y="112011"/>
                  </a:lnTo>
                  <a:lnTo>
                    <a:pt x="125455" y="124168"/>
                  </a:lnTo>
                  <a:lnTo>
                    <a:pt x="114062" y="126506"/>
                  </a:lnTo>
                  <a:lnTo>
                    <a:pt x="105313" y="133310"/>
                  </a:lnTo>
                  <a:lnTo>
                    <a:pt x="103276" y="139232"/>
                  </a:lnTo>
                  <a:lnTo>
                    <a:pt x="97889" y="140575"/>
                  </a:lnTo>
                  <a:lnTo>
                    <a:pt x="84399" y="154623"/>
                  </a:lnTo>
                  <a:lnTo>
                    <a:pt x="75735" y="165677"/>
                  </a:lnTo>
                  <a:lnTo>
                    <a:pt x="70699" y="166073"/>
                  </a:lnTo>
                  <a:lnTo>
                    <a:pt x="65942" y="164106"/>
                  </a:lnTo>
                  <a:lnTo>
                    <a:pt x="49385" y="162236"/>
                  </a:lnTo>
                  <a:lnTo>
                    <a:pt x="46755" y="160959"/>
                  </a:lnTo>
                  <a:lnTo>
                    <a:pt x="46694" y="159542"/>
                  </a:lnTo>
                  <a:lnTo>
                    <a:pt x="40955" y="155692"/>
                  </a:lnTo>
                  <a:lnTo>
                    <a:pt x="31335" y="154708"/>
                  </a:lnTo>
                  <a:lnTo>
                    <a:pt x="19020" y="158590"/>
                  </a:lnTo>
                  <a:lnTo>
                    <a:pt x="9642" y="147921"/>
                  </a:lnTo>
                  <a:lnTo>
                    <a:pt x="0" y="133946"/>
                  </a:lnTo>
                  <a:lnTo>
                    <a:pt x="2049" y="79598"/>
                  </a:lnTo>
                  <a:lnTo>
                    <a:pt x="33229" y="79814"/>
                  </a:lnTo>
                  <a:lnTo>
                    <a:pt x="32089" y="73917"/>
                  </a:lnTo>
                  <a:lnTo>
                    <a:pt x="34466" y="67520"/>
                  </a:lnTo>
                  <a:lnTo>
                    <a:pt x="32004" y="59509"/>
                  </a:lnTo>
                  <a:lnTo>
                    <a:pt x="33880" y="51225"/>
                  </a:lnTo>
                  <a:lnTo>
                    <a:pt x="32399" y="45922"/>
                  </a:lnTo>
                  <a:lnTo>
                    <a:pt x="37567" y="46352"/>
                  </a:lnTo>
                  <a:lnTo>
                    <a:pt x="38321" y="51661"/>
                  </a:lnTo>
                  <a:lnTo>
                    <a:pt x="45361" y="51249"/>
                  </a:lnTo>
                  <a:lnTo>
                    <a:pt x="54853" y="52824"/>
                  </a:lnTo>
                  <a:lnTo>
                    <a:pt x="59693" y="60579"/>
                  </a:lnTo>
                  <a:lnTo>
                    <a:pt x="71644" y="62962"/>
                  </a:lnTo>
                  <a:lnTo>
                    <a:pt x="80938" y="57570"/>
                  </a:lnTo>
                  <a:lnTo>
                    <a:pt x="84085" y="66520"/>
                  </a:lnTo>
                  <a:lnTo>
                    <a:pt x="95509" y="68907"/>
                  </a:lnTo>
                  <a:lnTo>
                    <a:pt x="100834" y="76185"/>
                  </a:lnTo>
                  <a:lnTo>
                    <a:pt x="106717" y="85585"/>
                  </a:lnTo>
                  <a:lnTo>
                    <a:pt x="118170" y="85727"/>
                  </a:lnTo>
                  <a:lnTo>
                    <a:pt x="117447" y="67308"/>
                  </a:lnTo>
                  <a:lnTo>
                    <a:pt x="113249" y="70414"/>
                  </a:lnTo>
                  <a:lnTo>
                    <a:pt x="102947" y="63767"/>
                  </a:lnTo>
                  <a:lnTo>
                    <a:pt x="98974" y="60728"/>
                  </a:lnTo>
                  <a:lnTo>
                    <a:pt x="101241" y="43583"/>
                  </a:lnTo>
                  <a:lnTo>
                    <a:pt x="104342" y="23360"/>
                  </a:lnTo>
                  <a:lnTo>
                    <a:pt x="101126" y="15827"/>
                  </a:lnTo>
                  <a:lnTo>
                    <a:pt x="105613" y="4924"/>
                  </a:lnTo>
                  <a:lnTo>
                    <a:pt x="109680" y="2882"/>
                  </a:lnTo>
                  <a:lnTo>
                    <a:pt x="129931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g49">
              <a:extLst>
                <a:ext uri="{FF2B5EF4-FFF2-40B4-BE49-F238E27FC236}">
                  <a16:creationId xmlns:a16="http://schemas.microsoft.com/office/drawing/2014/main" id="{C1487EBB-01E7-F6DA-5BE9-9C47D097C915}"/>
                </a:ext>
              </a:extLst>
            </p:cNvPr>
            <p:cNvSpPr/>
            <p:nvPr/>
          </p:nvSpPr>
          <p:spPr>
            <a:xfrm>
              <a:off x="4362923" y="2763329"/>
              <a:ext cx="78762" cy="228509"/>
            </a:xfrm>
            <a:custGeom>
              <a:avLst/>
              <a:gdLst/>
              <a:ahLst/>
              <a:cxnLst/>
              <a:rect l="0" t="0" r="0" b="0"/>
              <a:pathLst>
                <a:path w="44571" h="129311">
                  <a:moveTo>
                    <a:pt x="3224" y="0"/>
                  </a:moveTo>
                  <a:lnTo>
                    <a:pt x="17883" y="3186"/>
                  </a:lnTo>
                  <a:lnTo>
                    <a:pt x="20793" y="7909"/>
                  </a:lnTo>
                  <a:lnTo>
                    <a:pt x="25689" y="15874"/>
                  </a:lnTo>
                  <a:lnTo>
                    <a:pt x="29249" y="39104"/>
                  </a:lnTo>
                  <a:lnTo>
                    <a:pt x="24652" y="52086"/>
                  </a:lnTo>
                  <a:lnTo>
                    <a:pt x="28089" y="74290"/>
                  </a:lnTo>
                  <a:lnTo>
                    <a:pt x="33293" y="74041"/>
                  </a:lnTo>
                  <a:lnTo>
                    <a:pt x="38486" y="79548"/>
                  </a:lnTo>
                  <a:lnTo>
                    <a:pt x="44259" y="91901"/>
                  </a:lnTo>
                  <a:lnTo>
                    <a:pt x="44571" y="113863"/>
                  </a:lnTo>
                  <a:lnTo>
                    <a:pt x="37950" y="117460"/>
                  </a:lnTo>
                  <a:lnTo>
                    <a:pt x="32846" y="129311"/>
                  </a:lnTo>
                  <a:lnTo>
                    <a:pt x="23608" y="118760"/>
                  </a:lnTo>
                  <a:lnTo>
                    <a:pt x="23031" y="106720"/>
                  </a:lnTo>
                  <a:lnTo>
                    <a:pt x="26506" y="98779"/>
                  </a:lnTo>
                  <a:lnTo>
                    <a:pt x="25917" y="91934"/>
                  </a:lnTo>
                  <a:lnTo>
                    <a:pt x="20185" y="87612"/>
                  </a:lnTo>
                  <a:lnTo>
                    <a:pt x="16011" y="89181"/>
                  </a:lnTo>
                  <a:lnTo>
                    <a:pt x="7709" y="80983"/>
                  </a:lnTo>
                  <a:lnTo>
                    <a:pt x="0" y="76559"/>
                  </a:lnTo>
                  <a:lnTo>
                    <a:pt x="5076" y="60692"/>
                  </a:lnTo>
                  <a:lnTo>
                    <a:pt x="9979" y="54746"/>
                  </a:lnTo>
                  <a:lnTo>
                    <a:pt x="7524" y="40593"/>
                  </a:lnTo>
                  <a:lnTo>
                    <a:pt x="10923" y="26747"/>
                  </a:lnTo>
                  <a:lnTo>
                    <a:pt x="13602" y="22118"/>
                  </a:lnTo>
                  <a:lnTo>
                    <a:pt x="10142" y="762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82687D77-D61B-CD81-0776-FC62B578E524}"/>
                </a:ext>
              </a:extLst>
            </p:cNvPr>
            <p:cNvGrpSpPr/>
            <p:nvPr/>
          </p:nvGrpSpPr>
          <p:grpSpPr>
            <a:xfrm>
              <a:off x="3918827" y="3151511"/>
              <a:ext cx="428010" cy="384175"/>
              <a:chOff x="3766427" y="2999111"/>
              <a:chExt cx="428010" cy="384175"/>
            </a:xfrm>
            <a:grpFill/>
          </p:grpSpPr>
          <p:grpSp>
            <p:nvGrpSpPr>
              <p:cNvPr id="126" name="Groupe 125">
                <a:extLst>
                  <a:ext uri="{FF2B5EF4-FFF2-40B4-BE49-F238E27FC236}">
                    <a16:creationId xmlns:a16="http://schemas.microsoft.com/office/drawing/2014/main" id="{BD5036D8-EBF3-6967-9252-E15643C480DB}"/>
                  </a:ext>
                </a:extLst>
              </p:cNvPr>
              <p:cNvGrpSpPr/>
              <p:nvPr/>
            </p:nvGrpSpPr>
            <p:grpSpPr>
              <a:xfrm>
                <a:off x="3766427" y="2999111"/>
                <a:ext cx="428010" cy="384175"/>
                <a:chOff x="3766427" y="2999111"/>
                <a:chExt cx="428010" cy="384175"/>
              </a:xfrm>
              <a:grpFill/>
            </p:grpSpPr>
            <p:sp>
              <p:nvSpPr>
                <p:cNvPr id="128" name="pg23">
                  <a:extLst>
                    <a:ext uri="{FF2B5EF4-FFF2-40B4-BE49-F238E27FC236}">
                      <a16:creationId xmlns:a16="http://schemas.microsoft.com/office/drawing/2014/main" id="{3BE640E2-E2D0-6588-D101-6B1763145979}"/>
                    </a:ext>
                  </a:extLst>
                </p:cNvPr>
                <p:cNvSpPr/>
                <p:nvPr/>
              </p:nvSpPr>
              <p:spPr>
                <a:xfrm>
                  <a:off x="3766427" y="2999111"/>
                  <a:ext cx="428010" cy="3841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2207" h="217401">
                      <a:moveTo>
                        <a:pt x="0" y="110770"/>
                      </a:moveTo>
                      <a:lnTo>
                        <a:pt x="7314" y="102323"/>
                      </a:lnTo>
                      <a:lnTo>
                        <a:pt x="12872" y="106999"/>
                      </a:lnTo>
                      <a:lnTo>
                        <a:pt x="15013" y="114303"/>
                      </a:lnTo>
                      <a:lnTo>
                        <a:pt x="21480" y="115547"/>
                      </a:lnTo>
                      <a:lnTo>
                        <a:pt x="30469" y="118777"/>
                      </a:lnTo>
                      <a:lnTo>
                        <a:pt x="38333" y="117530"/>
                      </a:lnTo>
                      <a:lnTo>
                        <a:pt x="51736" y="108795"/>
                      </a:lnTo>
                      <a:lnTo>
                        <a:pt x="54457" y="45715"/>
                      </a:lnTo>
                      <a:lnTo>
                        <a:pt x="58325" y="48280"/>
                      </a:lnTo>
                      <a:lnTo>
                        <a:pt x="66370" y="64508"/>
                      </a:lnTo>
                      <a:lnTo>
                        <a:pt x="64572" y="74915"/>
                      </a:lnTo>
                      <a:lnTo>
                        <a:pt x="67565" y="80911"/>
                      </a:lnTo>
                      <a:lnTo>
                        <a:pt x="78118" y="79169"/>
                      </a:lnTo>
                      <a:lnTo>
                        <a:pt x="85789" y="71547"/>
                      </a:lnTo>
                      <a:lnTo>
                        <a:pt x="92962" y="66409"/>
                      </a:lnTo>
                      <a:lnTo>
                        <a:pt x="96924" y="58228"/>
                      </a:lnTo>
                      <a:lnTo>
                        <a:pt x="104258" y="54270"/>
                      </a:lnTo>
                      <a:lnTo>
                        <a:pt x="110346" y="56344"/>
                      </a:lnTo>
                      <a:lnTo>
                        <a:pt x="117123" y="61128"/>
                      </a:lnTo>
                      <a:lnTo>
                        <a:pt x="129011" y="61972"/>
                      </a:lnTo>
                      <a:lnTo>
                        <a:pt x="138588" y="57995"/>
                      </a:lnTo>
                      <a:lnTo>
                        <a:pt x="140340" y="52667"/>
                      </a:lnTo>
                      <a:lnTo>
                        <a:pt x="143320" y="44495"/>
                      </a:lnTo>
                      <a:lnTo>
                        <a:pt x="151380" y="43128"/>
                      </a:lnTo>
                      <a:lnTo>
                        <a:pt x="156109" y="36712"/>
                      </a:lnTo>
                      <a:lnTo>
                        <a:pt x="161543" y="25330"/>
                      </a:lnTo>
                      <a:lnTo>
                        <a:pt x="175357" y="12579"/>
                      </a:lnTo>
                      <a:lnTo>
                        <a:pt x="196810" y="0"/>
                      </a:lnTo>
                      <a:lnTo>
                        <a:pt x="202809" y="186"/>
                      </a:lnTo>
                      <a:lnTo>
                        <a:pt x="209816" y="3079"/>
                      </a:lnTo>
                      <a:lnTo>
                        <a:pt x="214889" y="1029"/>
                      </a:lnTo>
                      <a:lnTo>
                        <a:pt x="222653" y="2736"/>
                      </a:lnTo>
                      <a:lnTo>
                        <a:pt x="228477" y="26776"/>
                      </a:lnTo>
                      <a:lnTo>
                        <a:pt x="231627" y="38911"/>
                      </a:lnTo>
                      <a:lnTo>
                        <a:pt x="227866" y="57952"/>
                      </a:lnTo>
                      <a:lnTo>
                        <a:pt x="228727" y="64084"/>
                      </a:lnTo>
                      <a:lnTo>
                        <a:pt x="221531" y="60957"/>
                      </a:lnTo>
                      <a:lnTo>
                        <a:pt x="217217" y="62174"/>
                      </a:lnTo>
                      <a:lnTo>
                        <a:pt x="215520" y="67147"/>
                      </a:lnTo>
                      <a:lnTo>
                        <a:pt x="211109" y="73559"/>
                      </a:lnTo>
                      <a:lnTo>
                        <a:pt x="210856" y="79465"/>
                      </a:lnTo>
                      <a:lnTo>
                        <a:pt x="218939" y="88722"/>
                      </a:lnTo>
                      <a:lnTo>
                        <a:pt x="227617" y="86878"/>
                      </a:lnTo>
                      <a:lnTo>
                        <a:pt x="231128" y="79293"/>
                      </a:lnTo>
                      <a:lnTo>
                        <a:pt x="242207" y="79436"/>
                      </a:lnTo>
                      <a:lnTo>
                        <a:pt x="237649" y="91870"/>
                      </a:lnTo>
                      <a:lnTo>
                        <a:pt x="234838" y="106061"/>
                      </a:lnTo>
                      <a:lnTo>
                        <a:pt x="230460" y="113771"/>
                      </a:lnTo>
                      <a:lnTo>
                        <a:pt x="219849" y="122397"/>
                      </a:lnTo>
                      <a:lnTo>
                        <a:pt x="216811" y="124867"/>
                      </a:lnTo>
                      <a:lnTo>
                        <a:pt x="209953" y="133545"/>
                      </a:lnTo>
                      <a:lnTo>
                        <a:pt x="205180" y="142324"/>
                      </a:lnTo>
                      <a:lnTo>
                        <a:pt x="195941" y="154566"/>
                      </a:lnTo>
                      <a:lnTo>
                        <a:pt x="178130" y="172195"/>
                      </a:lnTo>
                      <a:lnTo>
                        <a:pt x="167097" y="182443"/>
                      </a:lnTo>
                      <a:lnTo>
                        <a:pt x="155594" y="190215"/>
                      </a:lnTo>
                      <a:lnTo>
                        <a:pt x="140066" y="196842"/>
                      </a:lnTo>
                      <a:lnTo>
                        <a:pt x="132701" y="197731"/>
                      </a:lnTo>
                      <a:lnTo>
                        <a:pt x="130460" y="202472"/>
                      </a:lnTo>
                      <a:lnTo>
                        <a:pt x="121985" y="199948"/>
                      </a:lnTo>
                      <a:lnTo>
                        <a:pt x="114650" y="203198"/>
                      </a:lnTo>
                      <a:lnTo>
                        <a:pt x="99424" y="199907"/>
                      </a:lnTo>
                      <a:lnTo>
                        <a:pt x="90610" y="201990"/>
                      </a:lnTo>
                      <a:lnTo>
                        <a:pt x="84761" y="201096"/>
                      </a:lnTo>
                      <a:lnTo>
                        <a:pt x="69550" y="207836"/>
                      </a:lnTo>
                      <a:lnTo>
                        <a:pt x="57186" y="210539"/>
                      </a:lnTo>
                      <a:lnTo>
                        <a:pt x="47946" y="216991"/>
                      </a:lnTo>
                      <a:lnTo>
                        <a:pt x="41443" y="217401"/>
                      </a:lnTo>
                      <a:lnTo>
                        <a:pt x="35811" y="211315"/>
                      </a:lnTo>
                      <a:lnTo>
                        <a:pt x="31013" y="211002"/>
                      </a:lnTo>
                      <a:lnTo>
                        <a:pt x="25335" y="203380"/>
                      </a:lnTo>
                      <a:lnTo>
                        <a:pt x="24519" y="205748"/>
                      </a:lnTo>
                      <a:lnTo>
                        <a:pt x="22895" y="201159"/>
                      </a:lnTo>
                      <a:lnTo>
                        <a:pt x="23561" y="191146"/>
                      </a:lnTo>
                      <a:lnTo>
                        <a:pt x="19550" y="179699"/>
                      </a:lnTo>
                      <a:lnTo>
                        <a:pt x="24357" y="176587"/>
                      </a:lnTo>
                      <a:lnTo>
                        <a:pt x="24698" y="163474"/>
                      </a:lnTo>
                      <a:lnTo>
                        <a:pt x="16074" y="147483"/>
                      </a:lnTo>
                      <a:lnTo>
                        <a:pt x="9470" y="132965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29" name="pg25">
                  <a:extLst>
                    <a:ext uri="{FF2B5EF4-FFF2-40B4-BE49-F238E27FC236}">
                      <a16:creationId xmlns:a16="http://schemas.microsoft.com/office/drawing/2014/main" id="{4C5AD525-CF6E-0976-B15D-6E6E03F2324C}"/>
                    </a:ext>
                  </a:extLst>
                </p:cNvPr>
                <p:cNvSpPr/>
                <p:nvPr/>
              </p:nvSpPr>
              <p:spPr>
                <a:xfrm>
                  <a:off x="4037598" y="3196994"/>
                  <a:ext cx="60996" cy="603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517" h="34126">
                      <a:moveTo>
                        <a:pt x="29861" y="5262"/>
                      </a:moveTo>
                      <a:lnTo>
                        <a:pt x="34517" y="10418"/>
                      </a:lnTo>
                      <a:lnTo>
                        <a:pt x="29433" y="18727"/>
                      </a:lnTo>
                      <a:lnTo>
                        <a:pt x="26537" y="24301"/>
                      </a:lnTo>
                      <a:lnTo>
                        <a:pt x="18261" y="26969"/>
                      </a:lnTo>
                      <a:lnTo>
                        <a:pt x="15177" y="32428"/>
                      </a:lnTo>
                      <a:lnTo>
                        <a:pt x="9872" y="34126"/>
                      </a:lnTo>
                      <a:lnTo>
                        <a:pt x="0" y="20985"/>
                      </a:lnTo>
                      <a:lnTo>
                        <a:pt x="8508" y="10167"/>
                      </a:lnTo>
                      <a:lnTo>
                        <a:pt x="16852" y="3484"/>
                      </a:lnTo>
                      <a:lnTo>
                        <a:pt x="23894" y="0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27" name="pg51">
                <a:extLst>
                  <a:ext uri="{FF2B5EF4-FFF2-40B4-BE49-F238E27FC236}">
                    <a16:creationId xmlns:a16="http://schemas.microsoft.com/office/drawing/2014/main" id="{1CE06509-7D46-F6E6-F165-2D9B66EF8781}"/>
                  </a:ext>
                </a:extLst>
              </p:cNvPr>
              <p:cNvSpPr/>
              <p:nvPr/>
            </p:nvSpPr>
            <p:spPr>
              <a:xfrm>
                <a:off x="4139038" y="3106830"/>
                <a:ext cx="35821" cy="49064"/>
              </a:xfrm>
              <a:custGeom>
                <a:avLst/>
                <a:gdLst/>
                <a:ahLst/>
                <a:cxnLst/>
                <a:rect l="0" t="0" r="0" b="0"/>
                <a:pathLst>
                  <a:path w="20271" h="27765">
                    <a:moveTo>
                      <a:pt x="20271" y="18336"/>
                    </a:moveTo>
                    <a:lnTo>
                      <a:pt x="16760" y="25921"/>
                    </a:lnTo>
                    <a:lnTo>
                      <a:pt x="8082" y="27765"/>
                    </a:lnTo>
                    <a:lnTo>
                      <a:pt x="0" y="18507"/>
                    </a:lnTo>
                    <a:lnTo>
                      <a:pt x="252" y="12602"/>
                    </a:lnTo>
                    <a:lnTo>
                      <a:pt x="4663" y="6190"/>
                    </a:lnTo>
                    <a:lnTo>
                      <a:pt x="6360" y="1217"/>
                    </a:lnTo>
                    <a:lnTo>
                      <a:pt x="10674" y="0"/>
                    </a:lnTo>
                    <a:lnTo>
                      <a:pt x="17870" y="3127"/>
                    </a:lnTo>
                    <a:lnTo>
                      <a:pt x="19532" y="10787"/>
                    </a:lnTo>
                    <a:close/>
                  </a:path>
                </a:pathLst>
              </a:custGeom>
              <a:grpFill/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23" name="pg61">
              <a:extLst>
                <a:ext uri="{FF2B5EF4-FFF2-40B4-BE49-F238E27FC236}">
                  <a16:creationId xmlns:a16="http://schemas.microsoft.com/office/drawing/2014/main" id="{80BD2A2D-36BB-464C-FF0D-00C1C4E60A0D}"/>
                </a:ext>
              </a:extLst>
            </p:cNvPr>
            <p:cNvSpPr/>
            <p:nvPr/>
          </p:nvSpPr>
          <p:spPr>
            <a:xfrm>
              <a:off x="4130787" y="1531332"/>
              <a:ext cx="329964" cy="289342"/>
            </a:xfrm>
            <a:custGeom>
              <a:avLst/>
              <a:gdLst/>
              <a:ahLst/>
              <a:cxnLst/>
              <a:rect l="0" t="0" r="0" b="0"/>
              <a:pathLst>
                <a:path w="186724" h="163736">
                  <a:moveTo>
                    <a:pt x="186724" y="163736"/>
                  </a:moveTo>
                  <a:lnTo>
                    <a:pt x="128150" y="163736"/>
                  </a:lnTo>
                  <a:lnTo>
                    <a:pt x="70849" y="163736"/>
                  </a:lnTo>
                  <a:lnTo>
                    <a:pt x="11481" y="163736"/>
                  </a:lnTo>
                  <a:lnTo>
                    <a:pt x="8729" y="100838"/>
                  </a:lnTo>
                  <a:lnTo>
                    <a:pt x="5251" y="40099"/>
                  </a:lnTo>
                  <a:lnTo>
                    <a:pt x="0" y="26337"/>
                  </a:lnTo>
                  <a:lnTo>
                    <a:pt x="3006" y="15788"/>
                  </a:lnTo>
                  <a:lnTo>
                    <a:pt x="256" y="8481"/>
                  </a:lnTo>
                  <a:lnTo>
                    <a:pt x="4882" y="282"/>
                  </a:lnTo>
                  <a:lnTo>
                    <a:pt x="24032" y="0"/>
                  </a:lnTo>
                  <a:lnTo>
                    <a:pt x="38259" y="4517"/>
                  </a:lnTo>
                  <a:lnTo>
                    <a:pt x="52990" y="9566"/>
                  </a:lnTo>
                  <a:lnTo>
                    <a:pt x="59894" y="12227"/>
                  </a:lnTo>
                  <a:lnTo>
                    <a:pt x="70555" y="6814"/>
                  </a:lnTo>
                  <a:lnTo>
                    <a:pt x="76067" y="1918"/>
                  </a:lnTo>
                  <a:lnTo>
                    <a:pt x="88651" y="509"/>
                  </a:lnTo>
                  <a:lnTo>
                    <a:pt x="99097" y="2666"/>
                  </a:lnTo>
                  <a:lnTo>
                    <a:pt x="103803" y="11141"/>
                  </a:lnTo>
                  <a:lnTo>
                    <a:pt x="106640" y="5558"/>
                  </a:lnTo>
                  <a:lnTo>
                    <a:pt x="118583" y="9595"/>
                  </a:lnTo>
                  <a:lnTo>
                    <a:pt x="129929" y="10562"/>
                  </a:lnTo>
                  <a:lnTo>
                    <a:pt x="136611" y="6258"/>
                  </a:lnTo>
                  <a:lnTo>
                    <a:pt x="147062" y="31174"/>
                  </a:lnTo>
                  <a:lnTo>
                    <a:pt x="148911" y="35611"/>
                  </a:lnTo>
                  <a:lnTo>
                    <a:pt x="145451" y="42477"/>
                  </a:lnTo>
                  <a:lnTo>
                    <a:pt x="143432" y="55381"/>
                  </a:lnTo>
                  <a:lnTo>
                    <a:pt x="140197" y="64275"/>
                  </a:lnTo>
                  <a:lnTo>
                    <a:pt x="137035" y="67257"/>
                  </a:lnTo>
                  <a:lnTo>
                    <a:pt x="131740" y="61746"/>
                  </a:lnTo>
                  <a:lnTo>
                    <a:pt x="124554" y="54123"/>
                  </a:lnTo>
                  <a:lnTo>
                    <a:pt x="112139" y="29636"/>
                  </a:lnTo>
                  <a:lnTo>
                    <a:pt x="110783" y="31185"/>
                  </a:lnTo>
                  <a:lnTo>
                    <a:pt x="118308" y="49211"/>
                  </a:lnTo>
                  <a:lnTo>
                    <a:pt x="128615" y="66383"/>
                  </a:lnTo>
                  <a:lnTo>
                    <a:pt x="141637" y="92986"/>
                  </a:lnTo>
                  <a:lnTo>
                    <a:pt x="147697" y="102272"/>
                  </a:lnTo>
                  <a:lnTo>
                    <a:pt x="153060" y="111919"/>
                  </a:lnTo>
                  <a:lnTo>
                    <a:pt x="167462" y="130827"/>
                  </a:lnTo>
                  <a:lnTo>
                    <a:pt x="164722" y="133805"/>
                  </a:lnTo>
                  <a:lnTo>
                    <a:pt x="165861" y="144906"/>
                  </a:lnTo>
                  <a:lnTo>
                    <a:pt x="183931" y="16023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g63">
              <a:extLst>
                <a:ext uri="{FF2B5EF4-FFF2-40B4-BE49-F238E27FC236}">
                  <a16:creationId xmlns:a16="http://schemas.microsoft.com/office/drawing/2014/main" id="{BCAB74ED-9D5B-D32D-67FD-580C44877904}"/>
                </a:ext>
              </a:extLst>
            </p:cNvPr>
            <p:cNvSpPr/>
            <p:nvPr/>
          </p:nvSpPr>
          <p:spPr>
            <a:xfrm>
              <a:off x="4374692" y="2033187"/>
              <a:ext cx="394194" cy="348238"/>
            </a:xfrm>
            <a:custGeom>
              <a:avLst/>
              <a:gdLst/>
              <a:ahLst/>
              <a:cxnLst/>
              <a:rect l="0" t="0" r="0" b="0"/>
              <a:pathLst>
                <a:path w="223071" h="197065">
                  <a:moveTo>
                    <a:pt x="223071" y="118820"/>
                  </a:moveTo>
                  <a:lnTo>
                    <a:pt x="181725" y="170085"/>
                  </a:lnTo>
                  <a:lnTo>
                    <a:pt x="162111" y="170838"/>
                  </a:lnTo>
                  <a:lnTo>
                    <a:pt x="148892" y="182879"/>
                  </a:lnTo>
                  <a:lnTo>
                    <a:pt x="139235" y="183194"/>
                  </a:lnTo>
                  <a:lnTo>
                    <a:pt x="135197" y="188578"/>
                  </a:lnTo>
                  <a:lnTo>
                    <a:pt x="124897" y="188575"/>
                  </a:lnTo>
                  <a:lnTo>
                    <a:pt x="118728" y="182803"/>
                  </a:lnTo>
                  <a:lnTo>
                    <a:pt x="105066" y="189947"/>
                  </a:lnTo>
                  <a:lnTo>
                    <a:pt x="100709" y="197065"/>
                  </a:lnTo>
                  <a:lnTo>
                    <a:pt x="90637" y="195721"/>
                  </a:lnTo>
                  <a:lnTo>
                    <a:pt x="87273" y="193751"/>
                  </a:lnTo>
                  <a:lnTo>
                    <a:pt x="83749" y="194222"/>
                  </a:lnTo>
                  <a:lnTo>
                    <a:pt x="78981" y="194049"/>
                  </a:lnTo>
                  <a:lnTo>
                    <a:pt x="59697" y="179543"/>
                  </a:lnTo>
                  <a:lnTo>
                    <a:pt x="49207" y="179543"/>
                  </a:lnTo>
                  <a:lnTo>
                    <a:pt x="43976" y="173922"/>
                  </a:lnTo>
                  <a:lnTo>
                    <a:pt x="43829" y="164335"/>
                  </a:lnTo>
                  <a:lnTo>
                    <a:pt x="35959" y="161470"/>
                  </a:lnTo>
                  <a:lnTo>
                    <a:pt x="26749" y="142882"/>
                  </a:lnTo>
                  <a:lnTo>
                    <a:pt x="19805" y="138922"/>
                  </a:lnTo>
                  <a:lnTo>
                    <a:pt x="17044" y="132092"/>
                  </a:lnTo>
                  <a:lnTo>
                    <a:pt x="9261" y="123767"/>
                  </a:lnTo>
                  <a:lnTo>
                    <a:pt x="0" y="122544"/>
                  </a:lnTo>
                  <a:lnTo>
                    <a:pt x="4931" y="112814"/>
                  </a:lnTo>
                  <a:lnTo>
                    <a:pt x="12903" y="112394"/>
                  </a:lnTo>
                  <a:lnTo>
                    <a:pt x="15040" y="107178"/>
                  </a:lnTo>
                  <a:lnTo>
                    <a:pt x="14491" y="91822"/>
                  </a:lnTo>
                  <a:lnTo>
                    <a:pt x="18480" y="73947"/>
                  </a:lnTo>
                  <a:lnTo>
                    <a:pt x="25458" y="69163"/>
                  </a:lnTo>
                  <a:lnTo>
                    <a:pt x="26765" y="62181"/>
                  </a:lnTo>
                  <a:lnTo>
                    <a:pt x="32796" y="49133"/>
                  </a:lnTo>
                  <a:lnTo>
                    <a:pt x="41553" y="40671"/>
                  </a:lnTo>
                  <a:lnTo>
                    <a:pt x="47033" y="23846"/>
                  </a:lnTo>
                  <a:lnTo>
                    <a:pt x="48833" y="9177"/>
                  </a:lnTo>
                  <a:lnTo>
                    <a:pt x="66389" y="12747"/>
                  </a:lnTo>
                  <a:lnTo>
                    <a:pt x="70501" y="0"/>
                  </a:lnTo>
                  <a:lnTo>
                    <a:pt x="79916" y="7753"/>
                  </a:lnTo>
                  <a:lnTo>
                    <a:pt x="88500" y="3737"/>
                  </a:lnTo>
                  <a:lnTo>
                    <a:pt x="92267" y="7308"/>
                  </a:lnTo>
                  <a:lnTo>
                    <a:pt x="102524" y="7512"/>
                  </a:lnTo>
                  <a:lnTo>
                    <a:pt x="115849" y="14361"/>
                  </a:lnTo>
                  <a:lnTo>
                    <a:pt x="119980" y="20259"/>
                  </a:lnTo>
                  <a:lnTo>
                    <a:pt x="126854" y="25746"/>
                  </a:lnTo>
                  <a:lnTo>
                    <a:pt x="133433" y="35760"/>
                  </a:lnTo>
                  <a:lnTo>
                    <a:pt x="138779" y="41287"/>
                  </a:lnTo>
                  <a:lnTo>
                    <a:pt x="133808" y="48840"/>
                  </a:lnTo>
                  <a:lnTo>
                    <a:pt x="129035" y="56848"/>
                  </a:lnTo>
                  <a:lnTo>
                    <a:pt x="130371" y="61563"/>
                  </a:lnTo>
                  <a:lnTo>
                    <a:pt x="130792" y="66759"/>
                  </a:lnTo>
                  <a:lnTo>
                    <a:pt x="139183" y="67045"/>
                  </a:lnTo>
                  <a:lnTo>
                    <a:pt x="142753" y="65834"/>
                  </a:lnTo>
                  <a:lnTo>
                    <a:pt x="146190" y="68878"/>
                  </a:lnTo>
                  <a:lnTo>
                    <a:pt x="143122" y="74930"/>
                  </a:lnTo>
                  <a:lnTo>
                    <a:pt x="148972" y="84335"/>
                  </a:lnTo>
                  <a:lnTo>
                    <a:pt x="154767" y="92558"/>
                  </a:lnTo>
                  <a:lnTo>
                    <a:pt x="160686" y="98654"/>
                  </a:lnTo>
                  <a:lnTo>
                    <a:pt x="210423" y="11892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66">
              <a:extLst>
                <a:ext uri="{FF2B5EF4-FFF2-40B4-BE49-F238E27FC236}">
                  <a16:creationId xmlns:a16="http://schemas.microsoft.com/office/drawing/2014/main" id="{0A1CA23B-3104-211C-1448-6CD4FF66074F}"/>
                </a:ext>
              </a:extLst>
            </p:cNvPr>
            <p:cNvSpPr/>
            <p:nvPr/>
          </p:nvSpPr>
          <p:spPr>
            <a:xfrm>
              <a:off x="4287222" y="2356440"/>
              <a:ext cx="145358" cy="171840"/>
            </a:xfrm>
            <a:custGeom>
              <a:avLst/>
              <a:gdLst/>
              <a:ahLst/>
              <a:cxnLst/>
              <a:rect l="0" t="0" r="0" b="0"/>
              <a:pathLst>
                <a:path w="82257" h="97243">
                  <a:moveTo>
                    <a:pt x="65267" y="88817"/>
                  </a:moveTo>
                  <a:lnTo>
                    <a:pt x="34521" y="90138"/>
                  </a:lnTo>
                  <a:lnTo>
                    <a:pt x="17982" y="89919"/>
                  </a:lnTo>
                  <a:lnTo>
                    <a:pt x="12682" y="91971"/>
                  </a:lnTo>
                  <a:lnTo>
                    <a:pt x="3643" y="97243"/>
                  </a:lnTo>
                  <a:lnTo>
                    <a:pt x="0" y="95501"/>
                  </a:lnTo>
                  <a:lnTo>
                    <a:pt x="169" y="82623"/>
                  </a:lnTo>
                  <a:lnTo>
                    <a:pt x="3674" y="76097"/>
                  </a:lnTo>
                  <a:lnTo>
                    <a:pt x="4513" y="62387"/>
                  </a:lnTo>
                  <a:lnTo>
                    <a:pt x="7664" y="54445"/>
                  </a:lnTo>
                  <a:lnTo>
                    <a:pt x="13391" y="45538"/>
                  </a:lnTo>
                  <a:lnTo>
                    <a:pt x="19159" y="41001"/>
                  </a:lnTo>
                  <a:lnTo>
                    <a:pt x="23967" y="34937"/>
                  </a:lnTo>
                  <a:lnTo>
                    <a:pt x="17904" y="32624"/>
                  </a:lnTo>
                  <a:lnTo>
                    <a:pt x="18633" y="12651"/>
                  </a:lnTo>
                  <a:lnTo>
                    <a:pt x="24789" y="7993"/>
                  </a:lnTo>
                  <a:lnTo>
                    <a:pt x="34418" y="11813"/>
                  </a:lnTo>
                  <a:lnTo>
                    <a:pt x="46508" y="7815"/>
                  </a:lnTo>
                  <a:lnTo>
                    <a:pt x="57116" y="7855"/>
                  </a:lnTo>
                  <a:lnTo>
                    <a:pt x="66287" y="0"/>
                  </a:lnTo>
                  <a:lnTo>
                    <a:pt x="73583" y="11858"/>
                  </a:lnTo>
                  <a:lnTo>
                    <a:pt x="75444" y="20430"/>
                  </a:lnTo>
                  <a:lnTo>
                    <a:pt x="82257" y="40037"/>
                  </a:lnTo>
                  <a:lnTo>
                    <a:pt x="76844" y="52487"/>
                  </a:lnTo>
                  <a:lnTo>
                    <a:pt x="69458" y="63794"/>
                  </a:lnTo>
                  <a:lnTo>
                    <a:pt x="65146" y="7071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5875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BC92-87C5-919C-403C-3722F691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5">
            <a:extLst>
              <a:ext uri="{FF2B5EF4-FFF2-40B4-BE49-F238E27FC236}">
                <a16:creationId xmlns:a16="http://schemas.microsoft.com/office/drawing/2014/main" id="{846F3770-A7C0-28D3-F2DB-BD507994AF53}"/>
              </a:ext>
            </a:extLst>
          </p:cNvPr>
          <p:cNvSpPr/>
          <p:nvPr/>
        </p:nvSpPr>
        <p:spPr>
          <a:xfrm>
            <a:off x="1317576" y="694472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48346" y="1633386"/>
                </a:moveTo>
                <a:lnTo>
                  <a:pt x="47571" y="1627383"/>
                </a:lnTo>
                <a:lnTo>
                  <a:pt x="45105" y="1607655"/>
                </a:lnTo>
                <a:lnTo>
                  <a:pt x="42717" y="1587813"/>
                </a:lnTo>
                <a:lnTo>
                  <a:pt x="40415" y="1567863"/>
                </a:lnTo>
                <a:lnTo>
                  <a:pt x="38211" y="1547814"/>
                </a:lnTo>
                <a:lnTo>
                  <a:pt x="36093" y="1527673"/>
                </a:lnTo>
                <a:lnTo>
                  <a:pt x="34047" y="1507449"/>
                </a:lnTo>
                <a:lnTo>
                  <a:pt x="32053" y="1487152"/>
                </a:lnTo>
                <a:lnTo>
                  <a:pt x="30095" y="1466789"/>
                </a:lnTo>
                <a:lnTo>
                  <a:pt x="28177" y="1446366"/>
                </a:lnTo>
                <a:lnTo>
                  <a:pt x="26312" y="1425889"/>
                </a:lnTo>
                <a:lnTo>
                  <a:pt x="24517" y="1405364"/>
                </a:lnTo>
                <a:lnTo>
                  <a:pt x="22806" y="1384794"/>
                </a:lnTo>
                <a:lnTo>
                  <a:pt x="21183" y="1364186"/>
                </a:lnTo>
                <a:lnTo>
                  <a:pt x="19641" y="1343547"/>
                </a:lnTo>
                <a:lnTo>
                  <a:pt x="18170" y="1322882"/>
                </a:lnTo>
                <a:lnTo>
                  <a:pt x="16762" y="1302198"/>
                </a:lnTo>
                <a:lnTo>
                  <a:pt x="15415" y="1281501"/>
                </a:lnTo>
                <a:lnTo>
                  <a:pt x="14133" y="1260795"/>
                </a:lnTo>
                <a:lnTo>
                  <a:pt x="12921" y="1240086"/>
                </a:lnTo>
                <a:lnTo>
                  <a:pt x="11786" y="1219376"/>
                </a:lnTo>
                <a:lnTo>
                  <a:pt x="10730" y="1198670"/>
                </a:lnTo>
                <a:lnTo>
                  <a:pt x="9754" y="1177967"/>
                </a:lnTo>
                <a:lnTo>
                  <a:pt x="8858" y="1157265"/>
                </a:lnTo>
                <a:lnTo>
                  <a:pt x="8042" y="1136562"/>
                </a:lnTo>
                <a:lnTo>
                  <a:pt x="7302" y="1115859"/>
                </a:lnTo>
                <a:lnTo>
                  <a:pt x="6621" y="1095156"/>
                </a:lnTo>
                <a:lnTo>
                  <a:pt x="5981" y="1074451"/>
                </a:lnTo>
                <a:lnTo>
                  <a:pt x="5363" y="1053747"/>
                </a:lnTo>
                <a:lnTo>
                  <a:pt x="4755" y="1033043"/>
                </a:lnTo>
                <a:lnTo>
                  <a:pt x="4162" y="1012339"/>
                </a:lnTo>
                <a:lnTo>
                  <a:pt x="3597" y="991636"/>
                </a:lnTo>
                <a:lnTo>
                  <a:pt x="3072" y="970932"/>
                </a:lnTo>
                <a:lnTo>
                  <a:pt x="2596" y="950228"/>
                </a:lnTo>
                <a:lnTo>
                  <a:pt x="2171" y="929524"/>
                </a:lnTo>
                <a:lnTo>
                  <a:pt x="1792" y="908821"/>
                </a:lnTo>
                <a:lnTo>
                  <a:pt x="1457" y="888117"/>
                </a:lnTo>
                <a:lnTo>
                  <a:pt x="1163" y="867413"/>
                </a:lnTo>
                <a:lnTo>
                  <a:pt x="905" y="846709"/>
                </a:lnTo>
                <a:lnTo>
                  <a:pt x="680" y="826006"/>
                </a:lnTo>
                <a:lnTo>
                  <a:pt x="482" y="805302"/>
                </a:lnTo>
                <a:lnTo>
                  <a:pt x="309" y="784598"/>
                </a:lnTo>
                <a:lnTo>
                  <a:pt x="164" y="763894"/>
                </a:lnTo>
                <a:lnTo>
                  <a:pt x="58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58" y="681079"/>
                </a:lnTo>
                <a:lnTo>
                  <a:pt x="164" y="660375"/>
                </a:lnTo>
                <a:lnTo>
                  <a:pt x="309" y="639672"/>
                </a:lnTo>
                <a:lnTo>
                  <a:pt x="482" y="618968"/>
                </a:lnTo>
                <a:lnTo>
                  <a:pt x="680" y="598264"/>
                </a:lnTo>
                <a:lnTo>
                  <a:pt x="905" y="577560"/>
                </a:lnTo>
                <a:lnTo>
                  <a:pt x="1163" y="556856"/>
                </a:lnTo>
                <a:lnTo>
                  <a:pt x="1457" y="536153"/>
                </a:lnTo>
                <a:lnTo>
                  <a:pt x="1792" y="515449"/>
                </a:lnTo>
                <a:lnTo>
                  <a:pt x="2171" y="494745"/>
                </a:lnTo>
                <a:lnTo>
                  <a:pt x="2596" y="474041"/>
                </a:lnTo>
                <a:lnTo>
                  <a:pt x="3072" y="453338"/>
                </a:lnTo>
                <a:lnTo>
                  <a:pt x="3597" y="432634"/>
                </a:lnTo>
                <a:lnTo>
                  <a:pt x="4162" y="411930"/>
                </a:lnTo>
                <a:lnTo>
                  <a:pt x="4755" y="391227"/>
                </a:lnTo>
                <a:lnTo>
                  <a:pt x="5363" y="370522"/>
                </a:lnTo>
                <a:lnTo>
                  <a:pt x="5981" y="349818"/>
                </a:lnTo>
                <a:lnTo>
                  <a:pt x="6621" y="329114"/>
                </a:lnTo>
                <a:lnTo>
                  <a:pt x="7302" y="308410"/>
                </a:lnTo>
                <a:lnTo>
                  <a:pt x="8042" y="287707"/>
                </a:lnTo>
                <a:lnTo>
                  <a:pt x="8858" y="267005"/>
                </a:lnTo>
                <a:lnTo>
                  <a:pt x="9754" y="246303"/>
                </a:lnTo>
                <a:lnTo>
                  <a:pt x="10730" y="225599"/>
                </a:lnTo>
                <a:lnTo>
                  <a:pt x="11786" y="204893"/>
                </a:lnTo>
                <a:lnTo>
                  <a:pt x="12921" y="184184"/>
                </a:lnTo>
                <a:lnTo>
                  <a:pt x="14133" y="163474"/>
                </a:lnTo>
                <a:lnTo>
                  <a:pt x="15415" y="142768"/>
                </a:lnTo>
                <a:lnTo>
                  <a:pt x="16762" y="122071"/>
                </a:lnTo>
                <a:lnTo>
                  <a:pt x="18170" y="101388"/>
                </a:lnTo>
                <a:lnTo>
                  <a:pt x="19641" y="80723"/>
                </a:lnTo>
                <a:lnTo>
                  <a:pt x="21183" y="60083"/>
                </a:lnTo>
                <a:lnTo>
                  <a:pt x="22806" y="39476"/>
                </a:lnTo>
                <a:lnTo>
                  <a:pt x="24517" y="18906"/>
                </a:lnTo>
                <a:lnTo>
                  <a:pt x="26171" y="0"/>
                </a:lnTo>
                <a:lnTo>
                  <a:pt x="2617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6">
            <a:extLst>
              <a:ext uri="{FF2B5EF4-FFF2-40B4-BE49-F238E27FC236}">
                <a16:creationId xmlns:a16="http://schemas.microsoft.com/office/drawing/2014/main" id="{B216CD0A-5332-043B-4635-C9EE53BA4D1B}"/>
              </a:ext>
            </a:extLst>
          </p:cNvPr>
          <p:cNvSpPr/>
          <p:nvPr/>
        </p:nvSpPr>
        <p:spPr>
          <a:xfrm>
            <a:off x="1850817" y="694472"/>
            <a:ext cx="0" cy="2886396"/>
          </a:xfrm>
          <a:custGeom>
            <a:avLst/>
            <a:gdLst/>
            <a:ahLst/>
            <a:cxnLst/>
            <a:rect l="0" t="0" r="0" b="0"/>
            <a:pathLst>
              <a:path h="1633386">
                <a:moveTo>
                  <a:pt x="0" y="1633386"/>
                </a:moveTo>
                <a:lnTo>
                  <a:pt x="0" y="1627383"/>
                </a:lnTo>
                <a:lnTo>
                  <a:pt x="0" y="1607655"/>
                </a:lnTo>
                <a:lnTo>
                  <a:pt x="0" y="1587813"/>
                </a:lnTo>
                <a:lnTo>
                  <a:pt x="0" y="1567863"/>
                </a:lnTo>
                <a:lnTo>
                  <a:pt x="0" y="1547814"/>
                </a:lnTo>
                <a:lnTo>
                  <a:pt x="0" y="1527673"/>
                </a:lnTo>
                <a:lnTo>
                  <a:pt x="0" y="1507449"/>
                </a:lnTo>
                <a:lnTo>
                  <a:pt x="0" y="1487152"/>
                </a:lnTo>
                <a:lnTo>
                  <a:pt x="0" y="1466789"/>
                </a:lnTo>
                <a:lnTo>
                  <a:pt x="0" y="1446366"/>
                </a:lnTo>
                <a:lnTo>
                  <a:pt x="0" y="1425889"/>
                </a:lnTo>
                <a:lnTo>
                  <a:pt x="0" y="1405364"/>
                </a:lnTo>
                <a:lnTo>
                  <a:pt x="0" y="1384794"/>
                </a:lnTo>
                <a:lnTo>
                  <a:pt x="0" y="1364186"/>
                </a:lnTo>
                <a:lnTo>
                  <a:pt x="0" y="1343547"/>
                </a:lnTo>
                <a:lnTo>
                  <a:pt x="0" y="1322882"/>
                </a:lnTo>
                <a:lnTo>
                  <a:pt x="0" y="1302198"/>
                </a:lnTo>
                <a:lnTo>
                  <a:pt x="0" y="1281501"/>
                </a:lnTo>
                <a:lnTo>
                  <a:pt x="0" y="1260795"/>
                </a:lnTo>
                <a:lnTo>
                  <a:pt x="0" y="1240086"/>
                </a:lnTo>
                <a:lnTo>
                  <a:pt x="0" y="1219376"/>
                </a:lnTo>
                <a:lnTo>
                  <a:pt x="0" y="1198670"/>
                </a:lnTo>
                <a:lnTo>
                  <a:pt x="0" y="1177967"/>
                </a:lnTo>
                <a:lnTo>
                  <a:pt x="0" y="1157265"/>
                </a:lnTo>
                <a:lnTo>
                  <a:pt x="0" y="1136562"/>
                </a:lnTo>
                <a:lnTo>
                  <a:pt x="0" y="1115859"/>
                </a:lnTo>
                <a:lnTo>
                  <a:pt x="0" y="1095156"/>
                </a:lnTo>
                <a:lnTo>
                  <a:pt x="0" y="1074451"/>
                </a:lnTo>
                <a:lnTo>
                  <a:pt x="0" y="1053747"/>
                </a:lnTo>
                <a:lnTo>
                  <a:pt x="0" y="1033043"/>
                </a:lnTo>
                <a:lnTo>
                  <a:pt x="0" y="1012339"/>
                </a:lnTo>
                <a:lnTo>
                  <a:pt x="0" y="991636"/>
                </a:lnTo>
                <a:lnTo>
                  <a:pt x="0" y="970932"/>
                </a:lnTo>
                <a:lnTo>
                  <a:pt x="0" y="950228"/>
                </a:lnTo>
                <a:lnTo>
                  <a:pt x="0" y="929524"/>
                </a:lnTo>
                <a:lnTo>
                  <a:pt x="0" y="908821"/>
                </a:lnTo>
                <a:lnTo>
                  <a:pt x="0" y="888117"/>
                </a:lnTo>
                <a:lnTo>
                  <a:pt x="0" y="867413"/>
                </a:lnTo>
                <a:lnTo>
                  <a:pt x="0" y="846709"/>
                </a:lnTo>
                <a:lnTo>
                  <a:pt x="0" y="826006"/>
                </a:lnTo>
                <a:lnTo>
                  <a:pt x="0" y="805302"/>
                </a:lnTo>
                <a:lnTo>
                  <a:pt x="0" y="784598"/>
                </a:lnTo>
                <a:lnTo>
                  <a:pt x="0" y="763894"/>
                </a:lnTo>
                <a:lnTo>
                  <a:pt x="0" y="743190"/>
                </a:lnTo>
                <a:lnTo>
                  <a:pt x="0" y="722487"/>
                </a:lnTo>
                <a:lnTo>
                  <a:pt x="0" y="701783"/>
                </a:lnTo>
                <a:lnTo>
                  <a:pt x="0" y="681079"/>
                </a:lnTo>
                <a:lnTo>
                  <a:pt x="0" y="660375"/>
                </a:lnTo>
                <a:lnTo>
                  <a:pt x="0" y="639672"/>
                </a:lnTo>
                <a:lnTo>
                  <a:pt x="0" y="618968"/>
                </a:lnTo>
                <a:lnTo>
                  <a:pt x="0" y="598264"/>
                </a:lnTo>
                <a:lnTo>
                  <a:pt x="0" y="577560"/>
                </a:lnTo>
                <a:lnTo>
                  <a:pt x="0" y="556856"/>
                </a:lnTo>
                <a:lnTo>
                  <a:pt x="0" y="536153"/>
                </a:lnTo>
                <a:lnTo>
                  <a:pt x="0" y="515449"/>
                </a:lnTo>
                <a:lnTo>
                  <a:pt x="0" y="494745"/>
                </a:lnTo>
                <a:lnTo>
                  <a:pt x="0" y="474041"/>
                </a:lnTo>
                <a:lnTo>
                  <a:pt x="0" y="453338"/>
                </a:lnTo>
                <a:lnTo>
                  <a:pt x="0" y="432634"/>
                </a:lnTo>
                <a:lnTo>
                  <a:pt x="0" y="411930"/>
                </a:lnTo>
                <a:lnTo>
                  <a:pt x="0" y="391227"/>
                </a:lnTo>
                <a:lnTo>
                  <a:pt x="0" y="370522"/>
                </a:lnTo>
                <a:lnTo>
                  <a:pt x="0" y="349818"/>
                </a:lnTo>
                <a:lnTo>
                  <a:pt x="0" y="329114"/>
                </a:lnTo>
                <a:lnTo>
                  <a:pt x="0" y="308410"/>
                </a:lnTo>
                <a:lnTo>
                  <a:pt x="0" y="287707"/>
                </a:lnTo>
                <a:lnTo>
                  <a:pt x="0" y="267005"/>
                </a:lnTo>
                <a:lnTo>
                  <a:pt x="0" y="246303"/>
                </a:lnTo>
                <a:lnTo>
                  <a:pt x="0" y="225599"/>
                </a:lnTo>
                <a:lnTo>
                  <a:pt x="0" y="204893"/>
                </a:lnTo>
                <a:lnTo>
                  <a:pt x="0" y="184184"/>
                </a:lnTo>
                <a:lnTo>
                  <a:pt x="0" y="163474"/>
                </a:lnTo>
                <a:lnTo>
                  <a:pt x="0" y="142768"/>
                </a:lnTo>
                <a:lnTo>
                  <a:pt x="0" y="122071"/>
                </a:lnTo>
                <a:lnTo>
                  <a:pt x="0" y="101388"/>
                </a:lnTo>
                <a:lnTo>
                  <a:pt x="0" y="80723"/>
                </a:lnTo>
                <a:lnTo>
                  <a:pt x="0" y="60083"/>
                </a:lnTo>
                <a:lnTo>
                  <a:pt x="0" y="39476"/>
                </a:lnTo>
                <a:lnTo>
                  <a:pt x="0" y="18906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>
            <a:extLst>
              <a:ext uri="{FF2B5EF4-FFF2-40B4-BE49-F238E27FC236}">
                <a16:creationId xmlns:a16="http://schemas.microsoft.com/office/drawing/2014/main" id="{601CCF83-6CD9-5FED-C5C1-A0A1FCE4CF54}"/>
              </a:ext>
            </a:extLst>
          </p:cNvPr>
          <p:cNvSpPr/>
          <p:nvPr/>
        </p:nvSpPr>
        <p:spPr>
          <a:xfrm>
            <a:off x="2298630" y="694472"/>
            <a:ext cx="85433" cy="2886396"/>
          </a:xfrm>
          <a:custGeom>
            <a:avLst/>
            <a:gdLst/>
            <a:ahLst/>
            <a:cxnLst/>
            <a:rect l="0" t="0" r="0" b="0"/>
            <a:pathLst>
              <a:path w="48346" h="1633386">
                <a:moveTo>
                  <a:pt x="0" y="1633386"/>
                </a:moveTo>
                <a:lnTo>
                  <a:pt x="775" y="1627383"/>
                </a:lnTo>
                <a:lnTo>
                  <a:pt x="3240" y="1607655"/>
                </a:lnTo>
                <a:lnTo>
                  <a:pt x="5629" y="1587813"/>
                </a:lnTo>
                <a:lnTo>
                  <a:pt x="7930" y="1567863"/>
                </a:lnTo>
                <a:lnTo>
                  <a:pt x="10135" y="1547814"/>
                </a:lnTo>
                <a:lnTo>
                  <a:pt x="12252" y="1527673"/>
                </a:lnTo>
                <a:lnTo>
                  <a:pt x="14299" y="1507449"/>
                </a:lnTo>
                <a:lnTo>
                  <a:pt x="16293" y="1487152"/>
                </a:lnTo>
                <a:lnTo>
                  <a:pt x="18250" y="1466789"/>
                </a:lnTo>
                <a:lnTo>
                  <a:pt x="20169" y="1446366"/>
                </a:lnTo>
                <a:lnTo>
                  <a:pt x="22034" y="1425889"/>
                </a:lnTo>
                <a:lnTo>
                  <a:pt x="23829" y="1405364"/>
                </a:lnTo>
                <a:lnTo>
                  <a:pt x="25540" y="1384794"/>
                </a:lnTo>
                <a:lnTo>
                  <a:pt x="27162" y="1364186"/>
                </a:lnTo>
                <a:lnTo>
                  <a:pt x="28705" y="1343547"/>
                </a:lnTo>
                <a:lnTo>
                  <a:pt x="30176" y="1322882"/>
                </a:lnTo>
                <a:lnTo>
                  <a:pt x="31584" y="1302198"/>
                </a:lnTo>
                <a:lnTo>
                  <a:pt x="32931" y="1281501"/>
                </a:lnTo>
                <a:lnTo>
                  <a:pt x="34213" y="1260795"/>
                </a:lnTo>
                <a:lnTo>
                  <a:pt x="35424" y="1240086"/>
                </a:lnTo>
                <a:lnTo>
                  <a:pt x="36560" y="1219376"/>
                </a:lnTo>
                <a:lnTo>
                  <a:pt x="37616" y="1198670"/>
                </a:lnTo>
                <a:lnTo>
                  <a:pt x="38592" y="1177967"/>
                </a:lnTo>
                <a:lnTo>
                  <a:pt x="39488" y="1157265"/>
                </a:lnTo>
                <a:lnTo>
                  <a:pt x="40304" y="1136562"/>
                </a:lnTo>
                <a:lnTo>
                  <a:pt x="41044" y="1115859"/>
                </a:lnTo>
                <a:lnTo>
                  <a:pt x="41725" y="1095156"/>
                </a:lnTo>
                <a:lnTo>
                  <a:pt x="42365" y="1074451"/>
                </a:lnTo>
                <a:lnTo>
                  <a:pt x="42983" y="1053747"/>
                </a:lnTo>
                <a:lnTo>
                  <a:pt x="43591" y="1033043"/>
                </a:lnTo>
                <a:lnTo>
                  <a:pt x="44184" y="1012339"/>
                </a:lnTo>
                <a:lnTo>
                  <a:pt x="44749" y="991636"/>
                </a:lnTo>
                <a:lnTo>
                  <a:pt x="45274" y="970932"/>
                </a:lnTo>
                <a:lnTo>
                  <a:pt x="45750" y="950228"/>
                </a:lnTo>
                <a:lnTo>
                  <a:pt x="46175" y="929524"/>
                </a:lnTo>
                <a:lnTo>
                  <a:pt x="46554" y="908821"/>
                </a:lnTo>
                <a:lnTo>
                  <a:pt x="46889" y="888117"/>
                </a:lnTo>
                <a:lnTo>
                  <a:pt x="47183" y="867413"/>
                </a:lnTo>
                <a:lnTo>
                  <a:pt x="47441" y="846709"/>
                </a:lnTo>
                <a:lnTo>
                  <a:pt x="47666" y="826006"/>
                </a:lnTo>
                <a:lnTo>
                  <a:pt x="47864" y="805302"/>
                </a:lnTo>
                <a:lnTo>
                  <a:pt x="48037" y="784598"/>
                </a:lnTo>
                <a:lnTo>
                  <a:pt x="48182" y="763894"/>
                </a:lnTo>
                <a:lnTo>
                  <a:pt x="48288" y="743190"/>
                </a:lnTo>
                <a:lnTo>
                  <a:pt x="48346" y="722487"/>
                </a:lnTo>
                <a:lnTo>
                  <a:pt x="48346" y="701783"/>
                </a:lnTo>
                <a:lnTo>
                  <a:pt x="48288" y="681079"/>
                </a:lnTo>
                <a:lnTo>
                  <a:pt x="48182" y="660375"/>
                </a:lnTo>
                <a:lnTo>
                  <a:pt x="48037" y="639672"/>
                </a:lnTo>
                <a:lnTo>
                  <a:pt x="47864" y="618968"/>
                </a:lnTo>
                <a:lnTo>
                  <a:pt x="47666" y="598264"/>
                </a:lnTo>
                <a:lnTo>
                  <a:pt x="47441" y="577560"/>
                </a:lnTo>
                <a:lnTo>
                  <a:pt x="47183" y="556856"/>
                </a:lnTo>
                <a:lnTo>
                  <a:pt x="46889" y="536153"/>
                </a:lnTo>
                <a:lnTo>
                  <a:pt x="46554" y="515449"/>
                </a:lnTo>
                <a:lnTo>
                  <a:pt x="46175" y="494745"/>
                </a:lnTo>
                <a:lnTo>
                  <a:pt x="45750" y="474041"/>
                </a:lnTo>
                <a:lnTo>
                  <a:pt x="45274" y="453338"/>
                </a:lnTo>
                <a:lnTo>
                  <a:pt x="44749" y="432634"/>
                </a:lnTo>
                <a:lnTo>
                  <a:pt x="44184" y="411930"/>
                </a:lnTo>
                <a:lnTo>
                  <a:pt x="43591" y="391227"/>
                </a:lnTo>
                <a:lnTo>
                  <a:pt x="42983" y="370522"/>
                </a:lnTo>
                <a:lnTo>
                  <a:pt x="42365" y="349818"/>
                </a:lnTo>
                <a:lnTo>
                  <a:pt x="41725" y="329114"/>
                </a:lnTo>
                <a:lnTo>
                  <a:pt x="41044" y="308410"/>
                </a:lnTo>
                <a:lnTo>
                  <a:pt x="40304" y="287707"/>
                </a:lnTo>
                <a:lnTo>
                  <a:pt x="39488" y="267005"/>
                </a:lnTo>
                <a:lnTo>
                  <a:pt x="38592" y="246303"/>
                </a:lnTo>
                <a:lnTo>
                  <a:pt x="37616" y="225599"/>
                </a:lnTo>
                <a:lnTo>
                  <a:pt x="36560" y="204893"/>
                </a:lnTo>
                <a:lnTo>
                  <a:pt x="35424" y="184184"/>
                </a:lnTo>
                <a:lnTo>
                  <a:pt x="34213" y="163474"/>
                </a:lnTo>
                <a:lnTo>
                  <a:pt x="32931" y="142768"/>
                </a:lnTo>
                <a:lnTo>
                  <a:pt x="31584" y="122071"/>
                </a:lnTo>
                <a:lnTo>
                  <a:pt x="30176" y="101388"/>
                </a:lnTo>
                <a:lnTo>
                  <a:pt x="28705" y="80723"/>
                </a:lnTo>
                <a:lnTo>
                  <a:pt x="27162" y="60083"/>
                </a:lnTo>
                <a:lnTo>
                  <a:pt x="25540" y="39476"/>
                </a:lnTo>
                <a:lnTo>
                  <a:pt x="23829" y="18906"/>
                </a:lnTo>
                <a:lnTo>
                  <a:pt x="22175" y="0"/>
                </a:lnTo>
                <a:lnTo>
                  <a:pt x="22175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>
            <a:extLst>
              <a:ext uri="{FF2B5EF4-FFF2-40B4-BE49-F238E27FC236}">
                <a16:creationId xmlns:a16="http://schemas.microsoft.com/office/drawing/2014/main" id="{74F0E2FD-88C4-8656-E395-ED870911CD48}"/>
              </a:ext>
            </a:extLst>
          </p:cNvPr>
          <p:cNvSpPr/>
          <p:nvPr/>
        </p:nvSpPr>
        <p:spPr>
          <a:xfrm>
            <a:off x="2746438" y="694472"/>
            <a:ext cx="170870" cy="2886396"/>
          </a:xfrm>
          <a:custGeom>
            <a:avLst/>
            <a:gdLst/>
            <a:ahLst/>
            <a:cxnLst/>
            <a:rect l="0" t="0" r="0" b="0"/>
            <a:pathLst>
              <a:path w="96693" h="1633386">
                <a:moveTo>
                  <a:pt x="0" y="1633386"/>
                </a:moveTo>
                <a:lnTo>
                  <a:pt x="1550" y="1627383"/>
                </a:lnTo>
                <a:lnTo>
                  <a:pt x="6481" y="1607655"/>
                </a:lnTo>
                <a:lnTo>
                  <a:pt x="11259" y="1587813"/>
                </a:lnTo>
                <a:lnTo>
                  <a:pt x="15861" y="1567863"/>
                </a:lnTo>
                <a:lnTo>
                  <a:pt x="20271" y="1547814"/>
                </a:lnTo>
                <a:lnTo>
                  <a:pt x="24505" y="1527673"/>
                </a:lnTo>
                <a:lnTo>
                  <a:pt x="28599" y="1507449"/>
                </a:lnTo>
                <a:lnTo>
                  <a:pt x="32587" y="1487152"/>
                </a:lnTo>
                <a:lnTo>
                  <a:pt x="36501" y="1466789"/>
                </a:lnTo>
                <a:lnTo>
                  <a:pt x="40338" y="1446366"/>
                </a:lnTo>
                <a:lnTo>
                  <a:pt x="44068" y="1425889"/>
                </a:lnTo>
                <a:lnTo>
                  <a:pt x="47658" y="1405364"/>
                </a:lnTo>
                <a:lnTo>
                  <a:pt x="51080" y="1384794"/>
                </a:lnTo>
                <a:lnTo>
                  <a:pt x="54325" y="1364186"/>
                </a:lnTo>
                <a:lnTo>
                  <a:pt x="57411" y="1343547"/>
                </a:lnTo>
                <a:lnTo>
                  <a:pt x="60353" y="1322882"/>
                </a:lnTo>
                <a:lnTo>
                  <a:pt x="63168" y="1302198"/>
                </a:lnTo>
                <a:lnTo>
                  <a:pt x="65863" y="1281501"/>
                </a:lnTo>
                <a:lnTo>
                  <a:pt x="68426" y="1260795"/>
                </a:lnTo>
                <a:lnTo>
                  <a:pt x="70849" y="1240086"/>
                </a:lnTo>
                <a:lnTo>
                  <a:pt x="73120" y="1219376"/>
                </a:lnTo>
                <a:lnTo>
                  <a:pt x="75232" y="1198670"/>
                </a:lnTo>
                <a:lnTo>
                  <a:pt x="77184" y="1177967"/>
                </a:lnTo>
                <a:lnTo>
                  <a:pt x="78977" y="1157265"/>
                </a:lnTo>
                <a:lnTo>
                  <a:pt x="80609" y="1136562"/>
                </a:lnTo>
                <a:lnTo>
                  <a:pt x="82089" y="1115859"/>
                </a:lnTo>
                <a:lnTo>
                  <a:pt x="83451" y="1095156"/>
                </a:lnTo>
                <a:lnTo>
                  <a:pt x="84731" y="1074451"/>
                </a:lnTo>
                <a:lnTo>
                  <a:pt x="85966" y="1053747"/>
                </a:lnTo>
                <a:lnTo>
                  <a:pt x="87183" y="1033043"/>
                </a:lnTo>
                <a:lnTo>
                  <a:pt x="88368" y="1012339"/>
                </a:lnTo>
                <a:lnTo>
                  <a:pt x="89498" y="991636"/>
                </a:lnTo>
                <a:lnTo>
                  <a:pt x="90549" y="970932"/>
                </a:lnTo>
                <a:lnTo>
                  <a:pt x="91500" y="950228"/>
                </a:lnTo>
                <a:lnTo>
                  <a:pt x="92351" y="929524"/>
                </a:lnTo>
                <a:lnTo>
                  <a:pt x="93108" y="908821"/>
                </a:lnTo>
                <a:lnTo>
                  <a:pt x="93778" y="888117"/>
                </a:lnTo>
                <a:lnTo>
                  <a:pt x="94367" y="867413"/>
                </a:lnTo>
                <a:lnTo>
                  <a:pt x="94882" y="846709"/>
                </a:lnTo>
                <a:lnTo>
                  <a:pt x="95333" y="826006"/>
                </a:lnTo>
                <a:lnTo>
                  <a:pt x="95728" y="805302"/>
                </a:lnTo>
                <a:lnTo>
                  <a:pt x="96075" y="784598"/>
                </a:lnTo>
                <a:lnTo>
                  <a:pt x="96364" y="763894"/>
                </a:lnTo>
                <a:lnTo>
                  <a:pt x="96577" y="743190"/>
                </a:lnTo>
                <a:lnTo>
                  <a:pt x="96693" y="722487"/>
                </a:lnTo>
                <a:lnTo>
                  <a:pt x="96693" y="701783"/>
                </a:lnTo>
                <a:lnTo>
                  <a:pt x="96577" y="681079"/>
                </a:lnTo>
                <a:lnTo>
                  <a:pt x="96364" y="660375"/>
                </a:lnTo>
                <a:lnTo>
                  <a:pt x="96075" y="639672"/>
                </a:lnTo>
                <a:lnTo>
                  <a:pt x="95728" y="618968"/>
                </a:lnTo>
                <a:lnTo>
                  <a:pt x="95333" y="598264"/>
                </a:lnTo>
                <a:lnTo>
                  <a:pt x="94882" y="577560"/>
                </a:lnTo>
                <a:lnTo>
                  <a:pt x="94367" y="556856"/>
                </a:lnTo>
                <a:lnTo>
                  <a:pt x="93778" y="536153"/>
                </a:lnTo>
                <a:lnTo>
                  <a:pt x="93108" y="515449"/>
                </a:lnTo>
                <a:lnTo>
                  <a:pt x="92351" y="494745"/>
                </a:lnTo>
                <a:lnTo>
                  <a:pt x="91500" y="474041"/>
                </a:lnTo>
                <a:lnTo>
                  <a:pt x="90549" y="453338"/>
                </a:lnTo>
                <a:lnTo>
                  <a:pt x="89498" y="432634"/>
                </a:lnTo>
                <a:lnTo>
                  <a:pt x="88368" y="411930"/>
                </a:lnTo>
                <a:lnTo>
                  <a:pt x="87183" y="391227"/>
                </a:lnTo>
                <a:lnTo>
                  <a:pt x="85966" y="370522"/>
                </a:lnTo>
                <a:lnTo>
                  <a:pt x="84731" y="349818"/>
                </a:lnTo>
                <a:lnTo>
                  <a:pt x="83451" y="329114"/>
                </a:lnTo>
                <a:lnTo>
                  <a:pt x="82089" y="308410"/>
                </a:lnTo>
                <a:lnTo>
                  <a:pt x="80609" y="287707"/>
                </a:lnTo>
                <a:lnTo>
                  <a:pt x="78977" y="267005"/>
                </a:lnTo>
                <a:lnTo>
                  <a:pt x="77184" y="246303"/>
                </a:lnTo>
                <a:lnTo>
                  <a:pt x="75232" y="225599"/>
                </a:lnTo>
                <a:lnTo>
                  <a:pt x="73120" y="204893"/>
                </a:lnTo>
                <a:lnTo>
                  <a:pt x="70849" y="184184"/>
                </a:lnTo>
                <a:lnTo>
                  <a:pt x="68426" y="163474"/>
                </a:lnTo>
                <a:lnTo>
                  <a:pt x="65863" y="142768"/>
                </a:lnTo>
                <a:lnTo>
                  <a:pt x="63168" y="122071"/>
                </a:lnTo>
                <a:lnTo>
                  <a:pt x="60353" y="101388"/>
                </a:lnTo>
                <a:lnTo>
                  <a:pt x="57411" y="80723"/>
                </a:lnTo>
                <a:lnTo>
                  <a:pt x="54325" y="60083"/>
                </a:lnTo>
                <a:lnTo>
                  <a:pt x="51080" y="39476"/>
                </a:lnTo>
                <a:lnTo>
                  <a:pt x="47658" y="18906"/>
                </a:lnTo>
                <a:lnTo>
                  <a:pt x="44351" y="0"/>
                </a:lnTo>
                <a:lnTo>
                  <a:pt x="443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>
            <a:extLst>
              <a:ext uri="{FF2B5EF4-FFF2-40B4-BE49-F238E27FC236}">
                <a16:creationId xmlns:a16="http://schemas.microsoft.com/office/drawing/2014/main" id="{BEB202D5-14CF-5B67-54C8-376FDB32C42E}"/>
              </a:ext>
            </a:extLst>
          </p:cNvPr>
          <p:cNvSpPr/>
          <p:nvPr/>
        </p:nvSpPr>
        <p:spPr>
          <a:xfrm>
            <a:off x="3194247" y="694472"/>
            <a:ext cx="256304" cy="2886396"/>
          </a:xfrm>
          <a:custGeom>
            <a:avLst/>
            <a:gdLst/>
            <a:ahLst/>
            <a:cxnLst/>
            <a:rect l="0" t="0" r="0" b="0"/>
            <a:pathLst>
              <a:path w="145040" h="1633386">
                <a:moveTo>
                  <a:pt x="0" y="1633386"/>
                </a:moveTo>
                <a:lnTo>
                  <a:pt x="2325" y="1627383"/>
                </a:lnTo>
                <a:lnTo>
                  <a:pt x="9722" y="1607655"/>
                </a:lnTo>
                <a:lnTo>
                  <a:pt x="16889" y="1587813"/>
                </a:lnTo>
                <a:lnTo>
                  <a:pt x="23792" y="1567863"/>
                </a:lnTo>
                <a:lnTo>
                  <a:pt x="30407" y="1547814"/>
                </a:lnTo>
                <a:lnTo>
                  <a:pt x="36758" y="1527673"/>
                </a:lnTo>
                <a:lnTo>
                  <a:pt x="42898" y="1507449"/>
                </a:lnTo>
                <a:lnTo>
                  <a:pt x="48880" y="1487152"/>
                </a:lnTo>
                <a:lnTo>
                  <a:pt x="54752" y="1466789"/>
                </a:lnTo>
                <a:lnTo>
                  <a:pt x="60508" y="1446366"/>
                </a:lnTo>
                <a:lnTo>
                  <a:pt x="66102" y="1425889"/>
                </a:lnTo>
                <a:lnTo>
                  <a:pt x="71488" y="1405364"/>
                </a:lnTo>
                <a:lnTo>
                  <a:pt x="76620" y="1384794"/>
                </a:lnTo>
                <a:lnTo>
                  <a:pt x="81488" y="1364186"/>
                </a:lnTo>
                <a:lnTo>
                  <a:pt x="86116" y="1343547"/>
                </a:lnTo>
                <a:lnTo>
                  <a:pt x="90529" y="1322882"/>
                </a:lnTo>
                <a:lnTo>
                  <a:pt x="94752" y="1302198"/>
                </a:lnTo>
                <a:lnTo>
                  <a:pt x="98794" y="1281501"/>
                </a:lnTo>
                <a:lnTo>
                  <a:pt x="102640" y="1260795"/>
                </a:lnTo>
                <a:lnTo>
                  <a:pt x="106274" y="1240086"/>
                </a:lnTo>
                <a:lnTo>
                  <a:pt x="109681" y="1219376"/>
                </a:lnTo>
                <a:lnTo>
                  <a:pt x="112849" y="1198670"/>
                </a:lnTo>
                <a:lnTo>
                  <a:pt x="115777" y="1177967"/>
                </a:lnTo>
                <a:lnTo>
                  <a:pt x="118465" y="1157265"/>
                </a:lnTo>
                <a:lnTo>
                  <a:pt x="120913" y="1136562"/>
                </a:lnTo>
                <a:lnTo>
                  <a:pt x="123134" y="1115859"/>
                </a:lnTo>
                <a:lnTo>
                  <a:pt x="125176" y="1095156"/>
                </a:lnTo>
                <a:lnTo>
                  <a:pt x="127096" y="1074451"/>
                </a:lnTo>
                <a:lnTo>
                  <a:pt x="128949" y="1053747"/>
                </a:lnTo>
                <a:lnTo>
                  <a:pt x="130774" y="1033043"/>
                </a:lnTo>
                <a:lnTo>
                  <a:pt x="132552" y="1012339"/>
                </a:lnTo>
                <a:lnTo>
                  <a:pt x="134247" y="991636"/>
                </a:lnTo>
                <a:lnTo>
                  <a:pt x="135823" y="970932"/>
                </a:lnTo>
                <a:lnTo>
                  <a:pt x="137250" y="950228"/>
                </a:lnTo>
                <a:lnTo>
                  <a:pt x="138527" y="929524"/>
                </a:lnTo>
                <a:lnTo>
                  <a:pt x="139663" y="908821"/>
                </a:lnTo>
                <a:lnTo>
                  <a:pt x="140667" y="888117"/>
                </a:lnTo>
                <a:lnTo>
                  <a:pt x="141550" y="867413"/>
                </a:lnTo>
                <a:lnTo>
                  <a:pt x="142323" y="846709"/>
                </a:lnTo>
                <a:lnTo>
                  <a:pt x="143000" y="826006"/>
                </a:lnTo>
                <a:lnTo>
                  <a:pt x="143593" y="805302"/>
                </a:lnTo>
                <a:lnTo>
                  <a:pt x="144112" y="784598"/>
                </a:lnTo>
                <a:lnTo>
                  <a:pt x="144547" y="763894"/>
                </a:lnTo>
                <a:lnTo>
                  <a:pt x="144866" y="743190"/>
                </a:lnTo>
                <a:lnTo>
                  <a:pt x="145040" y="722487"/>
                </a:lnTo>
                <a:lnTo>
                  <a:pt x="145040" y="701783"/>
                </a:lnTo>
                <a:lnTo>
                  <a:pt x="144866" y="681079"/>
                </a:lnTo>
                <a:lnTo>
                  <a:pt x="144547" y="660375"/>
                </a:lnTo>
                <a:lnTo>
                  <a:pt x="144112" y="639672"/>
                </a:lnTo>
                <a:lnTo>
                  <a:pt x="143593" y="618968"/>
                </a:lnTo>
                <a:lnTo>
                  <a:pt x="143000" y="598264"/>
                </a:lnTo>
                <a:lnTo>
                  <a:pt x="142323" y="577560"/>
                </a:lnTo>
                <a:lnTo>
                  <a:pt x="141550" y="556856"/>
                </a:lnTo>
                <a:lnTo>
                  <a:pt x="140667" y="536153"/>
                </a:lnTo>
                <a:lnTo>
                  <a:pt x="139663" y="515449"/>
                </a:lnTo>
                <a:lnTo>
                  <a:pt x="138527" y="494745"/>
                </a:lnTo>
                <a:lnTo>
                  <a:pt x="137250" y="474041"/>
                </a:lnTo>
                <a:lnTo>
                  <a:pt x="135823" y="453338"/>
                </a:lnTo>
                <a:lnTo>
                  <a:pt x="134247" y="432634"/>
                </a:lnTo>
                <a:lnTo>
                  <a:pt x="132552" y="411930"/>
                </a:lnTo>
                <a:lnTo>
                  <a:pt x="130774" y="391227"/>
                </a:lnTo>
                <a:lnTo>
                  <a:pt x="128949" y="370522"/>
                </a:lnTo>
                <a:lnTo>
                  <a:pt x="127096" y="349818"/>
                </a:lnTo>
                <a:lnTo>
                  <a:pt x="125176" y="329114"/>
                </a:lnTo>
                <a:lnTo>
                  <a:pt x="123134" y="308410"/>
                </a:lnTo>
                <a:lnTo>
                  <a:pt x="120913" y="287707"/>
                </a:lnTo>
                <a:lnTo>
                  <a:pt x="118465" y="267005"/>
                </a:lnTo>
                <a:lnTo>
                  <a:pt x="115777" y="246303"/>
                </a:lnTo>
                <a:lnTo>
                  <a:pt x="112849" y="225599"/>
                </a:lnTo>
                <a:lnTo>
                  <a:pt x="109681" y="204893"/>
                </a:lnTo>
                <a:lnTo>
                  <a:pt x="106274" y="184184"/>
                </a:lnTo>
                <a:lnTo>
                  <a:pt x="102640" y="163474"/>
                </a:lnTo>
                <a:lnTo>
                  <a:pt x="98794" y="142768"/>
                </a:lnTo>
                <a:lnTo>
                  <a:pt x="94752" y="122071"/>
                </a:lnTo>
                <a:lnTo>
                  <a:pt x="90529" y="101388"/>
                </a:lnTo>
                <a:lnTo>
                  <a:pt x="86116" y="80723"/>
                </a:lnTo>
                <a:lnTo>
                  <a:pt x="81488" y="60083"/>
                </a:lnTo>
                <a:lnTo>
                  <a:pt x="76620" y="39476"/>
                </a:lnTo>
                <a:lnTo>
                  <a:pt x="71488" y="18906"/>
                </a:lnTo>
                <a:lnTo>
                  <a:pt x="66527" y="0"/>
                </a:lnTo>
                <a:lnTo>
                  <a:pt x="66527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>
            <a:extLst>
              <a:ext uri="{FF2B5EF4-FFF2-40B4-BE49-F238E27FC236}">
                <a16:creationId xmlns:a16="http://schemas.microsoft.com/office/drawing/2014/main" id="{394F6D69-8D9F-DCB8-5452-B0FF27037189}"/>
              </a:ext>
            </a:extLst>
          </p:cNvPr>
          <p:cNvSpPr/>
          <p:nvPr/>
        </p:nvSpPr>
        <p:spPr>
          <a:xfrm>
            <a:off x="1280016" y="3159762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>
            <a:extLst>
              <a:ext uri="{FF2B5EF4-FFF2-40B4-BE49-F238E27FC236}">
                <a16:creationId xmlns:a16="http://schemas.microsoft.com/office/drawing/2014/main" id="{049A9DBA-CD19-2AFC-23C7-6E5A6DA49E92}"/>
              </a:ext>
            </a:extLst>
          </p:cNvPr>
          <p:cNvSpPr/>
          <p:nvPr/>
        </p:nvSpPr>
        <p:spPr>
          <a:xfrm>
            <a:off x="1280016" y="2556576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>
            <a:extLst>
              <a:ext uri="{FF2B5EF4-FFF2-40B4-BE49-F238E27FC236}">
                <a16:creationId xmlns:a16="http://schemas.microsoft.com/office/drawing/2014/main" id="{1725799D-CA90-8129-7ADF-1039443F47F5}"/>
              </a:ext>
            </a:extLst>
          </p:cNvPr>
          <p:cNvSpPr/>
          <p:nvPr/>
        </p:nvSpPr>
        <p:spPr>
          <a:xfrm>
            <a:off x="1280016" y="1952903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2101" y="0"/>
                </a:lnTo>
                <a:lnTo>
                  <a:pt x="30390" y="0"/>
                </a:lnTo>
                <a:lnTo>
                  <a:pt x="48679" y="0"/>
                </a:lnTo>
                <a:lnTo>
                  <a:pt x="66968" y="0"/>
                </a:lnTo>
                <a:lnTo>
                  <a:pt x="85257" y="0"/>
                </a:lnTo>
                <a:lnTo>
                  <a:pt x="103545" y="0"/>
                </a:lnTo>
                <a:lnTo>
                  <a:pt x="121834" y="0"/>
                </a:lnTo>
                <a:lnTo>
                  <a:pt x="140123" y="0"/>
                </a:lnTo>
                <a:lnTo>
                  <a:pt x="158412" y="0"/>
                </a:lnTo>
                <a:lnTo>
                  <a:pt x="176701" y="0"/>
                </a:lnTo>
                <a:lnTo>
                  <a:pt x="194990" y="0"/>
                </a:lnTo>
                <a:lnTo>
                  <a:pt x="213279" y="0"/>
                </a:lnTo>
                <a:lnTo>
                  <a:pt x="231567" y="0"/>
                </a:lnTo>
                <a:lnTo>
                  <a:pt x="249856" y="0"/>
                </a:lnTo>
                <a:lnTo>
                  <a:pt x="268145" y="0"/>
                </a:lnTo>
                <a:lnTo>
                  <a:pt x="286434" y="0"/>
                </a:lnTo>
                <a:lnTo>
                  <a:pt x="304723" y="0"/>
                </a:lnTo>
                <a:lnTo>
                  <a:pt x="323012" y="0"/>
                </a:lnTo>
                <a:lnTo>
                  <a:pt x="341300" y="0"/>
                </a:lnTo>
                <a:lnTo>
                  <a:pt x="359589" y="0"/>
                </a:lnTo>
                <a:lnTo>
                  <a:pt x="377878" y="0"/>
                </a:lnTo>
                <a:lnTo>
                  <a:pt x="396167" y="0"/>
                </a:lnTo>
                <a:lnTo>
                  <a:pt x="414456" y="0"/>
                </a:lnTo>
                <a:lnTo>
                  <a:pt x="432745" y="0"/>
                </a:lnTo>
                <a:lnTo>
                  <a:pt x="451034" y="0"/>
                </a:lnTo>
                <a:lnTo>
                  <a:pt x="469322" y="0"/>
                </a:lnTo>
                <a:lnTo>
                  <a:pt x="487611" y="0"/>
                </a:lnTo>
                <a:lnTo>
                  <a:pt x="505900" y="0"/>
                </a:lnTo>
                <a:lnTo>
                  <a:pt x="524189" y="0"/>
                </a:lnTo>
                <a:lnTo>
                  <a:pt x="542478" y="0"/>
                </a:lnTo>
                <a:lnTo>
                  <a:pt x="560767" y="0"/>
                </a:lnTo>
                <a:lnTo>
                  <a:pt x="579056" y="0"/>
                </a:lnTo>
                <a:lnTo>
                  <a:pt x="597344" y="0"/>
                </a:lnTo>
                <a:lnTo>
                  <a:pt x="615633" y="0"/>
                </a:lnTo>
                <a:lnTo>
                  <a:pt x="633922" y="0"/>
                </a:lnTo>
                <a:lnTo>
                  <a:pt x="652211" y="0"/>
                </a:lnTo>
                <a:lnTo>
                  <a:pt x="670500" y="0"/>
                </a:lnTo>
                <a:lnTo>
                  <a:pt x="688789" y="0"/>
                </a:lnTo>
                <a:lnTo>
                  <a:pt x="707078" y="0"/>
                </a:lnTo>
                <a:lnTo>
                  <a:pt x="725366" y="0"/>
                </a:lnTo>
                <a:lnTo>
                  <a:pt x="743655" y="0"/>
                </a:lnTo>
                <a:lnTo>
                  <a:pt x="761944" y="0"/>
                </a:lnTo>
                <a:lnTo>
                  <a:pt x="780233" y="0"/>
                </a:lnTo>
                <a:lnTo>
                  <a:pt x="798522" y="0"/>
                </a:lnTo>
                <a:lnTo>
                  <a:pt x="816811" y="0"/>
                </a:lnTo>
                <a:lnTo>
                  <a:pt x="835100" y="0"/>
                </a:lnTo>
                <a:lnTo>
                  <a:pt x="853388" y="0"/>
                </a:lnTo>
                <a:lnTo>
                  <a:pt x="871677" y="0"/>
                </a:lnTo>
                <a:lnTo>
                  <a:pt x="889966" y="0"/>
                </a:lnTo>
                <a:lnTo>
                  <a:pt x="908255" y="0"/>
                </a:lnTo>
                <a:lnTo>
                  <a:pt x="926544" y="0"/>
                </a:lnTo>
                <a:lnTo>
                  <a:pt x="944833" y="0"/>
                </a:lnTo>
                <a:lnTo>
                  <a:pt x="963122" y="0"/>
                </a:lnTo>
                <a:lnTo>
                  <a:pt x="981410" y="0"/>
                </a:lnTo>
                <a:lnTo>
                  <a:pt x="999699" y="0"/>
                </a:lnTo>
                <a:lnTo>
                  <a:pt x="1017988" y="0"/>
                </a:lnTo>
                <a:lnTo>
                  <a:pt x="1036277" y="0"/>
                </a:lnTo>
                <a:lnTo>
                  <a:pt x="1054566" y="0"/>
                </a:lnTo>
                <a:lnTo>
                  <a:pt x="1072855" y="0"/>
                </a:lnTo>
                <a:lnTo>
                  <a:pt x="1091143" y="0"/>
                </a:lnTo>
                <a:lnTo>
                  <a:pt x="1109432" y="0"/>
                </a:lnTo>
                <a:lnTo>
                  <a:pt x="1127721" y="0"/>
                </a:lnTo>
                <a:lnTo>
                  <a:pt x="1146010" y="0"/>
                </a:lnTo>
                <a:lnTo>
                  <a:pt x="1164299" y="0"/>
                </a:lnTo>
                <a:lnTo>
                  <a:pt x="1182588" y="0"/>
                </a:lnTo>
                <a:lnTo>
                  <a:pt x="1200877" y="0"/>
                </a:lnTo>
                <a:lnTo>
                  <a:pt x="1219165" y="0"/>
                </a:lnTo>
                <a:lnTo>
                  <a:pt x="1237454" y="0"/>
                </a:lnTo>
                <a:lnTo>
                  <a:pt x="1255743" y="0"/>
                </a:lnTo>
                <a:lnTo>
                  <a:pt x="1274032" y="0"/>
                </a:lnTo>
                <a:lnTo>
                  <a:pt x="1292321" y="0"/>
                </a:lnTo>
                <a:lnTo>
                  <a:pt x="1310610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>
            <a:extLst>
              <a:ext uri="{FF2B5EF4-FFF2-40B4-BE49-F238E27FC236}">
                <a16:creationId xmlns:a16="http://schemas.microsoft.com/office/drawing/2014/main" id="{47D25B69-E221-F51B-DC51-C6032B9D3919}"/>
              </a:ext>
            </a:extLst>
          </p:cNvPr>
          <p:cNvSpPr/>
          <p:nvPr/>
        </p:nvSpPr>
        <p:spPr>
          <a:xfrm>
            <a:off x="1280016" y="1349232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17635" y="0"/>
                </a:lnTo>
                <a:lnTo>
                  <a:pt x="35599" y="0"/>
                </a:lnTo>
                <a:lnTo>
                  <a:pt x="53562" y="0"/>
                </a:lnTo>
                <a:lnTo>
                  <a:pt x="71525" y="0"/>
                </a:lnTo>
                <a:lnTo>
                  <a:pt x="89489" y="0"/>
                </a:lnTo>
                <a:lnTo>
                  <a:pt x="107452" y="0"/>
                </a:lnTo>
                <a:lnTo>
                  <a:pt x="125415" y="0"/>
                </a:lnTo>
                <a:lnTo>
                  <a:pt x="143379" y="0"/>
                </a:lnTo>
                <a:lnTo>
                  <a:pt x="161342" y="0"/>
                </a:lnTo>
                <a:lnTo>
                  <a:pt x="179305" y="0"/>
                </a:lnTo>
                <a:lnTo>
                  <a:pt x="197268" y="0"/>
                </a:lnTo>
                <a:lnTo>
                  <a:pt x="215232" y="0"/>
                </a:lnTo>
                <a:lnTo>
                  <a:pt x="233195" y="0"/>
                </a:lnTo>
                <a:lnTo>
                  <a:pt x="251158" y="0"/>
                </a:lnTo>
                <a:lnTo>
                  <a:pt x="269122" y="0"/>
                </a:lnTo>
                <a:lnTo>
                  <a:pt x="287085" y="0"/>
                </a:lnTo>
                <a:lnTo>
                  <a:pt x="305048" y="0"/>
                </a:lnTo>
                <a:lnTo>
                  <a:pt x="323012" y="0"/>
                </a:lnTo>
                <a:lnTo>
                  <a:pt x="340975" y="0"/>
                </a:lnTo>
                <a:lnTo>
                  <a:pt x="358938" y="0"/>
                </a:lnTo>
                <a:lnTo>
                  <a:pt x="376902" y="0"/>
                </a:lnTo>
                <a:lnTo>
                  <a:pt x="394865" y="0"/>
                </a:lnTo>
                <a:lnTo>
                  <a:pt x="412828" y="0"/>
                </a:lnTo>
                <a:lnTo>
                  <a:pt x="430792" y="0"/>
                </a:lnTo>
                <a:lnTo>
                  <a:pt x="448755" y="0"/>
                </a:lnTo>
                <a:lnTo>
                  <a:pt x="466718" y="0"/>
                </a:lnTo>
                <a:lnTo>
                  <a:pt x="484681" y="0"/>
                </a:lnTo>
                <a:lnTo>
                  <a:pt x="502645" y="0"/>
                </a:lnTo>
                <a:lnTo>
                  <a:pt x="520608" y="0"/>
                </a:lnTo>
                <a:lnTo>
                  <a:pt x="538571" y="0"/>
                </a:lnTo>
                <a:lnTo>
                  <a:pt x="556535" y="0"/>
                </a:lnTo>
                <a:lnTo>
                  <a:pt x="574498" y="0"/>
                </a:lnTo>
                <a:lnTo>
                  <a:pt x="592461" y="0"/>
                </a:lnTo>
                <a:lnTo>
                  <a:pt x="610425" y="0"/>
                </a:lnTo>
                <a:lnTo>
                  <a:pt x="628388" y="0"/>
                </a:lnTo>
                <a:lnTo>
                  <a:pt x="646351" y="0"/>
                </a:lnTo>
                <a:lnTo>
                  <a:pt x="664315" y="0"/>
                </a:lnTo>
                <a:lnTo>
                  <a:pt x="682278" y="0"/>
                </a:lnTo>
                <a:lnTo>
                  <a:pt x="700241" y="0"/>
                </a:lnTo>
                <a:lnTo>
                  <a:pt x="718205" y="0"/>
                </a:lnTo>
                <a:lnTo>
                  <a:pt x="736168" y="0"/>
                </a:lnTo>
                <a:lnTo>
                  <a:pt x="754131" y="0"/>
                </a:lnTo>
                <a:lnTo>
                  <a:pt x="772094" y="0"/>
                </a:lnTo>
                <a:lnTo>
                  <a:pt x="790058" y="0"/>
                </a:lnTo>
                <a:lnTo>
                  <a:pt x="808021" y="0"/>
                </a:lnTo>
                <a:lnTo>
                  <a:pt x="825984" y="0"/>
                </a:lnTo>
                <a:lnTo>
                  <a:pt x="843948" y="0"/>
                </a:lnTo>
                <a:lnTo>
                  <a:pt x="861911" y="0"/>
                </a:lnTo>
                <a:lnTo>
                  <a:pt x="879874" y="0"/>
                </a:lnTo>
                <a:lnTo>
                  <a:pt x="897838" y="0"/>
                </a:lnTo>
                <a:lnTo>
                  <a:pt x="915801" y="0"/>
                </a:lnTo>
                <a:lnTo>
                  <a:pt x="933764" y="0"/>
                </a:lnTo>
                <a:lnTo>
                  <a:pt x="951728" y="0"/>
                </a:lnTo>
                <a:lnTo>
                  <a:pt x="969691" y="0"/>
                </a:lnTo>
                <a:lnTo>
                  <a:pt x="987654" y="0"/>
                </a:lnTo>
                <a:lnTo>
                  <a:pt x="1005618" y="0"/>
                </a:lnTo>
                <a:lnTo>
                  <a:pt x="1023581" y="0"/>
                </a:lnTo>
                <a:lnTo>
                  <a:pt x="1041544" y="0"/>
                </a:lnTo>
                <a:lnTo>
                  <a:pt x="1059507" y="0"/>
                </a:lnTo>
                <a:lnTo>
                  <a:pt x="1077471" y="0"/>
                </a:lnTo>
                <a:lnTo>
                  <a:pt x="1095434" y="0"/>
                </a:lnTo>
                <a:lnTo>
                  <a:pt x="1113397" y="0"/>
                </a:lnTo>
                <a:lnTo>
                  <a:pt x="1131361" y="0"/>
                </a:lnTo>
                <a:lnTo>
                  <a:pt x="1149324" y="0"/>
                </a:lnTo>
                <a:lnTo>
                  <a:pt x="1167287" y="0"/>
                </a:lnTo>
                <a:lnTo>
                  <a:pt x="1185251" y="0"/>
                </a:lnTo>
                <a:lnTo>
                  <a:pt x="1203214" y="0"/>
                </a:lnTo>
                <a:lnTo>
                  <a:pt x="1221177" y="0"/>
                </a:lnTo>
                <a:lnTo>
                  <a:pt x="1239141" y="0"/>
                </a:lnTo>
                <a:lnTo>
                  <a:pt x="1257104" y="0"/>
                </a:lnTo>
                <a:lnTo>
                  <a:pt x="1275067" y="0"/>
                </a:lnTo>
                <a:lnTo>
                  <a:pt x="1293030" y="0"/>
                </a:lnTo>
                <a:lnTo>
                  <a:pt x="1310994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>
            <a:extLst>
              <a:ext uri="{FF2B5EF4-FFF2-40B4-BE49-F238E27FC236}">
                <a16:creationId xmlns:a16="http://schemas.microsoft.com/office/drawing/2014/main" id="{D28DAF4D-D8D7-8786-0D14-7E55C41BB3F1}"/>
              </a:ext>
            </a:extLst>
          </p:cNvPr>
          <p:cNvSpPr/>
          <p:nvPr/>
        </p:nvSpPr>
        <p:spPr>
          <a:xfrm>
            <a:off x="1280016" y="746048"/>
            <a:ext cx="2318734" cy="0"/>
          </a:xfrm>
          <a:custGeom>
            <a:avLst/>
            <a:gdLst/>
            <a:ahLst/>
            <a:cxnLst/>
            <a:rect l="0" t="0" r="0" b="0"/>
            <a:pathLst>
              <a:path w="1312151">
                <a:moveTo>
                  <a:pt x="0" y="0"/>
                </a:moveTo>
                <a:lnTo>
                  <a:pt x="2767" y="0"/>
                </a:lnTo>
                <a:lnTo>
                  <a:pt x="19622" y="0"/>
                </a:lnTo>
                <a:lnTo>
                  <a:pt x="36477" y="0"/>
                </a:lnTo>
                <a:lnTo>
                  <a:pt x="53332" y="0"/>
                </a:lnTo>
                <a:lnTo>
                  <a:pt x="70187" y="0"/>
                </a:lnTo>
                <a:lnTo>
                  <a:pt x="87042" y="0"/>
                </a:lnTo>
                <a:lnTo>
                  <a:pt x="103897" y="0"/>
                </a:lnTo>
                <a:lnTo>
                  <a:pt x="120752" y="0"/>
                </a:lnTo>
                <a:lnTo>
                  <a:pt x="137607" y="0"/>
                </a:lnTo>
                <a:lnTo>
                  <a:pt x="154462" y="0"/>
                </a:lnTo>
                <a:lnTo>
                  <a:pt x="171317" y="0"/>
                </a:lnTo>
                <a:lnTo>
                  <a:pt x="188172" y="0"/>
                </a:lnTo>
                <a:lnTo>
                  <a:pt x="205027" y="0"/>
                </a:lnTo>
                <a:lnTo>
                  <a:pt x="221882" y="0"/>
                </a:lnTo>
                <a:lnTo>
                  <a:pt x="238737" y="0"/>
                </a:lnTo>
                <a:lnTo>
                  <a:pt x="255592" y="0"/>
                </a:lnTo>
                <a:lnTo>
                  <a:pt x="272447" y="0"/>
                </a:lnTo>
                <a:lnTo>
                  <a:pt x="289302" y="0"/>
                </a:lnTo>
                <a:lnTo>
                  <a:pt x="306157" y="0"/>
                </a:lnTo>
                <a:lnTo>
                  <a:pt x="323012" y="0"/>
                </a:lnTo>
                <a:lnTo>
                  <a:pt x="339867" y="0"/>
                </a:lnTo>
                <a:lnTo>
                  <a:pt x="356722" y="0"/>
                </a:lnTo>
                <a:lnTo>
                  <a:pt x="373577" y="0"/>
                </a:lnTo>
                <a:lnTo>
                  <a:pt x="390432" y="0"/>
                </a:lnTo>
                <a:lnTo>
                  <a:pt x="407287" y="0"/>
                </a:lnTo>
                <a:lnTo>
                  <a:pt x="424142" y="0"/>
                </a:lnTo>
                <a:lnTo>
                  <a:pt x="440997" y="0"/>
                </a:lnTo>
                <a:lnTo>
                  <a:pt x="457852" y="0"/>
                </a:lnTo>
                <a:lnTo>
                  <a:pt x="474707" y="0"/>
                </a:lnTo>
                <a:lnTo>
                  <a:pt x="491562" y="0"/>
                </a:lnTo>
                <a:lnTo>
                  <a:pt x="508417" y="0"/>
                </a:lnTo>
                <a:lnTo>
                  <a:pt x="525272" y="0"/>
                </a:lnTo>
                <a:lnTo>
                  <a:pt x="542127" y="0"/>
                </a:lnTo>
                <a:lnTo>
                  <a:pt x="558982" y="0"/>
                </a:lnTo>
                <a:lnTo>
                  <a:pt x="575837" y="0"/>
                </a:lnTo>
                <a:lnTo>
                  <a:pt x="592692" y="0"/>
                </a:lnTo>
                <a:lnTo>
                  <a:pt x="609547" y="0"/>
                </a:lnTo>
                <a:lnTo>
                  <a:pt x="626402" y="0"/>
                </a:lnTo>
                <a:lnTo>
                  <a:pt x="643257" y="0"/>
                </a:lnTo>
                <a:lnTo>
                  <a:pt x="660112" y="0"/>
                </a:lnTo>
                <a:lnTo>
                  <a:pt x="676967" y="0"/>
                </a:lnTo>
                <a:lnTo>
                  <a:pt x="693822" y="0"/>
                </a:lnTo>
                <a:lnTo>
                  <a:pt x="710677" y="0"/>
                </a:lnTo>
                <a:lnTo>
                  <a:pt x="727532" y="0"/>
                </a:lnTo>
                <a:lnTo>
                  <a:pt x="744387" y="0"/>
                </a:lnTo>
                <a:lnTo>
                  <a:pt x="761242" y="0"/>
                </a:lnTo>
                <a:lnTo>
                  <a:pt x="778097" y="0"/>
                </a:lnTo>
                <a:lnTo>
                  <a:pt x="794952" y="0"/>
                </a:lnTo>
                <a:lnTo>
                  <a:pt x="811807" y="0"/>
                </a:lnTo>
                <a:lnTo>
                  <a:pt x="828662" y="0"/>
                </a:lnTo>
                <a:lnTo>
                  <a:pt x="845517" y="0"/>
                </a:lnTo>
                <a:lnTo>
                  <a:pt x="862372" y="0"/>
                </a:lnTo>
                <a:lnTo>
                  <a:pt x="879227" y="0"/>
                </a:lnTo>
                <a:lnTo>
                  <a:pt x="896082" y="0"/>
                </a:lnTo>
                <a:lnTo>
                  <a:pt x="912937" y="0"/>
                </a:lnTo>
                <a:lnTo>
                  <a:pt x="929792" y="0"/>
                </a:lnTo>
                <a:lnTo>
                  <a:pt x="946647" y="0"/>
                </a:lnTo>
                <a:lnTo>
                  <a:pt x="963502" y="0"/>
                </a:lnTo>
                <a:lnTo>
                  <a:pt x="980357" y="0"/>
                </a:lnTo>
                <a:lnTo>
                  <a:pt x="997212" y="0"/>
                </a:lnTo>
                <a:lnTo>
                  <a:pt x="1014067" y="0"/>
                </a:lnTo>
                <a:lnTo>
                  <a:pt x="1030922" y="0"/>
                </a:lnTo>
                <a:lnTo>
                  <a:pt x="1047777" y="0"/>
                </a:lnTo>
                <a:lnTo>
                  <a:pt x="1064632" y="0"/>
                </a:lnTo>
                <a:lnTo>
                  <a:pt x="1081487" y="0"/>
                </a:lnTo>
                <a:lnTo>
                  <a:pt x="1098342" y="0"/>
                </a:lnTo>
                <a:lnTo>
                  <a:pt x="1115197" y="0"/>
                </a:lnTo>
                <a:lnTo>
                  <a:pt x="1132052" y="0"/>
                </a:lnTo>
                <a:lnTo>
                  <a:pt x="1148907" y="0"/>
                </a:lnTo>
                <a:lnTo>
                  <a:pt x="1165762" y="0"/>
                </a:lnTo>
                <a:lnTo>
                  <a:pt x="1182617" y="0"/>
                </a:lnTo>
                <a:lnTo>
                  <a:pt x="1199472" y="0"/>
                </a:lnTo>
                <a:lnTo>
                  <a:pt x="1216327" y="0"/>
                </a:lnTo>
                <a:lnTo>
                  <a:pt x="1233182" y="0"/>
                </a:lnTo>
                <a:lnTo>
                  <a:pt x="1250037" y="0"/>
                </a:lnTo>
                <a:lnTo>
                  <a:pt x="1266892" y="0"/>
                </a:lnTo>
                <a:lnTo>
                  <a:pt x="1283747" y="0"/>
                </a:lnTo>
                <a:lnTo>
                  <a:pt x="1300602" y="0"/>
                </a:lnTo>
                <a:lnTo>
                  <a:pt x="1312151" y="0"/>
                </a:lnTo>
              </a:path>
            </a:pathLst>
          </a:custGeom>
          <a:ln w="13550" cap="rnd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g15">
            <a:extLst>
              <a:ext uri="{FF2B5EF4-FFF2-40B4-BE49-F238E27FC236}">
                <a16:creationId xmlns:a16="http://schemas.microsoft.com/office/drawing/2014/main" id="{EBC97168-1863-63B7-AFBD-305AEB79F7E8}"/>
              </a:ext>
            </a:extLst>
          </p:cNvPr>
          <p:cNvSpPr/>
          <p:nvPr/>
        </p:nvSpPr>
        <p:spPr>
          <a:xfrm>
            <a:off x="3634097" y="2316335"/>
            <a:ext cx="288345" cy="325105"/>
          </a:xfrm>
          <a:custGeom>
            <a:avLst/>
            <a:gdLst/>
            <a:ahLst/>
            <a:cxnLst/>
            <a:rect l="0" t="0" r="0" b="0"/>
            <a:pathLst>
              <a:path w="163172" h="183974">
                <a:moveTo>
                  <a:pt x="69342" y="0"/>
                </a:moveTo>
                <a:lnTo>
                  <a:pt x="71883" y="1875"/>
                </a:lnTo>
                <a:lnTo>
                  <a:pt x="126296" y="36671"/>
                </a:lnTo>
                <a:lnTo>
                  <a:pt x="127200" y="46580"/>
                </a:lnTo>
                <a:lnTo>
                  <a:pt x="148582" y="63655"/>
                </a:lnTo>
                <a:lnTo>
                  <a:pt x="141267" y="84701"/>
                </a:lnTo>
                <a:lnTo>
                  <a:pt x="141977" y="94381"/>
                </a:lnTo>
                <a:lnTo>
                  <a:pt x="151491" y="100604"/>
                </a:lnTo>
                <a:lnTo>
                  <a:pt x="151850" y="105045"/>
                </a:lnTo>
                <a:lnTo>
                  <a:pt x="147484" y="115360"/>
                </a:lnTo>
                <a:lnTo>
                  <a:pt x="148228" y="120551"/>
                </a:lnTo>
                <a:lnTo>
                  <a:pt x="147049" y="128711"/>
                </a:lnTo>
                <a:lnTo>
                  <a:pt x="152027" y="139418"/>
                </a:lnTo>
                <a:lnTo>
                  <a:pt x="157774" y="156260"/>
                </a:lnTo>
                <a:lnTo>
                  <a:pt x="163172" y="159995"/>
                </a:lnTo>
                <a:lnTo>
                  <a:pt x="150920" y="169898"/>
                </a:lnTo>
                <a:lnTo>
                  <a:pt x="134301" y="176531"/>
                </a:lnTo>
                <a:lnTo>
                  <a:pt x="125310" y="176251"/>
                </a:lnTo>
                <a:lnTo>
                  <a:pt x="119800" y="181374"/>
                </a:lnTo>
                <a:lnTo>
                  <a:pt x="109346" y="181815"/>
                </a:lnTo>
                <a:lnTo>
                  <a:pt x="105362" y="183974"/>
                </a:lnTo>
                <a:lnTo>
                  <a:pt x="87490" y="179161"/>
                </a:lnTo>
                <a:lnTo>
                  <a:pt x="76163" y="180542"/>
                </a:lnTo>
                <a:lnTo>
                  <a:pt x="72603" y="157312"/>
                </a:lnTo>
                <a:lnTo>
                  <a:pt x="67707" y="149347"/>
                </a:lnTo>
                <a:lnTo>
                  <a:pt x="64797" y="144624"/>
                </a:lnTo>
                <a:lnTo>
                  <a:pt x="50138" y="141437"/>
                </a:lnTo>
                <a:lnTo>
                  <a:pt x="41719" y="136309"/>
                </a:lnTo>
                <a:lnTo>
                  <a:pt x="32225" y="133434"/>
                </a:lnTo>
                <a:lnTo>
                  <a:pt x="26289" y="130574"/>
                </a:lnTo>
                <a:lnTo>
                  <a:pt x="20091" y="126225"/>
                </a:lnTo>
                <a:lnTo>
                  <a:pt x="12342" y="104703"/>
                </a:lnTo>
                <a:lnTo>
                  <a:pt x="3760" y="95139"/>
                </a:lnTo>
                <a:lnTo>
                  <a:pt x="890" y="85232"/>
                </a:lnTo>
                <a:lnTo>
                  <a:pt x="2515" y="76350"/>
                </a:lnTo>
                <a:lnTo>
                  <a:pt x="0" y="60635"/>
                </a:lnTo>
                <a:lnTo>
                  <a:pt x="6241" y="59822"/>
                </a:lnTo>
                <a:lnTo>
                  <a:pt x="11782" y="53635"/>
                </a:lnTo>
                <a:lnTo>
                  <a:pt x="17747" y="44726"/>
                </a:lnTo>
                <a:lnTo>
                  <a:pt x="21504" y="41152"/>
                </a:lnTo>
                <a:lnTo>
                  <a:pt x="21419" y="35601"/>
                </a:lnTo>
                <a:lnTo>
                  <a:pt x="18207" y="31729"/>
                </a:lnTo>
                <a:lnTo>
                  <a:pt x="17389" y="25003"/>
                </a:lnTo>
                <a:lnTo>
                  <a:pt x="21759" y="22841"/>
                </a:lnTo>
                <a:lnTo>
                  <a:pt x="22699" y="12791"/>
                </a:lnTo>
                <a:lnTo>
                  <a:pt x="16757" y="3154"/>
                </a:lnTo>
                <a:lnTo>
                  <a:pt x="22057" y="1102"/>
                </a:lnTo>
                <a:lnTo>
                  <a:pt x="38596" y="1321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g16">
            <a:extLst>
              <a:ext uri="{FF2B5EF4-FFF2-40B4-BE49-F238E27FC236}">
                <a16:creationId xmlns:a16="http://schemas.microsoft.com/office/drawing/2014/main" id="{4E85BDFB-D699-1786-8CBD-5EC90A97588C}"/>
              </a:ext>
            </a:extLst>
          </p:cNvPr>
          <p:cNvSpPr/>
          <p:nvPr/>
        </p:nvSpPr>
        <p:spPr>
          <a:xfrm>
            <a:off x="1404721" y="1118143"/>
            <a:ext cx="222750" cy="200915"/>
          </a:xfrm>
          <a:custGeom>
            <a:avLst/>
            <a:gdLst/>
            <a:ahLst/>
            <a:cxnLst/>
            <a:rect l="0" t="0" r="0" b="0"/>
            <a:pathLst>
              <a:path w="126052" h="113696">
                <a:moveTo>
                  <a:pt x="126052" y="0"/>
                </a:moveTo>
                <a:lnTo>
                  <a:pt x="126036" y="1143"/>
                </a:lnTo>
                <a:lnTo>
                  <a:pt x="125689" y="4452"/>
                </a:lnTo>
                <a:lnTo>
                  <a:pt x="125161" y="30322"/>
                </a:lnTo>
                <a:lnTo>
                  <a:pt x="77096" y="29429"/>
                </a:lnTo>
                <a:lnTo>
                  <a:pt x="76601" y="73132"/>
                </a:lnTo>
                <a:lnTo>
                  <a:pt x="62766" y="74665"/>
                </a:lnTo>
                <a:lnTo>
                  <a:pt x="58974" y="83438"/>
                </a:lnTo>
                <a:lnTo>
                  <a:pt x="61273" y="108105"/>
                </a:lnTo>
                <a:lnTo>
                  <a:pt x="3373" y="107998"/>
                </a:lnTo>
                <a:lnTo>
                  <a:pt x="0" y="113696"/>
                </a:lnTo>
                <a:lnTo>
                  <a:pt x="821" y="106478"/>
                </a:lnTo>
                <a:lnTo>
                  <a:pt x="1079" y="106505"/>
                </a:lnTo>
                <a:lnTo>
                  <a:pt x="34402" y="105141"/>
                </a:lnTo>
                <a:lnTo>
                  <a:pt x="36316" y="98986"/>
                </a:lnTo>
                <a:lnTo>
                  <a:pt x="42538" y="91313"/>
                </a:lnTo>
                <a:lnTo>
                  <a:pt x="47947" y="67727"/>
                </a:lnTo>
                <a:lnTo>
                  <a:pt x="68823" y="49296"/>
                </a:lnTo>
                <a:lnTo>
                  <a:pt x="76238" y="27763"/>
                </a:lnTo>
                <a:lnTo>
                  <a:pt x="80846" y="26512"/>
                </a:lnTo>
                <a:lnTo>
                  <a:pt x="85939" y="13202"/>
                </a:lnTo>
                <a:lnTo>
                  <a:pt x="98277" y="11368"/>
                </a:lnTo>
                <a:lnTo>
                  <a:pt x="103514" y="13586"/>
                </a:lnTo>
                <a:lnTo>
                  <a:pt x="110151" y="13586"/>
                </a:lnTo>
                <a:lnTo>
                  <a:pt x="114942" y="9700"/>
                </a:lnTo>
                <a:lnTo>
                  <a:pt x="123983" y="9150"/>
                </a:lnTo>
                <a:lnTo>
                  <a:pt x="123832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g17">
            <a:extLst>
              <a:ext uri="{FF2B5EF4-FFF2-40B4-BE49-F238E27FC236}">
                <a16:creationId xmlns:a16="http://schemas.microsoft.com/office/drawing/2014/main" id="{B94CED03-1788-1570-7B09-C47B7CB39770}"/>
              </a:ext>
            </a:extLst>
          </p:cNvPr>
          <p:cNvSpPr/>
          <p:nvPr/>
        </p:nvSpPr>
        <p:spPr>
          <a:xfrm>
            <a:off x="-4696" y="1840375"/>
            <a:ext cx="506698" cy="558796"/>
          </a:xfrm>
          <a:custGeom>
            <a:avLst/>
            <a:gdLst/>
            <a:ahLst/>
            <a:cxnLst/>
            <a:rect l="0" t="0" r="0" b="0"/>
            <a:pathLst>
              <a:path w="286736" h="316218">
                <a:moveTo>
                  <a:pt x="258694" y="166639"/>
                </a:moveTo>
                <a:lnTo>
                  <a:pt x="261210" y="182353"/>
                </a:lnTo>
                <a:lnTo>
                  <a:pt x="259584" y="191236"/>
                </a:lnTo>
                <a:lnTo>
                  <a:pt x="262454" y="201143"/>
                </a:lnTo>
                <a:lnTo>
                  <a:pt x="271036" y="210707"/>
                </a:lnTo>
                <a:lnTo>
                  <a:pt x="278785" y="232229"/>
                </a:lnTo>
                <a:lnTo>
                  <a:pt x="272894" y="230491"/>
                </a:lnTo>
                <a:lnTo>
                  <a:pt x="252643" y="233374"/>
                </a:lnTo>
                <a:lnTo>
                  <a:pt x="248576" y="235416"/>
                </a:lnTo>
                <a:lnTo>
                  <a:pt x="244090" y="246319"/>
                </a:lnTo>
                <a:lnTo>
                  <a:pt x="247305" y="253852"/>
                </a:lnTo>
                <a:lnTo>
                  <a:pt x="244204" y="274075"/>
                </a:lnTo>
                <a:lnTo>
                  <a:pt x="241937" y="291220"/>
                </a:lnTo>
                <a:lnTo>
                  <a:pt x="245910" y="294259"/>
                </a:lnTo>
                <a:lnTo>
                  <a:pt x="256212" y="300906"/>
                </a:lnTo>
                <a:lnTo>
                  <a:pt x="260410" y="297800"/>
                </a:lnTo>
                <a:lnTo>
                  <a:pt x="261133" y="316218"/>
                </a:lnTo>
                <a:lnTo>
                  <a:pt x="249680" y="316077"/>
                </a:lnTo>
                <a:lnTo>
                  <a:pt x="243797" y="306677"/>
                </a:lnTo>
                <a:lnTo>
                  <a:pt x="238472" y="299398"/>
                </a:lnTo>
                <a:lnTo>
                  <a:pt x="227048" y="297012"/>
                </a:lnTo>
                <a:lnTo>
                  <a:pt x="223901" y="288061"/>
                </a:lnTo>
                <a:lnTo>
                  <a:pt x="214607" y="293454"/>
                </a:lnTo>
                <a:lnTo>
                  <a:pt x="202656" y="291071"/>
                </a:lnTo>
                <a:lnTo>
                  <a:pt x="197816" y="283316"/>
                </a:lnTo>
                <a:lnTo>
                  <a:pt x="188324" y="281741"/>
                </a:lnTo>
                <a:lnTo>
                  <a:pt x="181284" y="282153"/>
                </a:lnTo>
                <a:lnTo>
                  <a:pt x="180530" y="276844"/>
                </a:lnTo>
                <a:lnTo>
                  <a:pt x="175362" y="276414"/>
                </a:lnTo>
                <a:lnTo>
                  <a:pt x="168547" y="275407"/>
                </a:lnTo>
                <a:lnTo>
                  <a:pt x="159203" y="277965"/>
                </a:lnTo>
                <a:lnTo>
                  <a:pt x="152690" y="277545"/>
                </a:lnTo>
                <a:lnTo>
                  <a:pt x="148947" y="279112"/>
                </a:lnTo>
                <a:lnTo>
                  <a:pt x="150099" y="258786"/>
                </a:lnTo>
                <a:lnTo>
                  <a:pt x="145187" y="252448"/>
                </a:lnTo>
                <a:lnTo>
                  <a:pt x="144239" y="241943"/>
                </a:lnTo>
                <a:lnTo>
                  <a:pt x="146597" y="231647"/>
                </a:lnTo>
                <a:lnTo>
                  <a:pt x="143634" y="225057"/>
                </a:lnTo>
                <a:lnTo>
                  <a:pt x="143490" y="214309"/>
                </a:lnTo>
                <a:lnTo>
                  <a:pt x="125229" y="214459"/>
                </a:lnTo>
                <a:lnTo>
                  <a:pt x="126608" y="208305"/>
                </a:lnTo>
                <a:lnTo>
                  <a:pt x="118928" y="208369"/>
                </a:lnTo>
                <a:lnTo>
                  <a:pt x="118085" y="211329"/>
                </a:lnTo>
                <a:lnTo>
                  <a:pt x="108744" y="211996"/>
                </a:lnTo>
                <a:lnTo>
                  <a:pt x="104862" y="221950"/>
                </a:lnTo>
                <a:lnTo>
                  <a:pt x="102560" y="226221"/>
                </a:lnTo>
                <a:lnTo>
                  <a:pt x="94275" y="223809"/>
                </a:lnTo>
                <a:lnTo>
                  <a:pt x="89286" y="226211"/>
                </a:lnTo>
                <a:lnTo>
                  <a:pt x="79325" y="227593"/>
                </a:lnTo>
                <a:lnTo>
                  <a:pt x="73653" y="218662"/>
                </a:lnTo>
                <a:lnTo>
                  <a:pt x="70247" y="213138"/>
                </a:lnTo>
                <a:lnTo>
                  <a:pt x="66017" y="202896"/>
                </a:lnTo>
                <a:lnTo>
                  <a:pt x="62405" y="190168"/>
                </a:lnTo>
                <a:lnTo>
                  <a:pt x="17964" y="189942"/>
                </a:lnTo>
                <a:lnTo>
                  <a:pt x="12669" y="191994"/>
                </a:lnTo>
                <a:lnTo>
                  <a:pt x="8308" y="191674"/>
                </a:lnTo>
                <a:lnTo>
                  <a:pt x="2079" y="193970"/>
                </a:lnTo>
                <a:lnTo>
                  <a:pt x="0" y="188672"/>
                </a:lnTo>
                <a:lnTo>
                  <a:pt x="3841" y="186868"/>
                </a:lnTo>
                <a:lnTo>
                  <a:pt x="4354" y="179422"/>
                </a:lnTo>
                <a:lnTo>
                  <a:pt x="6843" y="175031"/>
                </a:lnTo>
                <a:lnTo>
                  <a:pt x="12345" y="171441"/>
                </a:lnTo>
                <a:lnTo>
                  <a:pt x="16295" y="173181"/>
                </a:lnTo>
                <a:lnTo>
                  <a:pt x="21484" y="166642"/>
                </a:lnTo>
                <a:lnTo>
                  <a:pt x="29693" y="166810"/>
                </a:lnTo>
                <a:lnTo>
                  <a:pt x="30630" y="171646"/>
                </a:lnTo>
                <a:lnTo>
                  <a:pt x="36241" y="174671"/>
                </a:lnTo>
                <a:lnTo>
                  <a:pt x="45173" y="163967"/>
                </a:lnTo>
                <a:lnTo>
                  <a:pt x="54003" y="155625"/>
                </a:lnTo>
                <a:lnTo>
                  <a:pt x="57844" y="150159"/>
                </a:lnTo>
                <a:lnTo>
                  <a:pt x="57410" y="136106"/>
                </a:lnTo>
                <a:lnTo>
                  <a:pt x="64025" y="119513"/>
                </a:lnTo>
                <a:lnTo>
                  <a:pt x="70962" y="110714"/>
                </a:lnTo>
                <a:lnTo>
                  <a:pt x="80912" y="102482"/>
                </a:lnTo>
                <a:lnTo>
                  <a:pt x="82653" y="97033"/>
                </a:lnTo>
                <a:lnTo>
                  <a:pt x="83032" y="90769"/>
                </a:lnTo>
                <a:lnTo>
                  <a:pt x="85490" y="84842"/>
                </a:lnTo>
                <a:lnTo>
                  <a:pt x="84688" y="75162"/>
                </a:lnTo>
                <a:lnTo>
                  <a:pt x="86528" y="60025"/>
                </a:lnTo>
                <a:lnTo>
                  <a:pt x="89433" y="49369"/>
                </a:lnTo>
                <a:lnTo>
                  <a:pt x="93904" y="40235"/>
                </a:lnTo>
                <a:lnTo>
                  <a:pt x="94737" y="29920"/>
                </a:lnTo>
                <a:lnTo>
                  <a:pt x="96012" y="18008"/>
                </a:lnTo>
                <a:lnTo>
                  <a:pt x="101815" y="9335"/>
                </a:lnTo>
                <a:lnTo>
                  <a:pt x="109839" y="3835"/>
                </a:lnTo>
                <a:lnTo>
                  <a:pt x="122287" y="9640"/>
                </a:lnTo>
                <a:lnTo>
                  <a:pt x="131938" y="15941"/>
                </a:lnTo>
                <a:lnTo>
                  <a:pt x="142978" y="17622"/>
                </a:lnTo>
                <a:lnTo>
                  <a:pt x="154250" y="20956"/>
                </a:lnTo>
                <a:lnTo>
                  <a:pt x="158666" y="10641"/>
                </a:lnTo>
                <a:lnTo>
                  <a:pt x="160723" y="9325"/>
                </a:lnTo>
                <a:lnTo>
                  <a:pt x="167607" y="11040"/>
                </a:lnTo>
                <a:lnTo>
                  <a:pt x="184297" y="2516"/>
                </a:lnTo>
                <a:lnTo>
                  <a:pt x="190279" y="6129"/>
                </a:lnTo>
                <a:lnTo>
                  <a:pt x="195153" y="5616"/>
                </a:lnTo>
                <a:lnTo>
                  <a:pt x="197368" y="1463"/>
                </a:lnTo>
                <a:lnTo>
                  <a:pt x="202951" y="0"/>
                </a:lnTo>
                <a:lnTo>
                  <a:pt x="214305" y="1797"/>
                </a:lnTo>
                <a:lnTo>
                  <a:pt x="223972" y="2190"/>
                </a:lnTo>
                <a:lnTo>
                  <a:pt x="228924" y="378"/>
                </a:lnTo>
                <a:lnTo>
                  <a:pt x="238215" y="14478"/>
                </a:lnTo>
                <a:lnTo>
                  <a:pt x="245005" y="16549"/>
                </a:lnTo>
                <a:lnTo>
                  <a:pt x="249007" y="13681"/>
                </a:lnTo>
                <a:lnTo>
                  <a:pt x="255989" y="14805"/>
                </a:lnTo>
                <a:lnTo>
                  <a:pt x="264340" y="11192"/>
                </a:lnTo>
                <a:lnTo>
                  <a:pt x="268005" y="18487"/>
                </a:lnTo>
                <a:lnTo>
                  <a:pt x="281402" y="29838"/>
                </a:lnTo>
                <a:lnTo>
                  <a:pt x="280673" y="49810"/>
                </a:lnTo>
                <a:lnTo>
                  <a:pt x="286736" y="52123"/>
                </a:lnTo>
                <a:lnTo>
                  <a:pt x="281929" y="58188"/>
                </a:lnTo>
                <a:lnTo>
                  <a:pt x="276160" y="62724"/>
                </a:lnTo>
                <a:lnTo>
                  <a:pt x="270433" y="71632"/>
                </a:lnTo>
                <a:lnTo>
                  <a:pt x="267283" y="79573"/>
                </a:lnTo>
                <a:lnTo>
                  <a:pt x="266443" y="93284"/>
                </a:lnTo>
                <a:lnTo>
                  <a:pt x="262939" y="99810"/>
                </a:lnTo>
                <a:lnTo>
                  <a:pt x="262769" y="112687"/>
                </a:lnTo>
                <a:lnTo>
                  <a:pt x="258407" y="117448"/>
                </a:lnTo>
                <a:lnTo>
                  <a:pt x="257785" y="127612"/>
                </a:lnTo>
                <a:lnTo>
                  <a:pt x="255704" y="128929"/>
                </a:lnTo>
                <a:lnTo>
                  <a:pt x="254235" y="138273"/>
                </a:lnTo>
                <a:lnTo>
                  <a:pt x="257956" y="146039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g18">
            <a:extLst>
              <a:ext uri="{FF2B5EF4-FFF2-40B4-BE49-F238E27FC236}">
                <a16:creationId xmlns:a16="http://schemas.microsoft.com/office/drawing/2014/main" id="{CCB109D6-E707-A30E-9324-FF77B9F8F773}"/>
              </a:ext>
            </a:extLst>
          </p:cNvPr>
          <p:cNvSpPr/>
          <p:nvPr/>
        </p:nvSpPr>
        <p:spPr>
          <a:xfrm>
            <a:off x="2942961" y="1589960"/>
            <a:ext cx="262789" cy="413753"/>
          </a:xfrm>
          <a:custGeom>
            <a:avLst/>
            <a:gdLst/>
            <a:ahLst/>
            <a:cxnLst/>
            <a:rect l="0" t="0" r="0" b="0"/>
            <a:pathLst>
              <a:path w="148710" h="234139">
                <a:moveTo>
                  <a:pt x="9298" y="234139"/>
                </a:moveTo>
                <a:lnTo>
                  <a:pt x="450" y="220048"/>
                </a:lnTo>
                <a:lnTo>
                  <a:pt x="0" y="157826"/>
                </a:lnTo>
                <a:lnTo>
                  <a:pt x="12913" y="138450"/>
                </a:lnTo>
                <a:lnTo>
                  <a:pt x="16950" y="133066"/>
                </a:lnTo>
                <a:lnTo>
                  <a:pt x="26608" y="132751"/>
                </a:lnTo>
                <a:lnTo>
                  <a:pt x="39826" y="120710"/>
                </a:lnTo>
                <a:lnTo>
                  <a:pt x="59441" y="119957"/>
                </a:lnTo>
                <a:lnTo>
                  <a:pt x="100786" y="68692"/>
                </a:lnTo>
                <a:lnTo>
                  <a:pt x="110848" y="54436"/>
                </a:lnTo>
                <a:lnTo>
                  <a:pt x="117290" y="43946"/>
                </a:lnTo>
                <a:lnTo>
                  <a:pt x="116981" y="35034"/>
                </a:lnTo>
                <a:lnTo>
                  <a:pt x="116333" y="17803"/>
                </a:lnTo>
                <a:lnTo>
                  <a:pt x="116099" y="10767"/>
                </a:lnTo>
                <a:lnTo>
                  <a:pt x="116181" y="10487"/>
                </a:lnTo>
                <a:lnTo>
                  <a:pt x="120960" y="10151"/>
                </a:lnTo>
                <a:lnTo>
                  <a:pt x="127764" y="7613"/>
                </a:lnTo>
                <a:lnTo>
                  <a:pt x="135640" y="5894"/>
                </a:lnTo>
                <a:lnTo>
                  <a:pt x="142473" y="46"/>
                </a:lnTo>
                <a:lnTo>
                  <a:pt x="148155" y="0"/>
                </a:lnTo>
                <a:lnTo>
                  <a:pt x="148710" y="4722"/>
                </a:lnTo>
                <a:lnTo>
                  <a:pt x="147759" y="14657"/>
                </a:lnTo>
                <a:lnTo>
                  <a:pt x="148186" y="23635"/>
                </a:lnTo>
                <a:lnTo>
                  <a:pt x="145259" y="29804"/>
                </a:lnTo>
                <a:lnTo>
                  <a:pt x="141694" y="48268"/>
                </a:lnTo>
                <a:lnTo>
                  <a:pt x="135063" y="67347"/>
                </a:lnTo>
                <a:lnTo>
                  <a:pt x="126364" y="89160"/>
                </a:lnTo>
                <a:lnTo>
                  <a:pt x="114027" y="114192"/>
                </a:lnTo>
                <a:lnTo>
                  <a:pt x="101545" y="133318"/>
                </a:lnTo>
                <a:lnTo>
                  <a:pt x="84191" y="156618"/>
                </a:lnTo>
                <a:lnTo>
                  <a:pt x="69262" y="170445"/>
                </a:lnTo>
                <a:lnTo>
                  <a:pt x="46830" y="187405"/>
                </a:lnTo>
                <a:lnTo>
                  <a:pt x="32811" y="200397"/>
                </a:lnTo>
                <a:lnTo>
                  <a:pt x="16266" y="221088"/>
                </a:lnTo>
                <a:lnTo>
                  <a:pt x="12734" y="230094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g19">
            <a:extLst>
              <a:ext uri="{FF2B5EF4-FFF2-40B4-BE49-F238E27FC236}">
                <a16:creationId xmlns:a16="http://schemas.microsoft.com/office/drawing/2014/main" id="{28F7DBA3-1895-0467-6710-E8B75A774D84}"/>
              </a:ext>
            </a:extLst>
          </p:cNvPr>
          <p:cNvSpPr/>
          <p:nvPr/>
        </p:nvSpPr>
        <p:spPr>
          <a:xfrm>
            <a:off x="4080821" y="1841688"/>
            <a:ext cx="211260" cy="307351"/>
          </a:xfrm>
          <a:custGeom>
            <a:avLst/>
            <a:gdLst/>
            <a:ahLst/>
            <a:cxnLst/>
            <a:rect l="0" t="0" r="0" b="0"/>
            <a:pathLst>
              <a:path w="119550" h="173927">
                <a:moveTo>
                  <a:pt x="79361" y="173927"/>
                </a:moveTo>
                <a:lnTo>
                  <a:pt x="57979" y="156853"/>
                </a:lnTo>
                <a:lnTo>
                  <a:pt x="57075" y="146944"/>
                </a:lnTo>
                <a:lnTo>
                  <a:pt x="2662" y="112148"/>
                </a:lnTo>
                <a:lnTo>
                  <a:pt x="121" y="110272"/>
                </a:lnTo>
                <a:lnTo>
                  <a:pt x="0" y="92170"/>
                </a:lnTo>
                <a:lnTo>
                  <a:pt x="4312" y="85249"/>
                </a:lnTo>
                <a:lnTo>
                  <a:pt x="11697" y="73943"/>
                </a:lnTo>
                <a:lnTo>
                  <a:pt x="17111" y="61492"/>
                </a:lnTo>
                <a:lnTo>
                  <a:pt x="10297" y="41886"/>
                </a:lnTo>
                <a:lnTo>
                  <a:pt x="8437" y="33314"/>
                </a:lnTo>
                <a:lnTo>
                  <a:pt x="1141" y="21455"/>
                </a:lnTo>
                <a:lnTo>
                  <a:pt x="10270" y="11254"/>
                </a:lnTo>
                <a:lnTo>
                  <a:pt x="20311" y="0"/>
                </a:lnTo>
                <a:lnTo>
                  <a:pt x="28182" y="2865"/>
                </a:lnTo>
                <a:lnTo>
                  <a:pt x="28329" y="12452"/>
                </a:lnTo>
                <a:lnTo>
                  <a:pt x="33560" y="18073"/>
                </a:lnTo>
                <a:lnTo>
                  <a:pt x="44049" y="18073"/>
                </a:lnTo>
                <a:lnTo>
                  <a:pt x="63334" y="32579"/>
                </a:lnTo>
                <a:lnTo>
                  <a:pt x="68101" y="32751"/>
                </a:lnTo>
                <a:lnTo>
                  <a:pt x="71625" y="32281"/>
                </a:lnTo>
                <a:lnTo>
                  <a:pt x="74989" y="34251"/>
                </a:lnTo>
                <a:lnTo>
                  <a:pt x="85062" y="35594"/>
                </a:lnTo>
                <a:lnTo>
                  <a:pt x="89419" y="28476"/>
                </a:lnTo>
                <a:lnTo>
                  <a:pt x="103081" y="21333"/>
                </a:lnTo>
                <a:lnTo>
                  <a:pt x="109250" y="27105"/>
                </a:lnTo>
                <a:lnTo>
                  <a:pt x="119550" y="27108"/>
                </a:lnTo>
                <a:lnTo>
                  <a:pt x="106636" y="46484"/>
                </a:lnTo>
                <a:lnTo>
                  <a:pt x="107087" y="108706"/>
                </a:lnTo>
                <a:lnTo>
                  <a:pt x="115935" y="122796"/>
                </a:lnTo>
                <a:lnTo>
                  <a:pt x="105311" y="129617"/>
                </a:lnTo>
                <a:lnTo>
                  <a:pt x="101515" y="136743"/>
                </a:lnTo>
                <a:lnTo>
                  <a:pt x="95849" y="137995"/>
                </a:lnTo>
                <a:lnTo>
                  <a:pt x="93565" y="150030"/>
                </a:lnTo>
                <a:lnTo>
                  <a:pt x="88630" y="156922"/>
                </a:lnTo>
                <a:lnTo>
                  <a:pt x="85519" y="16828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g20">
            <a:extLst>
              <a:ext uri="{FF2B5EF4-FFF2-40B4-BE49-F238E27FC236}">
                <a16:creationId xmlns:a16="http://schemas.microsoft.com/office/drawing/2014/main" id="{75BFE563-6B26-96E4-090E-22AF38D1DD27}"/>
              </a:ext>
            </a:extLst>
          </p:cNvPr>
          <p:cNvSpPr/>
          <p:nvPr/>
        </p:nvSpPr>
        <p:spPr>
          <a:xfrm>
            <a:off x="2431586" y="1288864"/>
            <a:ext cx="428513" cy="415652"/>
          </a:xfrm>
          <a:custGeom>
            <a:avLst/>
            <a:gdLst/>
            <a:ahLst/>
            <a:cxnLst/>
            <a:rect l="0" t="0" r="0" b="0"/>
            <a:pathLst>
              <a:path w="242492" h="235214">
                <a:moveTo>
                  <a:pt x="40821" y="235214"/>
                </a:moveTo>
                <a:lnTo>
                  <a:pt x="29257" y="227748"/>
                </a:lnTo>
                <a:lnTo>
                  <a:pt x="23969" y="222829"/>
                </a:lnTo>
                <a:lnTo>
                  <a:pt x="22921" y="217521"/>
                </a:lnTo>
                <a:lnTo>
                  <a:pt x="25246" y="210413"/>
                </a:lnTo>
                <a:lnTo>
                  <a:pt x="25083" y="203443"/>
                </a:lnTo>
                <a:lnTo>
                  <a:pt x="16233" y="192764"/>
                </a:lnTo>
                <a:lnTo>
                  <a:pt x="14396" y="185455"/>
                </a:lnTo>
                <a:lnTo>
                  <a:pt x="14498" y="181318"/>
                </a:lnTo>
                <a:lnTo>
                  <a:pt x="8887" y="176283"/>
                </a:lnTo>
                <a:lnTo>
                  <a:pt x="8520" y="166361"/>
                </a:lnTo>
                <a:lnTo>
                  <a:pt x="5240" y="159771"/>
                </a:lnTo>
                <a:lnTo>
                  <a:pt x="0" y="160760"/>
                </a:lnTo>
                <a:lnTo>
                  <a:pt x="1375" y="154487"/>
                </a:lnTo>
                <a:lnTo>
                  <a:pt x="5093" y="147366"/>
                </a:lnTo>
                <a:lnTo>
                  <a:pt x="3232" y="140292"/>
                </a:lnTo>
                <a:lnTo>
                  <a:pt x="8022" y="135054"/>
                </a:lnTo>
                <a:lnTo>
                  <a:pt x="4804" y="131063"/>
                </a:lnTo>
                <a:lnTo>
                  <a:pt x="8482" y="120516"/>
                </a:lnTo>
                <a:lnTo>
                  <a:pt x="14949" y="107937"/>
                </a:lnTo>
                <a:lnTo>
                  <a:pt x="27853" y="109131"/>
                </a:lnTo>
                <a:lnTo>
                  <a:pt x="24870" y="41328"/>
                </a:lnTo>
                <a:lnTo>
                  <a:pt x="24800" y="34161"/>
                </a:lnTo>
                <a:lnTo>
                  <a:pt x="41841" y="34110"/>
                </a:lnTo>
                <a:lnTo>
                  <a:pt x="40556" y="0"/>
                </a:lnTo>
                <a:lnTo>
                  <a:pt x="99924" y="0"/>
                </a:lnTo>
                <a:lnTo>
                  <a:pt x="157225" y="0"/>
                </a:lnTo>
                <a:lnTo>
                  <a:pt x="215799" y="0"/>
                </a:lnTo>
                <a:lnTo>
                  <a:pt x="221513" y="16758"/>
                </a:lnTo>
                <a:lnTo>
                  <a:pt x="218441" y="19857"/>
                </a:lnTo>
                <a:lnTo>
                  <a:pt x="221560" y="37442"/>
                </a:lnTo>
                <a:lnTo>
                  <a:pt x="228122" y="57834"/>
                </a:lnTo>
                <a:lnTo>
                  <a:pt x="234011" y="62040"/>
                </a:lnTo>
                <a:lnTo>
                  <a:pt x="242492" y="68352"/>
                </a:lnTo>
                <a:lnTo>
                  <a:pt x="235488" y="78101"/>
                </a:lnTo>
                <a:lnTo>
                  <a:pt x="224671" y="80909"/>
                </a:lnTo>
                <a:lnTo>
                  <a:pt x="220247" y="86146"/>
                </a:lnTo>
                <a:lnTo>
                  <a:pt x="219338" y="97499"/>
                </a:lnTo>
                <a:lnTo>
                  <a:pt x="214056" y="122597"/>
                </a:lnTo>
                <a:lnTo>
                  <a:pt x="215932" y="129435"/>
                </a:lnTo>
                <a:lnTo>
                  <a:pt x="214132" y="144104"/>
                </a:lnTo>
                <a:lnTo>
                  <a:pt x="208652" y="160929"/>
                </a:lnTo>
                <a:lnTo>
                  <a:pt x="199894" y="169391"/>
                </a:lnTo>
                <a:lnTo>
                  <a:pt x="193864" y="182439"/>
                </a:lnTo>
                <a:lnTo>
                  <a:pt x="192557" y="189421"/>
                </a:lnTo>
                <a:lnTo>
                  <a:pt x="185579" y="194205"/>
                </a:lnTo>
                <a:lnTo>
                  <a:pt x="181589" y="212080"/>
                </a:lnTo>
                <a:lnTo>
                  <a:pt x="182139" y="227436"/>
                </a:lnTo>
                <a:lnTo>
                  <a:pt x="181664" y="214118"/>
                </a:lnTo>
                <a:lnTo>
                  <a:pt x="179576" y="213780"/>
                </a:lnTo>
                <a:lnTo>
                  <a:pt x="179629" y="205276"/>
                </a:lnTo>
                <a:lnTo>
                  <a:pt x="177677" y="199412"/>
                </a:lnTo>
                <a:lnTo>
                  <a:pt x="169770" y="192668"/>
                </a:lnTo>
                <a:lnTo>
                  <a:pt x="167631" y="180352"/>
                </a:lnTo>
                <a:lnTo>
                  <a:pt x="169062" y="167743"/>
                </a:lnTo>
                <a:lnTo>
                  <a:pt x="162079" y="166570"/>
                </a:lnTo>
                <a:lnTo>
                  <a:pt x="161164" y="170382"/>
                </a:lnTo>
                <a:lnTo>
                  <a:pt x="152183" y="171262"/>
                </a:lnTo>
                <a:lnTo>
                  <a:pt x="155929" y="176247"/>
                </a:lnTo>
                <a:lnTo>
                  <a:pt x="157498" y="186510"/>
                </a:lnTo>
                <a:lnTo>
                  <a:pt x="149494" y="195893"/>
                </a:lnTo>
                <a:lnTo>
                  <a:pt x="142309" y="208209"/>
                </a:lnTo>
                <a:lnTo>
                  <a:pt x="134612" y="209968"/>
                </a:lnTo>
                <a:lnTo>
                  <a:pt x="121755" y="199998"/>
                </a:lnTo>
                <a:lnTo>
                  <a:pt x="116162" y="203517"/>
                </a:lnTo>
                <a:lnTo>
                  <a:pt x="114723" y="208502"/>
                </a:lnTo>
                <a:lnTo>
                  <a:pt x="107053" y="211728"/>
                </a:lnTo>
                <a:lnTo>
                  <a:pt x="106608" y="215246"/>
                </a:lnTo>
                <a:lnTo>
                  <a:pt x="91646" y="215246"/>
                </a:lnTo>
                <a:lnTo>
                  <a:pt x="89514" y="211728"/>
                </a:lnTo>
                <a:lnTo>
                  <a:pt x="78671" y="211141"/>
                </a:lnTo>
                <a:lnTo>
                  <a:pt x="73309" y="214073"/>
                </a:lnTo>
                <a:lnTo>
                  <a:pt x="69155" y="212607"/>
                </a:lnTo>
                <a:lnTo>
                  <a:pt x="61230" y="202637"/>
                </a:lnTo>
                <a:lnTo>
                  <a:pt x="58561" y="197946"/>
                </a:lnTo>
                <a:lnTo>
                  <a:pt x="47780" y="200292"/>
                </a:lnTo>
                <a:lnTo>
                  <a:pt x="43801" y="208209"/>
                </a:lnTo>
                <a:lnTo>
                  <a:pt x="40189" y="223457"/>
                </a:lnTo>
                <a:lnTo>
                  <a:pt x="35078" y="226682"/>
                </a:lnTo>
                <a:lnTo>
                  <a:pt x="30490" y="22854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21">
            <a:extLst>
              <a:ext uri="{FF2B5EF4-FFF2-40B4-BE49-F238E27FC236}">
                <a16:creationId xmlns:a16="http://schemas.microsoft.com/office/drawing/2014/main" id="{D7E10983-22D8-B51C-1405-ECDDF2B0172B}"/>
              </a:ext>
            </a:extLst>
          </p:cNvPr>
          <p:cNvSpPr/>
          <p:nvPr/>
        </p:nvSpPr>
        <p:spPr>
          <a:xfrm>
            <a:off x="2208536" y="1246313"/>
            <a:ext cx="272268" cy="482570"/>
          </a:xfrm>
          <a:custGeom>
            <a:avLst/>
            <a:gdLst/>
            <a:ahLst/>
            <a:cxnLst/>
            <a:rect l="0" t="0" r="0" b="0"/>
            <a:pathLst>
              <a:path w="154074" h="273082">
                <a:moveTo>
                  <a:pt x="151091" y="65407"/>
                </a:moveTo>
                <a:lnTo>
                  <a:pt x="154074" y="133210"/>
                </a:lnTo>
                <a:lnTo>
                  <a:pt x="141169" y="132017"/>
                </a:lnTo>
                <a:lnTo>
                  <a:pt x="134703" y="144595"/>
                </a:lnTo>
                <a:lnTo>
                  <a:pt x="131025" y="155142"/>
                </a:lnTo>
                <a:lnTo>
                  <a:pt x="134243" y="159133"/>
                </a:lnTo>
                <a:lnTo>
                  <a:pt x="129453" y="164371"/>
                </a:lnTo>
                <a:lnTo>
                  <a:pt x="131314" y="171445"/>
                </a:lnTo>
                <a:lnTo>
                  <a:pt x="127596" y="178566"/>
                </a:lnTo>
                <a:lnTo>
                  <a:pt x="126220" y="184839"/>
                </a:lnTo>
                <a:lnTo>
                  <a:pt x="131461" y="183850"/>
                </a:lnTo>
                <a:lnTo>
                  <a:pt x="134741" y="190440"/>
                </a:lnTo>
                <a:lnTo>
                  <a:pt x="135108" y="200362"/>
                </a:lnTo>
                <a:lnTo>
                  <a:pt x="140719" y="205397"/>
                </a:lnTo>
                <a:lnTo>
                  <a:pt x="140617" y="209534"/>
                </a:lnTo>
                <a:lnTo>
                  <a:pt x="131172" y="212446"/>
                </a:lnTo>
                <a:lnTo>
                  <a:pt x="123679" y="219361"/>
                </a:lnTo>
                <a:lnTo>
                  <a:pt x="113115" y="237997"/>
                </a:lnTo>
                <a:lnTo>
                  <a:pt x="99081" y="245910"/>
                </a:lnTo>
                <a:lnTo>
                  <a:pt x="84552" y="244849"/>
                </a:lnTo>
                <a:lnTo>
                  <a:pt x="80334" y="246419"/>
                </a:lnTo>
                <a:lnTo>
                  <a:pt x="81895" y="252432"/>
                </a:lnTo>
                <a:lnTo>
                  <a:pt x="74123" y="258403"/>
                </a:lnTo>
                <a:lnTo>
                  <a:pt x="67809" y="265071"/>
                </a:lnTo>
                <a:lnTo>
                  <a:pt x="48933" y="271606"/>
                </a:lnTo>
                <a:lnTo>
                  <a:pt x="45139" y="267738"/>
                </a:lnTo>
                <a:lnTo>
                  <a:pt x="42644" y="267404"/>
                </a:lnTo>
                <a:lnTo>
                  <a:pt x="39911" y="271798"/>
                </a:lnTo>
                <a:lnTo>
                  <a:pt x="27482" y="273082"/>
                </a:lnTo>
                <a:lnTo>
                  <a:pt x="29799" y="268455"/>
                </a:lnTo>
                <a:lnTo>
                  <a:pt x="24951" y="256681"/>
                </a:lnTo>
                <a:lnTo>
                  <a:pt x="22766" y="249610"/>
                </a:lnTo>
                <a:lnTo>
                  <a:pt x="16191" y="246710"/>
                </a:lnTo>
                <a:lnTo>
                  <a:pt x="7225" y="236742"/>
                </a:lnTo>
                <a:lnTo>
                  <a:pt x="10407" y="228682"/>
                </a:lnTo>
                <a:lnTo>
                  <a:pt x="17270" y="230397"/>
                </a:lnTo>
                <a:lnTo>
                  <a:pt x="21494" y="229181"/>
                </a:lnTo>
                <a:lnTo>
                  <a:pt x="29885" y="229348"/>
                </a:lnTo>
                <a:lnTo>
                  <a:pt x="21531" y="213822"/>
                </a:lnTo>
                <a:lnTo>
                  <a:pt x="21939" y="202476"/>
                </a:lnTo>
                <a:lnTo>
                  <a:pt x="20786" y="191144"/>
                </a:lnTo>
                <a:lnTo>
                  <a:pt x="14677" y="180206"/>
                </a:lnTo>
                <a:lnTo>
                  <a:pt x="16056" y="172161"/>
                </a:lnTo>
                <a:lnTo>
                  <a:pt x="6451" y="171768"/>
                </a:lnTo>
                <a:lnTo>
                  <a:pt x="6321" y="160781"/>
                </a:lnTo>
                <a:lnTo>
                  <a:pt x="0" y="154453"/>
                </a:lnTo>
                <a:lnTo>
                  <a:pt x="6078" y="131954"/>
                </a:lnTo>
                <a:lnTo>
                  <a:pt x="24793" y="115848"/>
                </a:lnTo>
                <a:lnTo>
                  <a:pt x="25108" y="93633"/>
                </a:lnTo>
                <a:lnTo>
                  <a:pt x="30046" y="58972"/>
                </a:lnTo>
                <a:lnTo>
                  <a:pt x="33097" y="51620"/>
                </a:lnTo>
                <a:lnTo>
                  <a:pt x="26799" y="45764"/>
                </a:lnTo>
                <a:lnTo>
                  <a:pt x="26435" y="40332"/>
                </a:lnTo>
                <a:lnTo>
                  <a:pt x="20799" y="35890"/>
                </a:lnTo>
                <a:lnTo>
                  <a:pt x="16550" y="9339"/>
                </a:lnTo>
                <a:lnTo>
                  <a:pt x="31191" y="0"/>
                </a:lnTo>
                <a:lnTo>
                  <a:pt x="90973" y="3270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26">
            <a:extLst>
              <a:ext uri="{FF2B5EF4-FFF2-40B4-BE49-F238E27FC236}">
                <a16:creationId xmlns:a16="http://schemas.microsoft.com/office/drawing/2014/main" id="{905E7B9B-AD66-BEE8-B410-549DC68E877D}"/>
              </a:ext>
            </a:extLst>
          </p:cNvPr>
          <p:cNvSpPr/>
          <p:nvPr/>
        </p:nvSpPr>
        <p:spPr>
          <a:xfrm>
            <a:off x="2790481" y="3204667"/>
            <a:ext cx="200751" cy="204158"/>
          </a:xfrm>
          <a:custGeom>
            <a:avLst/>
            <a:gdLst/>
            <a:ahLst/>
            <a:cxnLst/>
            <a:rect l="0" t="0" r="0" b="0"/>
            <a:pathLst>
              <a:path w="113603" h="115531">
                <a:moveTo>
                  <a:pt x="84603" y="115187"/>
                </a:moveTo>
                <a:lnTo>
                  <a:pt x="76839" y="113480"/>
                </a:lnTo>
                <a:lnTo>
                  <a:pt x="71766" y="115531"/>
                </a:lnTo>
                <a:lnTo>
                  <a:pt x="64760" y="112637"/>
                </a:lnTo>
                <a:lnTo>
                  <a:pt x="58761" y="112451"/>
                </a:lnTo>
                <a:lnTo>
                  <a:pt x="49691" y="104733"/>
                </a:lnTo>
                <a:lnTo>
                  <a:pt x="38376" y="102111"/>
                </a:lnTo>
                <a:lnTo>
                  <a:pt x="34481" y="91279"/>
                </a:lnTo>
                <a:lnTo>
                  <a:pt x="34694" y="85254"/>
                </a:lnTo>
                <a:lnTo>
                  <a:pt x="28427" y="83417"/>
                </a:lnTo>
                <a:lnTo>
                  <a:pt x="12392" y="64654"/>
                </a:lnTo>
                <a:lnTo>
                  <a:pt x="8100" y="54770"/>
                </a:lnTo>
                <a:lnTo>
                  <a:pt x="5225" y="51723"/>
                </a:lnTo>
                <a:lnTo>
                  <a:pt x="0" y="38068"/>
                </a:lnTo>
                <a:lnTo>
                  <a:pt x="16557" y="39938"/>
                </a:lnTo>
                <a:lnTo>
                  <a:pt x="21314" y="41905"/>
                </a:lnTo>
                <a:lnTo>
                  <a:pt x="26350" y="41509"/>
                </a:lnTo>
                <a:lnTo>
                  <a:pt x="35014" y="30455"/>
                </a:lnTo>
                <a:lnTo>
                  <a:pt x="48504" y="16407"/>
                </a:lnTo>
                <a:lnTo>
                  <a:pt x="53891" y="15064"/>
                </a:lnTo>
                <a:lnTo>
                  <a:pt x="55928" y="9142"/>
                </a:lnTo>
                <a:lnTo>
                  <a:pt x="64677" y="2338"/>
                </a:lnTo>
                <a:lnTo>
                  <a:pt x="76069" y="0"/>
                </a:lnTo>
                <a:lnTo>
                  <a:pt x="76791" y="6371"/>
                </a:lnTo>
                <a:lnTo>
                  <a:pt x="89248" y="6032"/>
                </a:lnTo>
                <a:lnTo>
                  <a:pt x="96015" y="9636"/>
                </a:lnTo>
                <a:lnTo>
                  <a:pt x="99054" y="13863"/>
                </a:lnTo>
                <a:lnTo>
                  <a:pt x="106101" y="15104"/>
                </a:lnTo>
                <a:lnTo>
                  <a:pt x="113603" y="20592"/>
                </a:lnTo>
                <a:lnTo>
                  <a:pt x="112650" y="42210"/>
                </a:lnTo>
                <a:lnTo>
                  <a:pt x="109195" y="54047"/>
                </a:lnTo>
                <a:lnTo>
                  <a:pt x="107949" y="66812"/>
                </a:lnTo>
                <a:lnTo>
                  <a:pt x="110089" y="71871"/>
                </a:lnTo>
                <a:lnTo>
                  <a:pt x="107928" y="81927"/>
                </a:lnTo>
                <a:lnTo>
                  <a:pt x="105616" y="83481"/>
                </a:lnTo>
                <a:lnTo>
                  <a:pt x="101117" y="9580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27">
            <a:extLst>
              <a:ext uri="{FF2B5EF4-FFF2-40B4-BE49-F238E27FC236}">
                <a16:creationId xmlns:a16="http://schemas.microsoft.com/office/drawing/2014/main" id="{F69C9567-45F1-0F3D-96FE-5AB18E033A00}"/>
              </a:ext>
            </a:extLst>
          </p:cNvPr>
          <p:cNvSpPr/>
          <p:nvPr/>
        </p:nvSpPr>
        <p:spPr>
          <a:xfrm>
            <a:off x="2367239" y="2486003"/>
            <a:ext cx="251555" cy="276679"/>
          </a:xfrm>
          <a:custGeom>
            <a:avLst/>
            <a:gdLst/>
            <a:ahLst/>
            <a:cxnLst/>
            <a:rect l="0" t="0" r="0" b="0"/>
            <a:pathLst>
              <a:path w="142353" h="156571">
                <a:moveTo>
                  <a:pt x="142353" y="75659"/>
                </a:moveTo>
                <a:lnTo>
                  <a:pt x="120899" y="88238"/>
                </a:lnTo>
                <a:lnTo>
                  <a:pt x="107086" y="100990"/>
                </a:lnTo>
                <a:lnTo>
                  <a:pt x="101651" y="112372"/>
                </a:lnTo>
                <a:lnTo>
                  <a:pt x="96922" y="118788"/>
                </a:lnTo>
                <a:lnTo>
                  <a:pt x="88862" y="120155"/>
                </a:lnTo>
                <a:lnTo>
                  <a:pt x="85882" y="128327"/>
                </a:lnTo>
                <a:lnTo>
                  <a:pt x="84131" y="133655"/>
                </a:lnTo>
                <a:lnTo>
                  <a:pt x="74554" y="137632"/>
                </a:lnTo>
                <a:lnTo>
                  <a:pt x="62666" y="136787"/>
                </a:lnTo>
                <a:lnTo>
                  <a:pt x="55889" y="132004"/>
                </a:lnTo>
                <a:lnTo>
                  <a:pt x="49801" y="129930"/>
                </a:lnTo>
                <a:lnTo>
                  <a:pt x="42466" y="133888"/>
                </a:lnTo>
                <a:lnTo>
                  <a:pt x="38505" y="142069"/>
                </a:lnTo>
                <a:lnTo>
                  <a:pt x="31332" y="147206"/>
                </a:lnTo>
                <a:lnTo>
                  <a:pt x="23660" y="154828"/>
                </a:lnTo>
                <a:lnTo>
                  <a:pt x="13108" y="156571"/>
                </a:lnTo>
                <a:lnTo>
                  <a:pt x="10114" y="150574"/>
                </a:lnTo>
                <a:lnTo>
                  <a:pt x="11913" y="140168"/>
                </a:lnTo>
                <a:lnTo>
                  <a:pt x="3868" y="123939"/>
                </a:lnTo>
                <a:lnTo>
                  <a:pt x="0" y="121375"/>
                </a:lnTo>
                <a:lnTo>
                  <a:pt x="1663" y="71523"/>
                </a:lnTo>
                <a:lnTo>
                  <a:pt x="16243" y="70928"/>
                </a:lnTo>
                <a:lnTo>
                  <a:pt x="18566" y="10084"/>
                </a:lnTo>
                <a:lnTo>
                  <a:pt x="29648" y="9519"/>
                </a:lnTo>
                <a:lnTo>
                  <a:pt x="52763" y="3539"/>
                </a:lnTo>
                <a:lnTo>
                  <a:pt x="58210" y="10580"/>
                </a:lnTo>
                <a:lnTo>
                  <a:pt x="67929" y="3886"/>
                </a:lnTo>
                <a:lnTo>
                  <a:pt x="72442" y="3848"/>
                </a:lnTo>
                <a:lnTo>
                  <a:pt x="80962" y="0"/>
                </a:lnTo>
                <a:lnTo>
                  <a:pt x="83592" y="1276"/>
                </a:lnTo>
                <a:lnTo>
                  <a:pt x="88817" y="14931"/>
                </a:lnTo>
                <a:lnTo>
                  <a:pt x="91693" y="17978"/>
                </a:lnTo>
                <a:lnTo>
                  <a:pt x="95984" y="27863"/>
                </a:lnTo>
                <a:lnTo>
                  <a:pt x="112019" y="46625"/>
                </a:lnTo>
                <a:lnTo>
                  <a:pt x="118286" y="48462"/>
                </a:lnTo>
                <a:lnTo>
                  <a:pt x="118074" y="54487"/>
                </a:lnTo>
                <a:lnTo>
                  <a:pt x="121968" y="65319"/>
                </a:lnTo>
                <a:lnTo>
                  <a:pt x="133283" y="6794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28">
            <a:extLst>
              <a:ext uri="{FF2B5EF4-FFF2-40B4-BE49-F238E27FC236}">
                <a16:creationId xmlns:a16="http://schemas.microsoft.com/office/drawing/2014/main" id="{258ADEB3-EF2E-1096-D04B-9693A5B52927}"/>
              </a:ext>
            </a:extLst>
          </p:cNvPr>
          <p:cNvSpPr/>
          <p:nvPr/>
        </p:nvSpPr>
        <p:spPr>
          <a:xfrm>
            <a:off x="2159499" y="2464256"/>
            <a:ext cx="350809" cy="365340"/>
          </a:xfrm>
          <a:custGeom>
            <a:avLst/>
            <a:gdLst/>
            <a:ahLst/>
            <a:cxnLst/>
            <a:rect l="0" t="0" r="0" b="0"/>
            <a:pathLst>
              <a:path w="198520" h="206743">
                <a:moveTo>
                  <a:pt x="117557" y="133681"/>
                </a:moveTo>
                <a:lnTo>
                  <a:pt x="114836" y="196761"/>
                </a:lnTo>
                <a:lnTo>
                  <a:pt x="101434" y="205496"/>
                </a:lnTo>
                <a:lnTo>
                  <a:pt x="93569" y="206743"/>
                </a:lnTo>
                <a:lnTo>
                  <a:pt x="84580" y="203513"/>
                </a:lnTo>
                <a:lnTo>
                  <a:pt x="78113" y="202268"/>
                </a:lnTo>
                <a:lnTo>
                  <a:pt x="75973" y="194965"/>
                </a:lnTo>
                <a:lnTo>
                  <a:pt x="70414" y="190288"/>
                </a:lnTo>
                <a:lnTo>
                  <a:pt x="63100" y="198736"/>
                </a:lnTo>
                <a:lnTo>
                  <a:pt x="52773" y="185832"/>
                </a:lnTo>
                <a:lnTo>
                  <a:pt x="47503" y="173359"/>
                </a:lnTo>
                <a:lnTo>
                  <a:pt x="44815" y="156731"/>
                </a:lnTo>
                <a:lnTo>
                  <a:pt x="41574" y="144357"/>
                </a:lnTo>
                <a:lnTo>
                  <a:pt x="37357" y="118056"/>
                </a:lnTo>
                <a:lnTo>
                  <a:pt x="37517" y="97622"/>
                </a:lnTo>
                <a:lnTo>
                  <a:pt x="35840" y="88305"/>
                </a:lnTo>
                <a:lnTo>
                  <a:pt x="30246" y="81265"/>
                </a:lnTo>
                <a:lnTo>
                  <a:pt x="22905" y="67152"/>
                </a:lnTo>
                <a:lnTo>
                  <a:pt x="15517" y="46661"/>
                </a:lnTo>
                <a:lnTo>
                  <a:pt x="12479" y="35937"/>
                </a:lnTo>
                <a:lnTo>
                  <a:pt x="686" y="19263"/>
                </a:lnTo>
                <a:lnTo>
                  <a:pt x="0" y="6158"/>
                </a:lnTo>
                <a:lnTo>
                  <a:pt x="7219" y="2909"/>
                </a:lnTo>
                <a:lnTo>
                  <a:pt x="16184" y="0"/>
                </a:lnTo>
                <a:lnTo>
                  <a:pt x="25830" y="510"/>
                </a:lnTo>
                <a:lnTo>
                  <a:pt x="34559" y="8233"/>
                </a:lnTo>
                <a:lnTo>
                  <a:pt x="36833" y="7033"/>
                </a:lnTo>
                <a:lnTo>
                  <a:pt x="97190" y="6296"/>
                </a:lnTo>
                <a:lnTo>
                  <a:pt x="107287" y="14480"/>
                </a:lnTo>
                <a:lnTo>
                  <a:pt x="143225" y="16897"/>
                </a:lnTo>
                <a:lnTo>
                  <a:pt x="170785" y="9936"/>
                </a:lnTo>
                <a:lnTo>
                  <a:pt x="183100" y="6055"/>
                </a:lnTo>
                <a:lnTo>
                  <a:pt x="192720" y="7038"/>
                </a:lnTo>
                <a:lnTo>
                  <a:pt x="198458" y="10888"/>
                </a:lnTo>
                <a:lnTo>
                  <a:pt x="198520" y="12306"/>
                </a:lnTo>
                <a:lnTo>
                  <a:pt x="189999" y="16154"/>
                </a:lnTo>
                <a:lnTo>
                  <a:pt x="185487" y="16192"/>
                </a:lnTo>
                <a:lnTo>
                  <a:pt x="175768" y="22886"/>
                </a:lnTo>
                <a:lnTo>
                  <a:pt x="170321" y="15845"/>
                </a:lnTo>
                <a:lnTo>
                  <a:pt x="147205" y="21825"/>
                </a:lnTo>
                <a:lnTo>
                  <a:pt x="136123" y="22390"/>
                </a:lnTo>
                <a:lnTo>
                  <a:pt x="133801" y="83234"/>
                </a:lnTo>
                <a:lnTo>
                  <a:pt x="119221" y="8382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g29">
            <a:extLst>
              <a:ext uri="{FF2B5EF4-FFF2-40B4-BE49-F238E27FC236}">
                <a16:creationId xmlns:a16="http://schemas.microsoft.com/office/drawing/2014/main" id="{AB660237-792F-9664-FEA7-26D368F0F1F2}"/>
              </a:ext>
            </a:extLst>
          </p:cNvPr>
          <p:cNvSpPr/>
          <p:nvPr/>
        </p:nvSpPr>
        <p:spPr>
          <a:xfrm>
            <a:off x="1385412" y="1451911"/>
            <a:ext cx="161854" cy="128767"/>
          </a:xfrm>
          <a:custGeom>
            <a:avLst/>
            <a:gdLst/>
            <a:ahLst/>
            <a:cxnLst/>
            <a:rect l="0" t="0" r="0" b="0"/>
            <a:pathLst>
              <a:path w="91592" h="72868">
                <a:moveTo>
                  <a:pt x="13258" y="51298"/>
                </a:moveTo>
                <a:lnTo>
                  <a:pt x="7335" y="37999"/>
                </a:lnTo>
                <a:lnTo>
                  <a:pt x="0" y="31918"/>
                </a:lnTo>
                <a:lnTo>
                  <a:pt x="6638" y="28674"/>
                </a:lnTo>
                <a:lnTo>
                  <a:pt x="14120" y="16683"/>
                </a:lnTo>
                <a:lnTo>
                  <a:pt x="17852" y="7912"/>
                </a:lnTo>
                <a:lnTo>
                  <a:pt x="23074" y="2435"/>
                </a:lnTo>
                <a:lnTo>
                  <a:pt x="30452" y="3910"/>
                </a:lnTo>
                <a:lnTo>
                  <a:pt x="37801" y="187"/>
                </a:lnTo>
                <a:lnTo>
                  <a:pt x="46126" y="0"/>
                </a:lnTo>
                <a:lnTo>
                  <a:pt x="53153" y="5020"/>
                </a:lnTo>
                <a:lnTo>
                  <a:pt x="62971" y="9545"/>
                </a:lnTo>
                <a:lnTo>
                  <a:pt x="71792" y="22111"/>
                </a:lnTo>
                <a:lnTo>
                  <a:pt x="81475" y="33843"/>
                </a:lnTo>
                <a:lnTo>
                  <a:pt x="82016" y="44469"/>
                </a:lnTo>
                <a:lnTo>
                  <a:pt x="84841" y="54251"/>
                </a:lnTo>
                <a:lnTo>
                  <a:pt x="90387" y="59048"/>
                </a:lnTo>
                <a:lnTo>
                  <a:pt x="91592" y="65653"/>
                </a:lnTo>
                <a:lnTo>
                  <a:pt x="90843" y="70974"/>
                </a:lnTo>
                <a:lnTo>
                  <a:pt x="88670" y="71937"/>
                </a:lnTo>
                <a:lnTo>
                  <a:pt x="80515" y="70587"/>
                </a:lnTo>
                <a:lnTo>
                  <a:pt x="79368" y="72486"/>
                </a:lnTo>
                <a:lnTo>
                  <a:pt x="76060" y="72868"/>
                </a:lnTo>
                <a:lnTo>
                  <a:pt x="65341" y="68704"/>
                </a:lnTo>
                <a:lnTo>
                  <a:pt x="58112" y="68528"/>
                </a:lnTo>
                <a:lnTo>
                  <a:pt x="30437" y="67811"/>
                </a:lnTo>
                <a:lnTo>
                  <a:pt x="26391" y="69734"/>
                </a:lnTo>
                <a:lnTo>
                  <a:pt x="21438" y="69184"/>
                </a:lnTo>
                <a:lnTo>
                  <a:pt x="13458" y="71967"/>
                </a:lnTo>
                <a:lnTo>
                  <a:pt x="11214" y="58874"/>
                </a:lnTo>
                <a:lnTo>
                  <a:pt x="24836" y="59234"/>
                </a:lnTo>
                <a:lnTo>
                  <a:pt x="28472" y="56842"/>
                </a:lnTo>
                <a:lnTo>
                  <a:pt x="31157" y="56702"/>
                </a:lnTo>
                <a:lnTo>
                  <a:pt x="36767" y="52757"/>
                </a:lnTo>
                <a:lnTo>
                  <a:pt x="43132" y="56366"/>
                </a:lnTo>
                <a:lnTo>
                  <a:pt x="49632" y="56667"/>
                </a:lnTo>
                <a:lnTo>
                  <a:pt x="56165" y="52833"/>
                </a:lnTo>
                <a:lnTo>
                  <a:pt x="53215" y="47897"/>
                </a:lnTo>
                <a:lnTo>
                  <a:pt x="48238" y="50773"/>
                </a:lnTo>
                <a:lnTo>
                  <a:pt x="43595" y="50693"/>
                </a:lnTo>
                <a:lnTo>
                  <a:pt x="37757" y="46489"/>
                </a:lnTo>
                <a:lnTo>
                  <a:pt x="33010" y="46764"/>
                </a:lnTo>
                <a:lnTo>
                  <a:pt x="29564" y="5080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g30">
            <a:extLst>
              <a:ext uri="{FF2B5EF4-FFF2-40B4-BE49-F238E27FC236}">
                <a16:creationId xmlns:a16="http://schemas.microsoft.com/office/drawing/2014/main" id="{8199EA70-F481-D287-2796-12F23121A62C}"/>
              </a:ext>
            </a:extLst>
          </p:cNvPr>
          <p:cNvSpPr/>
          <p:nvPr/>
        </p:nvSpPr>
        <p:spPr>
          <a:xfrm>
            <a:off x="1529390" y="1199085"/>
            <a:ext cx="433838" cy="449077"/>
          </a:xfrm>
          <a:custGeom>
            <a:avLst/>
            <a:gdLst/>
            <a:ahLst/>
            <a:cxnLst/>
            <a:rect l="0" t="0" r="0" b="0"/>
            <a:pathLst>
              <a:path w="245505" h="254129">
                <a:moveTo>
                  <a:pt x="9368" y="214047"/>
                </a:moveTo>
                <a:lnTo>
                  <a:pt x="10116" y="208726"/>
                </a:lnTo>
                <a:lnTo>
                  <a:pt x="8911" y="202121"/>
                </a:lnTo>
                <a:lnTo>
                  <a:pt x="3365" y="197323"/>
                </a:lnTo>
                <a:lnTo>
                  <a:pt x="540" y="187542"/>
                </a:lnTo>
                <a:lnTo>
                  <a:pt x="0" y="176916"/>
                </a:lnTo>
                <a:lnTo>
                  <a:pt x="5072" y="173803"/>
                </a:lnTo>
                <a:lnTo>
                  <a:pt x="7726" y="163741"/>
                </a:lnTo>
                <a:lnTo>
                  <a:pt x="12464" y="163347"/>
                </a:lnTo>
                <a:lnTo>
                  <a:pt x="22826" y="168104"/>
                </a:lnTo>
                <a:lnTo>
                  <a:pt x="31290" y="164727"/>
                </a:lnTo>
                <a:lnTo>
                  <a:pt x="37049" y="165860"/>
                </a:lnTo>
                <a:lnTo>
                  <a:pt x="39334" y="162062"/>
                </a:lnTo>
                <a:lnTo>
                  <a:pt x="99231" y="161802"/>
                </a:lnTo>
                <a:lnTo>
                  <a:pt x="102633" y="149843"/>
                </a:lnTo>
                <a:lnTo>
                  <a:pt x="100065" y="147738"/>
                </a:lnTo>
                <a:lnTo>
                  <a:pt x="93499" y="74022"/>
                </a:lnTo>
                <a:lnTo>
                  <a:pt x="87136" y="307"/>
                </a:lnTo>
                <a:lnTo>
                  <a:pt x="109610" y="0"/>
                </a:lnTo>
                <a:lnTo>
                  <a:pt x="159034" y="37267"/>
                </a:lnTo>
                <a:lnTo>
                  <a:pt x="208884" y="74535"/>
                </a:lnTo>
                <a:lnTo>
                  <a:pt x="212429" y="82539"/>
                </a:lnTo>
                <a:lnTo>
                  <a:pt x="221673" y="87424"/>
                </a:lnTo>
                <a:lnTo>
                  <a:pt x="228550" y="90203"/>
                </a:lnTo>
                <a:lnTo>
                  <a:pt x="228770" y="101070"/>
                </a:lnTo>
                <a:lnTo>
                  <a:pt x="245226" y="99397"/>
                </a:lnTo>
                <a:lnTo>
                  <a:pt x="245505" y="138734"/>
                </a:lnTo>
                <a:lnTo>
                  <a:pt x="237417" y="150143"/>
                </a:lnTo>
                <a:lnTo>
                  <a:pt x="236196" y="160668"/>
                </a:lnTo>
                <a:lnTo>
                  <a:pt x="222947" y="163376"/>
                </a:lnTo>
                <a:lnTo>
                  <a:pt x="202580" y="164845"/>
                </a:lnTo>
                <a:lnTo>
                  <a:pt x="197067" y="170915"/>
                </a:lnTo>
                <a:lnTo>
                  <a:pt x="187493" y="171586"/>
                </a:lnTo>
                <a:lnTo>
                  <a:pt x="177915" y="171664"/>
                </a:lnTo>
                <a:lnTo>
                  <a:pt x="174188" y="168387"/>
                </a:lnTo>
                <a:lnTo>
                  <a:pt x="165963" y="170819"/>
                </a:lnTo>
                <a:lnTo>
                  <a:pt x="151985" y="177904"/>
                </a:lnTo>
                <a:lnTo>
                  <a:pt x="149120" y="183243"/>
                </a:lnTo>
                <a:lnTo>
                  <a:pt x="137494" y="190900"/>
                </a:lnTo>
                <a:lnTo>
                  <a:pt x="135445" y="195287"/>
                </a:lnTo>
                <a:lnTo>
                  <a:pt x="129160" y="198765"/>
                </a:lnTo>
                <a:lnTo>
                  <a:pt x="121931" y="196462"/>
                </a:lnTo>
                <a:lnTo>
                  <a:pt x="117811" y="200631"/>
                </a:lnTo>
                <a:lnTo>
                  <a:pt x="115563" y="212345"/>
                </a:lnTo>
                <a:lnTo>
                  <a:pt x="103603" y="226501"/>
                </a:lnTo>
                <a:lnTo>
                  <a:pt x="103923" y="232286"/>
                </a:lnTo>
                <a:lnTo>
                  <a:pt x="99800" y="239526"/>
                </a:lnTo>
                <a:lnTo>
                  <a:pt x="100751" y="249442"/>
                </a:lnTo>
                <a:lnTo>
                  <a:pt x="94545" y="251973"/>
                </a:lnTo>
                <a:lnTo>
                  <a:pt x="91029" y="254129"/>
                </a:lnTo>
                <a:lnTo>
                  <a:pt x="88739" y="246823"/>
                </a:lnTo>
                <a:lnTo>
                  <a:pt x="84395" y="248749"/>
                </a:lnTo>
                <a:lnTo>
                  <a:pt x="81807" y="248416"/>
                </a:lnTo>
                <a:lnTo>
                  <a:pt x="79018" y="253400"/>
                </a:lnTo>
                <a:lnTo>
                  <a:pt x="67422" y="253260"/>
                </a:lnTo>
                <a:lnTo>
                  <a:pt x="63280" y="250695"/>
                </a:lnTo>
                <a:lnTo>
                  <a:pt x="61313" y="252247"/>
                </a:lnTo>
                <a:lnTo>
                  <a:pt x="56758" y="247323"/>
                </a:lnTo>
                <a:lnTo>
                  <a:pt x="57587" y="242236"/>
                </a:lnTo>
                <a:lnTo>
                  <a:pt x="55725" y="240244"/>
                </a:lnTo>
                <a:lnTo>
                  <a:pt x="52517" y="241924"/>
                </a:lnTo>
                <a:lnTo>
                  <a:pt x="53141" y="236367"/>
                </a:lnTo>
                <a:lnTo>
                  <a:pt x="56248" y="231970"/>
                </a:lnTo>
                <a:lnTo>
                  <a:pt x="50155" y="224815"/>
                </a:lnTo>
                <a:lnTo>
                  <a:pt x="48406" y="220104"/>
                </a:lnTo>
                <a:lnTo>
                  <a:pt x="45107" y="216351"/>
                </a:lnTo>
                <a:lnTo>
                  <a:pt x="42111" y="215903"/>
                </a:lnTo>
                <a:lnTo>
                  <a:pt x="38489" y="218295"/>
                </a:lnTo>
                <a:lnTo>
                  <a:pt x="33626" y="220580"/>
                </a:lnTo>
                <a:lnTo>
                  <a:pt x="29482" y="224276"/>
                </a:lnTo>
                <a:lnTo>
                  <a:pt x="23077" y="222912"/>
                </a:lnTo>
                <a:lnTo>
                  <a:pt x="18958" y="218575"/>
                </a:lnTo>
                <a:lnTo>
                  <a:pt x="16480" y="218005"/>
                </a:lnTo>
                <a:lnTo>
                  <a:pt x="12545" y="220281"/>
                </a:lnTo>
                <a:lnTo>
                  <a:pt x="10167" y="22030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g31">
            <a:extLst>
              <a:ext uri="{FF2B5EF4-FFF2-40B4-BE49-F238E27FC236}">
                <a16:creationId xmlns:a16="http://schemas.microsoft.com/office/drawing/2014/main" id="{4E5FDCAD-1533-12AB-A0FC-D27AAA41BDAF}"/>
              </a:ext>
            </a:extLst>
          </p:cNvPr>
          <p:cNvSpPr/>
          <p:nvPr/>
        </p:nvSpPr>
        <p:spPr>
          <a:xfrm>
            <a:off x="1404722" y="1126010"/>
            <a:ext cx="318362" cy="385707"/>
          </a:xfrm>
          <a:custGeom>
            <a:avLst/>
            <a:gdLst/>
            <a:ahLst/>
            <a:cxnLst/>
            <a:rect l="0" t="0" r="0" b="0"/>
            <a:pathLst>
              <a:path w="180158" h="218268">
                <a:moveTo>
                  <a:pt x="0" y="109244"/>
                </a:moveTo>
                <a:lnTo>
                  <a:pt x="3373" y="103546"/>
                </a:lnTo>
                <a:lnTo>
                  <a:pt x="61273" y="103653"/>
                </a:lnTo>
                <a:lnTo>
                  <a:pt x="58974" y="78985"/>
                </a:lnTo>
                <a:lnTo>
                  <a:pt x="62766" y="70212"/>
                </a:lnTo>
                <a:lnTo>
                  <a:pt x="76601" y="68679"/>
                </a:lnTo>
                <a:lnTo>
                  <a:pt x="77096" y="24976"/>
                </a:lnTo>
                <a:lnTo>
                  <a:pt x="125161" y="25869"/>
                </a:lnTo>
                <a:lnTo>
                  <a:pt x="125689" y="0"/>
                </a:lnTo>
                <a:lnTo>
                  <a:pt x="180158" y="41351"/>
                </a:lnTo>
                <a:lnTo>
                  <a:pt x="157685" y="41659"/>
                </a:lnTo>
                <a:lnTo>
                  <a:pt x="164048" y="115374"/>
                </a:lnTo>
                <a:lnTo>
                  <a:pt x="170613" y="189090"/>
                </a:lnTo>
                <a:lnTo>
                  <a:pt x="173182" y="191195"/>
                </a:lnTo>
                <a:lnTo>
                  <a:pt x="169780" y="203154"/>
                </a:lnTo>
                <a:lnTo>
                  <a:pt x="109882" y="203414"/>
                </a:lnTo>
                <a:lnTo>
                  <a:pt x="107597" y="207212"/>
                </a:lnTo>
                <a:lnTo>
                  <a:pt x="101839" y="206078"/>
                </a:lnTo>
                <a:lnTo>
                  <a:pt x="93375" y="209456"/>
                </a:lnTo>
                <a:lnTo>
                  <a:pt x="83012" y="204699"/>
                </a:lnTo>
                <a:lnTo>
                  <a:pt x="78274" y="205093"/>
                </a:lnTo>
                <a:lnTo>
                  <a:pt x="75621" y="215155"/>
                </a:lnTo>
                <a:lnTo>
                  <a:pt x="70548" y="218268"/>
                </a:lnTo>
                <a:lnTo>
                  <a:pt x="60865" y="206536"/>
                </a:lnTo>
                <a:lnTo>
                  <a:pt x="52043" y="193970"/>
                </a:lnTo>
                <a:lnTo>
                  <a:pt x="42226" y="189445"/>
                </a:lnTo>
                <a:lnTo>
                  <a:pt x="35199" y="184424"/>
                </a:lnTo>
                <a:lnTo>
                  <a:pt x="26874" y="184612"/>
                </a:lnTo>
                <a:lnTo>
                  <a:pt x="19525" y="188334"/>
                </a:lnTo>
                <a:lnTo>
                  <a:pt x="12147" y="186860"/>
                </a:lnTo>
                <a:lnTo>
                  <a:pt x="6924" y="192336"/>
                </a:lnTo>
                <a:lnTo>
                  <a:pt x="5835" y="183132"/>
                </a:lnTo>
                <a:lnTo>
                  <a:pt x="10181" y="174711"/>
                </a:lnTo>
                <a:lnTo>
                  <a:pt x="12395" y="158629"/>
                </a:lnTo>
                <a:lnTo>
                  <a:pt x="11149" y="141749"/>
                </a:lnTo>
                <a:lnTo>
                  <a:pt x="9561" y="133258"/>
                </a:lnTo>
                <a:lnTo>
                  <a:pt x="11246" y="124740"/>
                </a:lnTo>
                <a:lnTo>
                  <a:pt x="7615" y="116621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32">
            <a:extLst>
              <a:ext uri="{FF2B5EF4-FFF2-40B4-BE49-F238E27FC236}">
                <a16:creationId xmlns:a16="http://schemas.microsoft.com/office/drawing/2014/main" id="{098D8A1C-CF41-61E8-9B90-1D1D7BAF54BE}"/>
              </a:ext>
            </a:extLst>
          </p:cNvPr>
          <p:cNvSpPr/>
          <p:nvPr/>
        </p:nvSpPr>
        <p:spPr>
          <a:xfrm>
            <a:off x="1871307" y="1583589"/>
            <a:ext cx="80222" cy="183922"/>
          </a:xfrm>
          <a:custGeom>
            <a:avLst/>
            <a:gdLst/>
            <a:ahLst/>
            <a:cxnLst/>
            <a:rect l="0" t="0" r="0" b="0"/>
            <a:pathLst>
              <a:path w="45397" h="104080">
                <a:moveTo>
                  <a:pt x="28935" y="102087"/>
                </a:moveTo>
                <a:lnTo>
                  <a:pt x="16492" y="104080"/>
                </a:lnTo>
                <a:lnTo>
                  <a:pt x="12774" y="92296"/>
                </a:lnTo>
                <a:lnTo>
                  <a:pt x="13421" y="53070"/>
                </a:lnTo>
                <a:lnTo>
                  <a:pt x="10390" y="49551"/>
                </a:lnTo>
                <a:lnTo>
                  <a:pt x="9810" y="41168"/>
                </a:lnTo>
                <a:lnTo>
                  <a:pt x="4589" y="35186"/>
                </a:lnTo>
                <a:lnTo>
                  <a:pt x="0" y="30144"/>
                </a:lnTo>
                <a:lnTo>
                  <a:pt x="1903" y="21150"/>
                </a:lnTo>
                <a:lnTo>
                  <a:pt x="7062" y="19217"/>
                </a:lnTo>
                <a:lnTo>
                  <a:pt x="10109" y="11750"/>
                </a:lnTo>
                <a:lnTo>
                  <a:pt x="17437" y="10154"/>
                </a:lnTo>
                <a:lnTo>
                  <a:pt x="20704" y="5047"/>
                </a:lnTo>
                <a:lnTo>
                  <a:pt x="25726" y="44"/>
                </a:lnTo>
                <a:lnTo>
                  <a:pt x="31098" y="0"/>
                </a:lnTo>
                <a:lnTo>
                  <a:pt x="42558" y="9829"/>
                </a:lnTo>
                <a:lnTo>
                  <a:pt x="41991" y="15504"/>
                </a:lnTo>
                <a:lnTo>
                  <a:pt x="45397" y="25636"/>
                </a:lnTo>
                <a:lnTo>
                  <a:pt x="42458" y="32512"/>
                </a:lnTo>
                <a:lnTo>
                  <a:pt x="44053" y="37106"/>
                </a:lnTo>
                <a:lnTo>
                  <a:pt x="36792" y="47680"/>
                </a:lnTo>
                <a:lnTo>
                  <a:pt x="32174" y="52916"/>
                </a:lnTo>
                <a:lnTo>
                  <a:pt x="29360" y="63690"/>
                </a:lnTo>
                <a:lnTo>
                  <a:pt x="29758" y="7455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g33">
            <a:extLst>
              <a:ext uri="{FF2B5EF4-FFF2-40B4-BE49-F238E27FC236}">
                <a16:creationId xmlns:a16="http://schemas.microsoft.com/office/drawing/2014/main" id="{2E1DF896-A0F6-39F2-2203-6749311064A0}"/>
              </a:ext>
            </a:extLst>
          </p:cNvPr>
          <p:cNvSpPr/>
          <p:nvPr/>
        </p:nvSpPr>
        <p:spPr>
          <a:xfrm>
            <a:off x="1858629" y="1244444"/>
            <a:ext cx="408392" cy="356514"/>
          </a:xfrm>
          <a:custGeom>
            <a:avLst/>
            <a:gdLst/>
            <a:ahLst/>
            <a:cxnLst/>
            <a:rect l="0" t="0" r="0" b="0"/>
            <a:pathLst>
              <a:path w="231106" h="201748">
                <a:moveTo>
                  <a:pt x="214560" y="10397"/>
                </a:moveTo>
                <a:lnTo>
                  <a:pt x="218808" y="36948"/>
                </a:lnTo>
                <a:lnTo>
                  <a:pt x="224445" y="41390"/>
                </a:lnTo>
                <a:lnTo>
                  <a:pt x="224809" y="46822"/>
                </a:lnTo>
                <a:lnTo>
                  <a:pt x="231106" y="52678"/>
                </a:lnTo>
                <a:lnTo>
                  <a:pt x="228055" y="60030"/>
                </a:lnTo>
                <a:lnTo>
                  <a:pt x="223117" y="94691"/>
                </a:lnTo>
                <a:lnTo>
                  <a:pt x="222802" y="116907"/>
                </a:lnTo>
                <a:lnTo>
                  <a:pt x="204087" y="133012"/>
                </a:lnTo>
                <a:lnTo>
                  <a:pt x="198009" y="155511"/>
                </a:lnTo>
                <a:lnTo>
                  <a:pt x="204331" y="161839"/>
                </a:lnTo>
                <a:lnTo>
                  <a:pt x="204460" y="172826"/>
                </a:lnTo>
                <a:lnTo>
                  <a:pt x="214065" y="173219"/>
                </a:lnTo>
                <a:lnTo>
                  <a:pt x="212686" y="181265"/>
                </a:lnTo>
                <a:lnTo>
                  <a:pt x="208472" y="182244"/>
                </a:lnTo>
                <a:lnTo>
                  <a:pt x="208064" y="187682"/>
                </a:lnTo>
                <a:lnTo>
                  <a:pt x="205282" y="188060"/>
                </a:lnTo>
                <a:lnTo>
                  <a:pt x="194895" y="169360"/>
                </a:lnTo>
                <a:lnTo>
                  <a:pt x="191374" y="168680"/>
                </a:lnTo>
                <a:lnTo>
                  <a:pt x="179793" y="178228"/>
                </a:lnTo>
                <a:lnTo>
                  <a:pt x="168141" y="173244"/>
                </a:lnTo>
                <a:lnTo>
                  <a:pt x="160073" y="172247"/>
                </a:lnTo>
                <a:lnTo>
                  <a:pt x="155780" y="174645"/>
                </a:lnTo>
                <a:lnTo>
                  <a:pt x="146999" y="174127"/>
                </a:lnTo>
                <a:lnTo>
                  <a:pt x="138238" y="181406"/>
                </a:lnTo>
                <a:lnTo>
                  <a:pt x="130603" y="181824"/>
                </a:lnTo>
                <a:lnTo>
                  <a:pt x="112407" y="172995"/>
                </a:lnTo>
                <a:lnTo>
                  <a:pt x="105344" y="177188"/>
                </a:lnTo>
                <a:lnTo>
                  <a:pt x="97701" y="176897"/>
                </a:lnTo>
                <a:lnTo>
                  <a:pt x="92044" y="170446"/>
                </a:lnTo>
                <a:lnTo>
                  <a:pt x="77005" y="164072"/>
                </a:lnTo>
                <a:lnTo>
                  <a:pt x="60938" y="166095"/>
                </a:lnTo>
                <a:lnTo>
                  <a:pt x="57058" y="169789"/>
                </a:lnTo>
                <a:lnTo>
                  <a:pt x="54992" y="179613"/>
                </a:lnTo>
                <a:lnTo>
                  <a:pt x="50724" y="186500"/>
                </a:lnTo>
                <a:lnTo>
                  <a:pt x="49734" y="201748"/>
                </a:lnTo>
                <a:lnTo>
                  <a:pt x="38274" y="191919"/>
                </a:lnTo>
                <a:lnTo>
                  <a:pt x="32901" y="191963"/>
                </a:lnTo>
                <a:lnTo>
                  <a:pt x="27880" y="196966"/>
                </a:lnTo>
                <a:lnTo>
                  <a:pt x="28195" y="185268"/>
                </a:lnTo>
                <a:lnTo>
                  <a:pt x="10918" y="181394"/>
                </a:lnTo>
                <a:lnTo>
                  <a:pt x="10445" y="173128"/>
                </a:lnTo>
                <a:lnTo>
                  <a:pt x="2011" y="161975"/>
                </a:lnTo>
                <a:lnTo>
                  <a:pt x="0" y="154195"/>
                </a:lnTo>
                <a:lnTo>
                  <a:pt x="1180" y="145916"/>
                </a:lnTo>
                <a:lnTo>
                  <a:pt x="10754" y="145245"/>
                </a:lnTo>
                <a:lnTo>
                  <a:pt x="16267" y="139175"/>
                </a:lnTo>
                <a:lnTo>
                  <a:pt x="36634" y="137707"/>
                </a:lnTo>
                <a:lnTo>
                  <a:pt x="49883" y="134998"/>
                </a:lnTo>
                <a:lnTo>
                  <a:pt x="51104" y="124474"/>
                </a:lnTo>
                <a:lnTo>
                  <a:pt x="59193" y="113065"/>
                </a:lnTo>
                <a:lnTo>
                  <a:pt x="58913" y="73728"/>
                </a:lnTo>
                <a:lnTo>
                  <a:pt x="79777" y="66111"/>
                </a:lnTo>
                <a:lnTo>
                  <a:pt x="122285" y="32556"/>
                </a:lnTo>
                <a:lnTo>
                  <a:pt x="172304" y="0"/>
                </a:lnTo>
                <a:lnTo>
                  <a:pt x="195768" y="7364"/>
                </a:lnTo>
                <a:lnTo>
                  <a:pt x="204273" y="1674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g34">
            <a:extLst>
              <a:ext uri="{FF2B5EF4-FFF2-40B4-BE49-F238E27FC236}">
                <a16:creationId xmlns:a16="http://schemas.microsoft.com/office/drawing/2014/main" id="{F3F6F0F4-FA32-B1D9-D28C-35E07A7D597F}"/>
              </a:ext>
            </a:extLst>
          </p:cNvPr>
          <p:cNvSpPr/>
          <p:nvPr/>
        </p:nvSpPr>
        <p:spPr>
          <a:xfrm>
            <a:off x="333842" y="1489479"/>
            <a:ext cx="314507" cy="290526"/>
          </a:xfrm>
          <a:custGeom>
            <a:avLst/>
            <a:gdLst/>
            <a:ahLst/>
            <a:cxnLst/>
            <a:rect l="0" t="0" r="0" b="0"/>
            <a:pathLst>
              <a:path w="177977" h="164406">
                <a:moveTo>
                  <a:pt x="0" y="129934"/>
                </a:moveTo>
                <a:lnTo>
                  <a:pt x="823" y="102401"/>
                </a:lnTo>
                <a:lnTo>
                  <a:pt x="425" y="91536"/>
                </a:lnTo>
                <a:lnTo>
                  <a:pt x="3239" y="80762"/>
                </a:lnTo>
                <a:lnTo>
                  <a:pt x="7857" y="75526"/>
                </a:lnTo>
                <a:lnTo>
                  <a:pt x="15118" y="64952"/>
                </a:lnTo>
                <a:lnTo>
                  <a:pt x="13523" y="60358"/>
                </a:lnTo>
                <a:lnTo>
                  <a:pt x="16462" y="53482"/>
                </a:lnTo>
                <a:lnTo>
                  <a:pt x="13056" y="43350"/>
                </a:lnTo>
                <a:lnTo>
                  <a:pt x="13623" y="37675"/>
                </a:lnTo>
                <a:lnTo>
                  <a:pt x="14614" y="22427"/>
                </a:lnTo>
                <a:lnTo>
                  <a:pt x="18882" y="15540"/>
                </a:lnTo>
                <a:lnTo>
                  <a:pt x="20947" y="5717"/>
                </a:lnTo>
                <a:lnTo>
                  <a:pt x="24827" y="2023"/>
                </a:lnTo>
                <a:lnTo>
                  <a:pt x="40895" y="0"/>
                </a:lnTo>
                <a:lnTo>
                  <a:pt x="55933" y="6373"/>
                </a:lnTo>
                <a:lnTo>
                  <a:pt x="61591" y="12824"/>
                </a:lnTo>
                <a:lnTo>
                  <a:pt x="69234" y="13115"/>
                </a:lnTo>
                <a:lnTo>
                  <a:pt x="76296" y="8922"/>
                </a:lnTo>
                <a:lnTo>
                  <a:pt x="94493" y="17751"/>
                </a:lnTo>
                <a:lnTo>
                  <a:pt x="102127" y="17333"/>
                </a:lnTo>
                <a:lnTo>
                  <a:pt x="110888" y="10054"/>
                </a:lnTo>
                <a:lnTo>
                  <a:pt x="119670" y="10572"/>
                </a:lnTo>
                <a:lnTo>
                  <a:pt x="123963" y="8174"/>
                </a:lnTo>
                <a:lnTo>
                  <a:pt x="132030" y="9171"/>
                </a:lnTo>
                <a:lnTo>
                  <a:pt x="143683" y="14155"/>
                </a:lnTo>
                <a:lnTo>
                  <a:pt x="155263" y="4607"/>
                </a:lnTo>
                <a:lnTo>
                  <a:pt x="158785" y="5287"/>
                </a:lnTo>
                <a:lnTo>
                  <a:pt x="169172" y="23987"/>
                </a:lnTo>
                <a:lnTo>
                  <a:pt x="171953" y="23609"/>
                </a:lnTo>
                <a:lnTo>
                  <a:pt x="177977" y="30413"/>
                </a:lnTo>
                <a:lnTo>
                  <a:pt x="176383" y="33498"/>
                </a:lnTo>
                <a:lnTo>
                  <a:pt x="175663" y="39175"/>
                </a:lnTo>
                <a:lnTo>
                  <a:pt x="163178" y="52392"/>
                </a:lnTo>
                <a:lnTo>
                  <a:pt x="159324" y="63293"/>
                </a:lnTo>
                <a:lnTo>
                  <a:pt x="157291" y="72170"/>
                </a:lnTo>
                <a:lnTo>
                  <a:pt x="154138" y="75977"/>
                </a:lnTo>
                <a:lnTo>
                  <a:pt x="151207" y="87933"/>
                </a:lnTo>
                <a:lnTo>
                  <a:pt x="143221" y="94969"/>
                </a:lnTo>
                <a:lnTo>
                  <a:pt x="140953" y="103612"/>
                </a:lnTo>
                <a:lnTo>
                  <a:pt x="137619" y="110492"/>
                </a:lnTo>
                <a:lnTo>
                  <a:pt x="136257" y="117592"/>
                </a:lnTo>
                <a:lnTo>
                  <a:pt x="125950" y="123347"/>
                </a:lnTo>
                <a:lnTo>
                  <a:pt x="117460" y="116328"/>
                </a:lnTo>
                <a:lnTo>
                  <a:pt x="111756" y="116611"/>
                </a:lnTo>
                <a:lnTo>
                  <a:pt x="102841" y="126609"/>
                </a:lnTo>
                <a:lnTo>
                  <a:pt x="98482" y="126762"/>
                </a:lnTo>
                <a:lnTo>
                  <a:pt x="91389" y="143242"/>
                </a:lnTo>
                <a:lnTo>
                  <a:pt x="87559" y="155330"/>
                </a:lnTo>
                <a:lnTo>
                  <a:pt x="71933" y="161477"/>
                </a:lnTo>
                <a:lnTo>
                  <a:pt x="66211" y="160578"/>
                </a:lnTo>
                <a:lnTo>
                  <a:pt x="60426" y="164406"/>
                </a:lnTo>
                <a:lnTo>
                  <a:pt x="48369" y="164033"/>
                </a:lnTo>
                <a:lnTo>
                  <a:pt x="40276" y="153348"/>
                </a:lnTo>
                <a:lnTo>
                  <a:pt x="35288" y="140985"/>
                </a:lnTo>
                <a:lnTo>
                  <a:pt x="24601" y="129731"/>
                </a:lnTo>
                <a:lnTo>
                  <a:pt x="13287" y="129942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g35">
            <a:extLst>
              <a:ext uri="{FF2B5EF4-FFF2-40B4-BE49-F238E27FC236}">
                <a16:creationId xmlns:a16="http://schemas.microsoft.com/office/drawing/2014/main" id="{1F972CB0-056F-5D8D-3E0D-979BFCD34F6A}"/>
              </a:ext>
            </a:extLst>
          </p:cNvPr>
          <p:cNvSpPr/>
          <p:nvPr/>
        </p:nvSpPr>
        <p:spPr>
          <a:xfrm>
            <a:off x="2076893" y="1564762"/>
            <a:ext cx="200733" cy="335994"/>
          </a:xfrm>
          <a:custGeom>
            <a:avLst/>
            <a:gdLst/>
            <a:ahLst/>
            <a:cxnLst/>
            <a:rect l="0" t="0" r="0" b="0"/>
            <a:pathLst>
              <a:path w="113593" h="190136">
                <a:moveTo>
                  <a:pt x="89172" y="0"/>
                </a:moveTo>
                <a:lnTo>
                  <a:pt x="95282" y="10937"/>
                </a:lnTo>
                <a:lnTo>
                  <a:pt x="96435" y="22270"/>
                </a:lnTo>
                <a:lnTo>
                  <a:pt x="96027" y="33615"/>
                </a:lnTo>
                <a:lnTo>
                  <a:pt x="104381" y="49141"/>
                </a:lnTo>
                <a:lnTo>
                  <a:pt x="95990" y="48974"/>
                </a:lnTo>
                <a:lnTo>
                  <a:pt x="91766" y="50190"/>
                </a:lnTo>
                <a:lnTo>
                  <a:pt x="84903" y="48475"/>
                </a:lnTo>
                <a:lnTo>
                  <a:pt x="81721" y="56535"/>
                </a:lnTo>
                <a:lnTo>
                  <a:pt x="90687" y="66503"/>
                </a:lnTo>
                <a:lnTo>
                  <a:pt x="97262" y="69403"/>
                </a:lnTo>
                <a:lnTo>
                  <a:pt x="99447" y="76474"/>
                </a:lnTo>
                <a:lnTo>
                  <a:pt x="104295" y="88248"/>
                </a:lnTo>
                <a:lnTo>
                  <a:pt x="101978" y="92875"/>
                </a:lnTo>
                <a:lnTo>
                  <a:pt x="94544" y="110185"/>
                </a:lnTo>
                <a:lnTo>
                  <a:pt x="90953" y="113286"/>
                </a:lnTo>
                <a:lnTo>
                  <a:pt x="89881" y="126527"/>
                </a:lnTo>
                <a:lnTo>
                  <a:pt x="91426" y="133720"/>
                </a:lnTo>
                <a:lnTo>
                  <a:pt x="90243" y="138810"/>
                </a:lnTo>
                <a:lnTo>
                  <a:pt x="97417" y="147730"/>
                </a:lnTo>
                <a:lnTo>
                  <a:pt x="98737" y="153862"/>
                </a:lnTo>
                <a:lnTo>
                  <a:pt x="104350" y="162677"/>
                </a:lnTo>
                <a:lnTo>
                  <a:pt x="111273" y="168173"/>
                </a:lnTo>
                <a:lnTo>
                  <a:pt x="111982" y="175964"/>
                </a:lnTo>
                <a:lnTo>
                  <a:pt x="113593" y="180913"/>
                </a:lnTo>
                <a:lnTo>
                  <a:pt x="112541" y="190136"/>
                </a:lnTo>
                <a:lnTo>
                  <a:pt x="100542" y="186099"/>
                </a:lnTo>
                <a:lnTo>
                  <a:pt x="88331" y="181592"/>
                </a:lnTo>
                <a:lnTo>
                  <a:pt x="69293" y="180923"/>
                </a:lnTo>
                <a:lnTo>
                  <a:pt x="67413" y="179991"/>
                </a:lnTo>
                <a:lnTo>
                  <a:pt x="58491" y="182191"/>
                </a:lnTo>
                <a:lnTo>
                  <a:pt x="49318" y="179903"/>
                </a:lnTo>
                <a:lnTo>
                  <a:pt x="42153" y="181026"/>
                </a:lnTo>
                <a:lnTo>
                  <a:pt x="17607" y="180636"/>
                </a:lnTo>
                <a:lnTo>
                  <a:pt x="19773" y="167150"/>
                </a:lnTo>
                <a:lnTo>
                  <a:pt x="13844" y="155858"/>
                </a:lnTo>
                <a:lnTo>
                  <a:pt x="6956" y="152961"/>
                </a:lnTo>
                <a:lnTo>
                  <a:pt x="3868" y="145307"/>
                </a:lnTo>
                <a:lnTo>
                  <a:pt x="0" y="142858"/>
                </a:lnTo>
                <a:lnTo>
                  <a:pt x="156" y="138138"/>
                </a:lnTo>
                <a:lnTo>
                  <a:pt x="3987" y="126050"/>
                </a:lnTo>
                <a:lnTo>
                  <a:pt x="11080" y="109570"/>
                </a:lnTo>
                <a:lnTo>
                  <a:pt x="15438" y="109416"/>
                </a:lnTo>
                <a:lnTo>
                  <a:pt x="24353" y="99419"/>
                </a:lnTo>
                <a:lnTo>
                  <a:pt x="30057" y="99136"/>
                </a:lnTo>
                <a:lnTo>
                  <a:pt x="38547" y="106155"/>
                </a:lnTo>
                <a:lnTo>
                  <a:pt x="48854" y="100400"/>
                </a:lnTo>
                <a:lnTo>
                  <a:pt x="50216" y="93300"/>
                </a:lnTo>
                <a:lnTo>
                  <a:pt x="53550" y="86420"/>
                </a:lnTo>
                <a:lnTo>
                  <a:pt x="55818" y="77777"/>
                </a:lnTo>
                <a:lnTo>
                  <a:pt x="63804" y="70741"/>
                </a:lnTo>
                <a:lnTo>
                  <a:pt x="66735" y="58785"/>
                </a:lnTo>
                <a:lnTo>
                  <a:pt x="69888" y="54978"/>
                </a:lnTo>
                <a:lnTo>
                  <a:pt x="71921" y="46101"/>
                </a:lnTo>
                <a:lnTo>
                  <a:pt x="75776" y="35200"/>
                </a:lnTo>
                <a:lnTo>
                  <a:pt x="88261" y="21983"/>
                </a:lnTo>
                <a:lnTo>
                  <a:pt x="88980" y="16305"/>
                </a:lnTo>
                <a:lnTo>
                  <a:pt x="90574" y="13220"/>
                </a:lnTo>
                <a:lnTo>
                  <a:pt x="84551" y="6417"/>
                </a:lnTo>
                <a:lnTo>
                  <a:pt x="84959" y="97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g36">
            <a:extLst>
              <a:ext uri="{FF2B5EF4-FFF2-40B4-BE49-F238E27FC236}">
                <a16:creationId xmlns:a16="http://schemas.microsoft.com/office/drawing/2014/main" id="{678BE076-A5D8-BA9E-A569-DA68831B06DA}"/>
              </a:ext>
            </a:extLst>
          </p:cNvPr>
          <p:cNvSpPr/>
          <p:nvPr/>
        </p:nvSpPr>
        <p:spPr>
          <a:xfrm>
            <a:off x="1849499" y="1620323"/>
            <a:ext cx="50953" cy="153628"/>
          </a:xfrm>
          <a:custGeom>
            <a:avLst/>
            <a:gdLst/>
            <a:ahLst/>
            <a:cxnLst/>
            <a:rect l="0" t="0" r="0" b="0"/>
            <a:pathLst>
              <a:path w="28834" h="86937">
                <a:moveTo>
                  <a:pt x="14245" y="364"/>
                </a:moveTo>
                <a:lnTo>
                  <a:pt x="12342" y="9358"/>
                </a:lnTo>
                <a:lnTo>
                  <a:pt x="16932" y="14400"/>
                </a:lnTo>
                <a:lnTo>
                  <a:pt x="22153" y="20382"/>
                </a:lnTo>
                <a:lnTo>
                  <a:pt x="22732" y="28764"/>
                </a:lnTo>
                <a:lnTo>
                  <a:pt x="25763" y="32283"/>
                </a:lnTo>
                <a:lnTo>
                  <a:pt x="25116" y="71510"/>
                </a:lnTo>
                <a:lnTo>
                  <a:pt x="28834" y="83294"/>
                </a:lnTo>
                <a:lnTo>
                  <a:pt x="16712" y="86937"/>
                </a:lnTo>
                <a:lnTo>
                  <a:pt x="13349" y="80939"/>
                </a:lnTo>
                <a:lnTo>
                  <a:pt x="9332" y="70104"/>
                </a:lnTo>
                <a:lnTo>
                  <a:pt x="8134" y="61608"/>
                </a:lnTo>
                <a:lnTo>
                  <a:pt x="11454" y="46223"/>
                </a:lnTo>
                <a:lnTo>
                  <a:pt x="7680" y="39993"/>
                </a:lnTo>
                <a:lnTo>
                  <a:pt x="6245" y="26537"/>
                </a:lnTo>
                <a:lnTo>
                  <a:pt x="6267" y="14133"/>
                </a:lnTo>
                <a:lnTo>
                  <a:pt x="0" y="5325"/>
                </a:lnTo>
                <a:lnTo>
                  <a:pt x="1104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g37">
            <a:extLst>
              <a:ext uri="{FF2B5EF4-FFF2-40B4-BE49-F238E27FC236}">
                <a16:creationId xmlns:a16="http://schemas.microsoft.com/office/drawing/2014/main" id="{DEF92F46-5519-F9EB-5FCF-68074AE6240B}"/>
              </a:ext>
            </a:extLst>
          </p:cNvPr>
          <p:cNvSpPr/>
          <p:nvPr/>
        </p:nvSpPr>
        <p:spPr>
          <a:xfrm>
            <a:off x="120970" y="1338253"/>
            <a:ext cx="114540" cy="192807"/>
          </a:xfrm>
          <a:custGeom>
            <a:avLst/>
            <a:gdLst/>
            <a:ahLst/>
            <a:cxnLst/>
            <a:rect l="0" t="0" r="0" b="0"/>
            <a:pathLst>
              <a:path w="64817" h="109108">
                <a:moveTo>
                  <a:pt x="49209" y="1360"/>
                </a:moveTo>
                <a:lnTo>
                  <a:pt x="48104" y="6685"/>
                </a:lnTo>
                <a:lnTo>
                  <a:pt x="54371" y="15494"/>
                </a:lnTo>
                <a:lnTo>
                  <a:pt x="54349" y="27898"/>
                </a:lnTo>
                <a:lnTo>
                  <a:pt x="55785" y="41354"/>
                </a:lnTo>
                <a:lnTo>
                  <a:pt x="59559" y="47584"/>
                </a:lnTo>
                <a:lnTo>
                  <a:pt x="56239" y="62969"/>
                </a:lnTo>
                <a:lnTo>
                  <a:pt x="57437" y="71465"/>
                </a:lnTo>
                <a:lnTo>
                  <a:pt x="61453" y="82300"/>
                </a:lnTo>
                <a:lnTo>
                  <a:pt x="64817" y="88298"/>
                </a:lnTo>
                <a:lnTo>
                  <a:pt x="41204" y="98296"/>
                </a:lnTo>
                <a:lnTo>
                  <a:pt x="32826" y="104154"/>
                </a:lnTo>
                <a:lnTo>
                  <a:pt x="19245" y="109108"/>
                </a:lnTo>
                <a:lnTo>
                  <a:pt x="5818" y="104257"/>
                </a:lnTo>
                <a:lnTo>
                  <a:pt x="6510" y="97518"/>
                </a:lnTo>
                <a:lnTo>
                  <a:pt x="0" y="82804"/>
                </a:lnTo>
                <a:lnTo>
                  <a:pt x="3956" y="63516"/>
                </a:lnTo>
                <a:lnTo>
                  <a:pt x="10318" y="49170"/>
                </a:lnTo>
                <a:lnTo>
                  <a:pt x="6373" y="24867"/>
                </a:lnTo>
                <a:lnTo>
                  <a:pt x="4352" y="12007"/>
                </a:lnTo>
                <a:lnTo>
                  <a:pt x="4727" y="2316"/>
                </a:lnTo>
                <a:lnTo>
                  <a:pt x="30794" y="1512"/>
                </a:lnTo>
                <a:lnTo>
                  <a:pt x="37423" y="2757"/>
                </a:lnTo>
                <a:lnTo>
                  <a:pt x="42269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g38">
            <a:extLst>
              <a:ext uri="{FF2B5EF4-FFF2-40B4-BE49-F238E27FC236}">
                <a16:creationId xmlns:a16="http://schemas.microsoft.com/office/drawing/2014/main" id="{6163055B-F083-CE70-049E-5170F1FF9035}"/>
              </a:ext>
            </a:extLst>
          </p:cNvPr>
          <p:cNvSpPr/>
          <p:nvPr/>
        </p:nvSpPr>
        <p:spPr>
          <a:xfrm>
            <a:off x="1621938" y="1635253"/>
            <a:ext cx="160787" cy="186707"/>
          </a:xfrm>
          <a:custGeom>
            <a:avLst/>
            <a:gdLst/>
            <a:ahLst/>
            <a:cxnLst/>
            <a:rect l="0" t="0" r="0" b="0"/>
            <a:pathLst>
              <a:path w="90988" h="105656">
                <a:moveTo>
                  <a:pt x="8941" y="5423"/>
                </a:moveTo>
                <a:lnTo>
                  <a:pt x="10908" y="3871"/>
                </a:lnTo>
                <a:lnTo>
                  <a:pt x="15050" y="6436"/>
                </a:lnTo>
                <a:lnTo>
                  <a:pt x="26646" y="6577"/>
                </a:lnTo>
                <a:lnTo>
                  <a:pt x="29435" y="1592"/>
                </a:lnTo>
                <a:lnTo>
                  <a:pt x="32023" y="1925"/>
                </a:lnTo>
                <a:lnTo>
                  <a:pt x="36368" y="0"/>
                </a:lnTo>
                <a:lnTo>
                  <a:pt x="38658" y="7305"/>
                </a:lnTo>
                <a:lnTo>
                  <a:pt x="42174" y="5149"/>
                </a:lnTo>
                <a:lnTo>
                  <a:pt x="48380" y="2618"/>
                </a:lnTo>
                <a:lnTo>
                  <a:pt x="55117" y="6342"/>
                </a:lnTo>
                <a:lnTo>
                  <a:pt x="57722" y="11991"/>
                </a:lnTo>
                <a:lnTo>
                  <a:pt x="64465" y="15598"/>
                </a:lnTo>
                <a:lnTo>
                  <a:pt x="69732" y="11302"/>
                </a:lnTo>
                <a:lnTo>
                  <a:pt x="76772" y="10653"/>
                </a:lnTo>
                <a:lnTo>
                  <a:pt x="87043" y="15058"/>
                </a:lnTo>
                <a:lnTo>
                  <a:pt x="90988" y="39361"/>
                </a:lnTo>
                <a:lnTo>
                  <a:pt x="84626" y="53707"/>
                </a:lnTo>
                <a:lnTo>
                  <a:pt x="80669" y="72995"/>
                </a:lnTo>
                <a:lnTo>
                  <a:pt x="87180" y="87709"/>
                </a:lnTo>
                <a:lnTo>
                  <a:pt x="86487" y="94448"/>
                </a:lnTo>
                <a:lnTo>
                  <a:pt x="79632" y="94622"/>
                </a:lnTo>
                <a:lnTo>
                  <a:pt x="69125" y="91283"/>
                </a:lnTo>
                <a:lnTo>
                  <a:pt x="59466" y="91480"/>
                </a:lnTo>
                <a:lnTo>
                  <a:pt x="41612" y="94461"/>
                </a:lnTo>
                <a:lnTo>
                  <a:pt x="31137" y="99391"/>
                </a:lnTo>
                <a:lnTo>
                  <a:pt x="16197" y="105656"/>
                </a:lnTo>
                <a:lnTo>
                  <a:pt x="13286" y="105207"/>
                </a:lnTo>
                <a:lnTo>
                  <a:pt x="14488" y="91140"/>
                </a:lnTo>
                <a:lnTo>
                  <a:pt x="15937" y="89002"/>
                </a:lnTo>
                <a:lnTo>
                  <a:pt x="15501" y="82272"/>
                </a:lnTo>
                <a:lnTo>
                  <a:pt x="9148" y="75118"/>
                </a:lnTo>
                <a:lnTo>
                  <a:pt x="4370" y="73976"/>
                </a:lnTo>
                <a:lnTo>
                  <a:pt x="0" y="69287"/>
                </a:lnTo>
                <a:lnTo>
                  <a:pt x="3306" y="61699"/>
                </a:lnTo>
                <a:lnTo>
                  <a:pt x="1838" y="53442"/>
                </a:lnTo>
                <a:lnTo>
                  <a:pt x="2556" y="48475"/>
                </a:lnTo>
                <a:lnTo>
                  <a:pt x="4942" y="48455"/>
                </a:lnTo>
                <a:lnTo>
                  <a:pt x="5864" y="41005"/>
                </a:lnTo>
                <a:lnTo>
                  <a:pt x="4719" y="37707"/>
                </a:lnTo>
                <a:lnTo>
                  <a:pt x="6168" y="35333"/>
                </a:lnTo>
                <a:lnTo>
                  <a:pt x="11762" y="33279"/>
                </a:lnTo>
                <a:lnTo>
                  <a:pt x="8121" y="19605"/>
                </a:lnTo>
                <a:lnTo>
                  <a:pt x="4698" y="12546"/>
                </a:lnTo>
                <a:lnTo>
                  <a:pt x="5939" y="674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g39">
            <a:extLst>
              <a:ext uri="{FF2B5EF4-FFF2-40B4-BE49-F238E27FC236}">
                <a16:creationId xmlns:a16="http://schemas.microsoft.com/office/drawing/2014/main" id="{B2B66C7D-1683-8B98-2729-A382552288E6}"/>
              </a:ext>
            </a:extLst>
          </p:cNvPr>
          <p:cNvSpPr/>
          <p:nvPr/>
        </p:nvSpPr>
        <p:spPr>
          <a:xfrm>
            <a:off x="1449627" y="1573012"/>
            <a:ext cx="193097" cy="159281"/>
          </a:xfrm>
          <a:custGeom>
            <a:avLst/>
            <a:gdLst/>
            <a:ahLst/>
            <a:cxnLst/>
            <a:rect l="0" t="0" r="0" b="0"/>
            <a:pathLst>
              <a:path w="109272" h="90136">
                <a:moveTo>
                  <a:pt x="21775" y="0"/>
                </a:moveTo>
                <a:lnTo>
                  <a:pt x="29004" y="176"/>
                </a:lnTo>
                <a:lnTo>
                  <a:pt x="39723" y="4340"/>
                </a:lnTo>
                <a:lnTo>
                  <a:pt x="43031" y="3958"/>
                </a:lnTo>
                <a:lnTo>
                  <a:pt x="44178" y="2058"/>
                </a:lnTo>
                <a:lnTo>
                  <a:pt x="52333" y="3409"/>
                </a:lnTo>
                <a:lnTo>
                  <a:pt x="54506" y="2445"/>
                </a:lnTo>
                <a:lnTo>
                  <a:pt x="55306" y="8699"/>
                </a:lnTo>
                <a:lnTo>
                  <a:pt x="57683" y="8680"/>
                </a:lnTo>
                <a:lnTo>
                  <a:pt x="61619" y="6404"/>
                </a:lnTo>
                <a:lnTo>
                  <a:pt x="64097" y="6973"/>
                </a:lnTo>
                <a:lnTo>
                  <a:pt x="68216" y="11310"/>
                </a:lnTo>
                <a:lnTo>
                  <a:pt x="74620" y="12675"/>
                </a:lnTo>
                <a:lnTo>
                  <a:pt x="78765" y="8979"/>
                </a:lnTo>
                <a:lnTo>
                  <a:pt x="83628" y="6694"/>
                </a:lnTo>
                <a:lnTo>
                  <a:pt x="87250" y="4302"/>
                </a:lnTo>
                <a:lnTo>
                  <a:pt x="90246" y="4750"/>
                </a:lnTo>
                <a:lnTo>
                  <a:pt x="93545" y="8503"/>
                </a:lnTo>
                <a:lnTo>
                  <a:pt x="95294" y="13213"/>
                </a:lnTo>
                <a:lnTo>
                  <a:pt x="101386" y="20369"/>
                </a:lnTo>
                <a:lnTo>
                  <a:pt x="98280" y="24765"/>
                </a:lnTo>
                <a:lnTo>
                  <a:pt x="97655" y="30323"/>
                </a:lnTo>
                <a:lnTo>
                  <a:pt x="100863" y="28642"/>
                </a:lnTo>
                <a:lnTo>
                  <a:pt x="102725" y="30635"/>
                </a:lnTo>
                <a:lnTo>
                  <a:pt x="101896" y="35721"/>
                </a:lnTo>
                <a:lnTo>
                  <a:pt x="106452" y="40645"/>
                </a:lnTo>
                <a:lnTo>
                  <a:pt x="103449" y="41969"/>
                </a:lnTo>
                <a:lnTo>
                  <a:pt x="102208" y="47768"/>
                </a:lnTo>
                <a:lnTo>
                  <a:pt x="105631" y="54828"/>
                </a:lnTo>
                <a:lnTo>
                  <a:pt x="109272" y="68501"/>
                </a:lnTo>
                <a:lnTo>
                  <a:pt x="103678" y="70555"/>
                </a:lnTo>
                <a:lnTo>
                  <a:pt x="102229" y="72929"/>
                </a:lnTo>
                <a:lnTo>
                  <a:pt x="103374" y="76228"/>
                </a:lnTo>
                <a:lnTo>
                  <a:pt x="102452" y="83678"/>
                </a:lnTo>
                <a:lnTo>
                  <a:pt x="100066" y="83697"/>
                </a:lnTo>
                <a:lnTo>
                  <a:pt x="95813" y="83259"/>
                </a:lnTo>
                <a:lnTo>
                  <a:pt x="92711" y="90136"/>
                </a:lnTo>
                <a:lnTo>
                  <a:pt x="88457" y="90053"/>
                </a:lnTo>
                <a:lnTo>
                  <a:pt x="85548" y="86415"/>
                </a:lnTo>
                <a:lnTo>
                  <a:pt x="86579" y="79555"/>
                </a:lnTo>
                <a:lnTo>
                  <a:pt x="80352" y="69093"/>
                </a:lnTo>
                <a:lnTo>
                  <a:pt x="76412" y="71015"/>
                </a:lnTo>
                <a:lnTo>
                  <a:pt x="73199" y="71396"/>
                </a:lnTo>
                <a:lnTo>
                  <a:pt x="69052" y="72375"/>
                </a:lnTo>
                <a:lnTo>
                  <a:pt x="69261" y="66112"/>
                </a:lnTo>
                <a:lnTo>
                  <a:pt x="66879" y="61644"/>
                </a:lnTo>
                <a:lnTo>
                  <a:pt x="67401" y="56678"/>
                </a:lnTo>
                <a:lnTo>
                  <a:pt x="64198" y="49498"/>
                </a:lnTo>
                <a:lnTo>
                  <a:pt x="60065" y="43390"/>
                </a:lnTo>
                <a:lnTo>
                  <a:pt x="48054" y="43371"/>
                </a:lnTo>
                <a:lnTo>
                  <a:pt x="44525" y="46589"/>
                </a:lnTo>
                <a:lnTo>
                  <a:pt x="40382" y="46977"/>
                </a:lnTo>
                <a:lnTo>
                  <a:pt x="37784" y="50661"/>
                </a:lnTo>
                <a:lnTo>
                  <a:pt x="36011" y="55400"/>
                </a:lnTo>
                <a:lnTo>
                  <a:pt x="27911" y="62910"/>
                </a:lnTo>
                <a:lnTo>
                  <a:pt x="21411" y="52803"/>
                </a:lnTo>
                <a:lnTo>
                  <a:pt x="15635" y="46117"/>
                </a:lnTo>
                <a:lnTo>
                  <a:pt x="11812" y="43905"/>
                </a:lnTo>
                <a:lnTo>
                  <a:pt x="8100" y="40510"/>
                </a:lnTo>
                <a:lnTo>
                  <a:pt x="6480" y="32963"/>
                </a:lnTo>
                <a:lnTo>
                  <a:pt x="4329" y="29201"/>
                </a:lnTo>
                <a:lnTo>
                  <a:pt x="0" y="26402"/>
                </a:lnTo>
                <a:lnTo>
                  <a:pt x="6774" y="18077"/>
                </a:lnTo>
                <a:lnTo>
                  <a:pt x="11322" y="18394"/>
                </a:lnTo>
                <a:lnTo>
                  <a:pt x="15268" y="15527"/>
                </a:lnTo>
                <a:lnTo>
                  <a:pt x="18577" y="15500"/>
                </a:lnTo>
                <a:lnTo>
                  <a:pt x="20968" y="13236"/>
                </a:lnTo>
                <a:lnTo>
                  <a:pt x="19762" y="7575"/>
                </a:lnTo>
                <a:lnTo>
                  <a:pt x="21427" y="579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g40">
            <a:extLst>
              <a:ext uri="{FF2B5EF4-FFF2-40B4-BE49-F238E27FC236}">
                <a16:creationId xmlns:a16="http://schemas.microsoft.com/office/drawing/2014/main" id="{C8B28F18-6F1D-9FE9-01E8-81857316940E}"/>
              </a:ext>
            </a:extLst>
          </p:cNvPr>
          <p:cNvSpPr/>
          <p:nvPr/>
        </p:nvSpPr>
        <p:spPr>
          <a:xfrm>
            <a:off x="1409195" y="1571740"/>
            <a:ext cx="78908" cy="47924"/>
          </a:xfrm>
          <a:custGeom>
            <a:avLst/>
            <a:gdLst/>
            <a:ahLst/>
            <a:cxnLst/>
            <a:rect l="0" t="0" r="0" b="0"/>
            <a:pathLst>
              <a:path w="44654" h="27119">
                <a:moveTo>
                  <a:pt x="0" y="4156"/>
                </a:moveTo>
                <a:lnTo>
                  <a:pt x="7980" y="1373"/>
                </a:lnTo>
                <a:lnTo>
                  <a:pt x="12933" y="1923"/>
                </a:lnTo>
                <a:lnTo>
                  <a:pt x="16978" y="0"/>
                </a:lnTo>
                <a:lnTo>
                  <a:pt x="44654" y="717"/>
                </a:lnTo>
                <a:lnTo>
                  <a:pt x="44306" y="6507"/>
                </a:lnTo>
                <a:lnTo>
                  <a:pt x="42641" y="8293"/>
                </a:lnTo>
                <a:lnTo>
                  <a:pt x="43847" y="13953"/>
                </a:lnTo>
                <a:lnTo>
                  <a:pt x="41456" y="16217"/>
                </a:lnTo>
                <a:lnTo>
                  <a:pt x="38147" y="16244"/>
                </a:lnTo>
                <a:lnTo>
                  <a:pt x="34201" y="19111"/>
                </a:lnTo>
                <a:lnTo>
                  <a:pt x="29653" y="18794"/>
                </a:lnTo>
                <a:lnTo>
                  <a:pt x="22878" y="27119"/>
                </a:lnTo>
                <a:lnTo>
                  <a:pt x="14961" y="19979"/>
                </a:lnTo>
                <a:lnTo>
                  <a:pt x="8662" y="18849"/>
                </a:lnTo>
                <a:lnTo>
                  <a:pt x="5287" y="14034"/>
                </a:lnTo>
                <a:lnTo>
                  <a:pt x="5412" y="11434"/>
                </a:lnTo>
                <a:lnTo>
                  <a:pt x="896" y="78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g41">
            <a:extLst>
              <a:ext uri="{FF2B5EF4-FFF2-40B4-BE49-F238E27FC236}">
                <a16:creationId xmlns:a16="http://schemas.microsoft.com/office/drawing/2014/main" id="{D3139645-D6E0-19E8-6002-1182E51AA852}"/>
              </a:ext>
            </a:extLst>
          </p:cNvPr>
          <p:cNvSpPr/>
          <p:nvPr/>
        </p:nvSpPr>
        <p:spPr>
          <a:xfrm>
            <a:off x="1546544" y="1695105"/>
            <a:ext cx="103556" cy="126326"/>
          </a:xfrm>
          <a:custGeom>
            <a:avLst/>
            <a:gdLst/>
            <a:ahLst/>
            <a:cxnLst/>
            <a:rect l="0" t="0" r="0" b="0"/>
            <a:pathLst>
              <a:path w="58601" h="71487">
                <a:moveTo>
                  <a:pt x="45221" y="14604"/>
                </a:moveTo>
                <a:lnTo>
                  <a:pt x="44503" y="19571"/>
                </a:lnTo>
                <a:lnTo>
                  <a:pt x="45970" y="27828"/>
                </a:lnTo>
                <a:lnTo>
                  <a:pt x="42664" y="35416"/>
                </a:lnTo>
                <a:lnTo>
                  <a:pt x="47034" y="40105"/>
                </a:lnTo>
                <a:lnTo>
                  <a:pt x="51813" y="41247"/>
                </a:lnTo>
                <a:lnTo>
                  <a:pt x="58166" y="48401"/>
                </a:lnTo>
                <a:lnTo>
                  <a:pt x="58601" y="55131"/>
                </a:lnTo>
                <a:lnTo>
                  <a:pt x="57153" y="57269"/>
                </a:lnTo>
                <a:lnTo>
                  <a:pt x="55951" y="71337"/>
                </a:lnTo>
                <a:lnTo>
                  <a:pt x="52003" y="71487"/>
                </a:lnTo>
                <a:lnTo>
                  <a:pt x="36498" y="63345"/>
                </a:lnTo>
                <a:lnTo>
                  <a:pt x="22863" y="50345"/>
                </a:lnTo>
                <a:lnTo>
                  <a:pt x="10077" y="40999"/>
                </a:lnTo>
                <a:lnTo>
                  <a:pt x="0" y="29978"/>
                </a:lnTo>
                <a:lnTo>
                  <a:pt x="3629" y="24514"/>
                </a:lnTo>
                <a:lnTo>
                  <a:pt x="4458" y="19546"/>
                </a:lnTo>
                <a:lnTo>
                  <a:pt x="11302" y="10275"/>
                </a:lnTo>
                <a:lnTo>
                  <a:pt x="18354" y="2303"/>
                </a:lnTo>
                <a:lnTo>
                  <a:pt x="21567" y="1922"/>
                </a:lnTo>
                <a:lnTo>
                  <a:pt x="25506" y="0"/>
                </a:lnTo>
                <a:lnTo>
                  <a:pt x="31733" y="10462"/>
                </a:lnTo>
                <a:lnTo>
                  <a:pt x="30703" y="17322"/>
                </a:lnTo>
                <a:lnTo>
                  <a:pt x="33611" y="20960"/>
                </a:lnTo>
                <a:lnTo>
                  <a:pt x="37865" y="21043"/>
                </a:lnTo>
                <a:lnTo>
                  <a:pt x="40968" y="1416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g42">
            <a:extLst>
              <a:ext uri="{FF2B5EF4-FFF2-40B4-BE49-F238E27FC236}">
                <a16:creationId xmlns:a16="http://schemas.microsoft.com/office/drawing/2014/main" id="{687CBD4A-34F8-24E5-D8DE-ACE83586686B}"/>
              </a:ext>
            </a:extLst>
          </p:cNvPr>
          <p:cNvSpPr/>
          <p:nvPr/>
        </p:nvSpPr>
        <p:spPr>
          <a:xfrm>
            <a:off x="1498949" y="1649654"/>
            <a:ext cx="80029" cy="98431"/>
          </a:xfrm>
          <a:custGeom>
            <a:avLst/>
            <a:gdLst/>
            <a:ahLst/>
            <a:cxnLst/>
            <a:rect l="0" t="0" r="0" b="0"/>
            <a:pathLst>
              <a:path w="45287" h="55701">
                <a:moveTo>
                  <a:pt x="0" y="19539"/>
                </a:moveTo>
                <a:lnTo>
                  <a:pt x="8099" y="12029"/>
                </a:lnTo>
                <a:lnTo>
                  <a:pt x="9872" y="7289"/>
                </a:lnTo>
                <a:lnTo>
                  <a:pt x="12471" y="3606"/>
                </a:lnTo>
                <a:lnTo>
                  <a:pt x="16614" y="3218"/>
                </a:lnTo>
                <a:lnTo>
                  <a:pt x="20143" y="0"/>
                </a:lnTo>
                <a:lnTo>
                  <a:pt x="32154" y="18"/>
                </a:lnTo>
                <a:lnTo>
                  <a:pt x="36286" y="6127"/>
                </a:lnTo>
                <a:lnTo>
                  <a:pt x="39489" y="13307"/>
                </a:lnTo>
                <a:lnTo>
                  <a:pt x="38968" y="18272"/>
                </a:lnTo>
                <a:lnTo>
                  <a:pt x="41349" y="22741"/>
                </a:lnTo>
                <a:lnTo>
                  <a:pt x="41140" y="29004"/>
                </a:lnTo>
                <a:lnTo>
                  <a:pt x="45287" y="28025"/>
                </a:lnTo>
                <a:lnTo>
                  <a:pt x="38236" y="35997"/>
                </a:lnTo>
                <a:lnTo>
                  <a:pt x="31392" y="45268"/>
                </a:lnTo>
                <a:lnTo>
                  <a:pt x="30563" y="50236"/>
                </a:lnTo>
                <a:lnTo>
                  <a:pt x="26933" y="55701"/>
                </a:lnTo>
                <a:lnTo>
                  <a:pt x="22886" y="54433"/>
                </a:lnTo>
                <a:lnTo>
                  <a:pt x="12095" y="47553"/>
                </a:lnTo>
                <a:lnTo>
                  <a:pt x="4322" y="38403"/>
                </a:lnTo>
                <a:lnTo>
                  <a:pt x="1738" y="321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g43">
            <a:extLst>
              <a:ext uri="{FF2B5EF4-FFF2-40B4-BE49-F238E27FC236}">
                <a16:creationId xmlns:a16="http://schemas.microsoft.com/office/drawing/2014/main" id="{41D667FE-D84E-1F5E-647F-EE51A3ED9307}"/>
              </a:ext>
            </a:extLst>
          </p:cNvPr>
          <p:cNvSpPr/>
          <p:nvPr/>
        </p:nvSpPr>
        <p:spPr>
          <a:xfrm>
            <a:off x="1705752" y="1496644"/>
            <a:ext cx="202703" cy="166170"/>
          </a:xfrm>
          <a:custGeom>
            <a:avLst/>
            <a:gdLst/>
            <a:ahLst/>
            <a:cxnLst/>
            <a:rect l="0" t="0" r="0" b="0"/>
            <a:pathLst>
              <a:path w="114708" h="94034">
                <a:moveTo>
                  <a:pt x="951" y="81054"/>
                </a:moveTo>
                <a:lnTo>
                  <a:pt x="0" y="71138"/>
                </a:lnTo>
                <a:lnTo>
                  <a:pt x="4123" y="63898"/>
                </a:lnTo>
                <a:lnTo>
                  <a:pt x="3803" y="58113"/>
                </a:lnTo>
                <a:lnTo>
                  <a:pt x="15763" y="43957"/>
                </a:lnTo>
                <a:lnTo>
                  <a:pt x="18011" y="32243"/>
                </a:lnTo>
                <a:lnTo>
                  <a:pt x="22131" y="28074"/>
                </a:lnTo>
                <a:lnTo>
                  <a:pt x="29360" y="30377"/>
                </a:lnTo>
                <a:lnTo>
                  <a:pt x="35645" y="26900"/>
                </a:lnTo>
                <a:lnTo>
                  <a:pt x="37694" y="22512"/>
                </a:lnTo>
                <a:lnTo>
                  <a:pt x="49320" y="14855"/>
                </a:lnTo>
                <a:lnTo>
                  <a:pt x="52185" y="9516"/>
                </a:lnTo>
                <a:lnTo>
                  <a:pt x="66163" y="2431"/>
                </a:lnTo>
                <a:lnTo>
                  <a:pt x="74388" y="0"/>
                </a:lnTo>
                <a:lnTo>
                  <a:pt x="78115" y="3276"/>
                </a:lnTo>
                <a:lnTo>
                  <a:pt x="87693" y="3198"/>
                </a:lnTo>
                <a:lnTo>
                  <a:pt x="86512" y="11476"/>
                </a:lnTo>
                <a:lnTo>
                  <a:pt x="88523" y="19257"/>
                </a:lnTo>
                <a:lnTo>
                  <a:pt x="96958" y="30410"/>
                </a:lnTo>
                <a:lnTo>
                  <a:pt x="97431" y="38676"/>
                </a:lnTo>
                <a:lnTo>
                  <a:pt x="114708" y="42550"/>
                </a:lnTo>
                <a:lnTo>
                  <a:pt x="114392" y="54248"/>
                </a:lnTo>
                <a:lnTo>
                  <a:pt x="111126" y="59355"/>
                </a:lnTo>
                <a:lnTo>
                  <a:pt x="103797" y="60951"/>
                </a:lnTo>
                <a:lnTo>
                  <a:pt x="100750" y="68418"/>
                </a:lnTo>
                <a:lnTo>
                  <a:pt x="95591" y="70351"/>
                </a:lnTo>
                <a:lnTo>
                  <a:pt x="82450" y="69987"/>
                </a:lnTo>
                <a:lnTo>
                  <a:pt x="75510" y="68626"/>
                </a:lnTo>
                <a:lnTo>
                  <a:pt x="70664" y="71383"/>
                </a:lnTo>
                <a:lnTo>
                  <a:pt x="64036" y="70138"/>
                </a:lnTo>
                <a:lnTo>
                  <a:pt x="37968" y="70943"/>
                </a:lnTo>
                <a:lnTo>
                  <a:pt x="37593" y="80634"/>
                </a:lnTo>
                <a:lnTo>
                  <a:pt x="39614" y="93494"/>
                </a:lnTo>
                <a:lnTo>
                  <a:pt x="29343" y="89089"/>
                </a:lnTo>
                <a:lnTo>
                  <a:pt x="22304" y="89738"/>
                </a:lnTo>
                <a:lnTo>
                  <a:pt x="17036" y="94034"/>
                </a:lnTo>
                <a:lnTo>
                  <a:pt x="10294" y="90427"/>
                </a:lnTo>
                <a:lnTo>
                  <a:pt x="7689" y="847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g44">
            <a:extLst>
              <a:ext uri="{FF2B5EF4-FFF2-40B4-BE49-F238E27FC236}">
                <a16:creationId xmlns:a16="http://schemas.microsoft.com/office/drawing/2014/main" id="{4E126F70-D11F-DA48-CD98-BB53D1B979FB}"/>
              </a:ext>
            </a:extLst>
          </p:cNvPr>
          <p:cNvSpPr/>
          <p:nvPr/>
        </p:nvSpPr>
        <p:spPr>
          <a:xfrm>
            <a:off x="2235722" y="1616588"/>
            <a:ext cx="343866" cy="267871"/>
          </a:xfrm>
          <a:custGeom>
            <a:avLst/>
            <a:gdLst/>
            <a:ahLst/>
            <a:cxnLst/>
            <a:rect l="0" t="0" r="0" b="0"/>
            <a:pathLst>
              <a:path w="194591" h="151586">
                <a:moveTo>
                  <a:pt x="194591" y="100919"/>
                </a:moveTo>
                <a:lnTo>
                  <a:pt x="189638" y="102732"/>
                </a:lnTo>
                <a:lnTo>
                  <a:pt x="179972" y="102338"/>
                </a:lnTo>
                <a:lnTo>
                  <a:pt x="168617" y="100541"/>
                </a:lnTo>
                <a:lnTo>
                  <a:pt x="163034" y="102005"/>
                </a:lnTo>
                <a:lnTo>
                  <a:pt x="160820" y="106158"/>
                </a:lnTo>
                <a:lnTo>
                  <a:pt x="155946" y="106671"/>
                </a:lnTo>
                <a:lnTo>
                  <a:pt x="149964" y="103057"/>
                </a:lnTo>
                <a:lnTo>
                  <a:pt x="133274" y="111582"/>
                </a:lnTo>
                <a:lnTo>
                  <a:pt x="126390" y="109867"/>
                </a:lnTo>
                <a:lnTo>
                  <a:pt x="124332" y="111183"/>
                </a:lnTo>
                <a:lnTo>
                  <a:pt x="119917" y="121498"/>
                </a:lnTo>
                <a:lnTo>
                  <a:pt x="108644" y="118164"/>
                </a:lnTo>
                <a:lnTo>
                  <a:pt x="97605" y="116483"/>
                </a:lnTo>
                <a:lnTo>
                  <a:pt x="87954" y="110182"/>
                </a:lnTo>
                <a:lnTo>
                  <a:pt x="75506" y="104377"/>
                </a:lnTo>
                <a:lnTo>
                  <a:pt x="67482" y="109877"/>
                </a:lnTo>
                <a:lnTo>
                  <a:pt x="61679" y="118549"/>
                </a:lnTo>
                <a:lnTo>
                  <a:pt x="60404" y="130461"/>
                </a:lnTo>
                <a:lnTo>
                  <a:pt x="50701" y="129508"/>
                </a:lnTo>
                <a:lnTo>
                  <a:pt x="40479" y="126639"/>
                </a:lnTo>
                <a:lnTo>
                  <a:pt x="31545" y="135690"/>
                </a:lnTo>
                <a:lnTo>
                  <a:pt x="23712" y="151586"/>
                </a:lnTo>
                <a:lnTo>
                  <a:pt x="22101" y="146637"/>
                </a:lnTo>
                <a:lnTo>
                  <a:pt x="21392" y="138845"/>
                </a:lnTo>
                <a:lnTo>
                  <a:pt x="14469" y="133350"/>
                </a:lnTo>
                <a:lnTo>
                  <a:pt x="8856" y="124535"/>
                </a:lnTo>
                <a:lnTo>
                  <a:pt x="7536" y="118402"/>
                </a:lnTo>
                <a:lnTo>
                  <a:pt x="362" y="109483"/>
                </a:lnTo>
                <a:lnTo>
                  <a:pt x="1545" y="104393"/>
                </a:lnTo>
                <a:lnTo>
                  <a:pt x="0" y="97199"/>
                </a:lnTo>
                <a:lnTo>
                  <a:pt x="1072" y="83958"/>
                </a:lnTo>
                <a:lnTo>
                  <a:pt x="4663" y="80857"/>
                </a:lnTo>
                <a:lnTo>
                  <a:pt x="12097" y="63547"/>
                </a:lnTo>
                <a:lnTo>
                  <a:pt x="24526" y="62264"/>
                </a:lnTo>
                <a:lnTo>
                  <a:pt x="27259" y="57870"/>
                </a:lnTo>
                <a:lnTo>
                  <a:pt x="29754" y="58204"/>
                </a:lnTo>
                <a:lnTo>
                  <a:pt x="33548" y="62072"/>
                </a:lnTo>
                <a:lnTo>
                  <a:pt x="52423" y="55537"/>
                </a:lnTo>
                <a:lnTo>
                  <a:pt x="58738" y="48869"/>
                </a:lnTo>
                <a:lnTo>
                  <a:pt x="66510" y="42897"/>
                </a:lnTo>
                <a:lnTo>
                  <a:pt x="64948" y="36885"/>
                </a:lnTo>
                <a:lnTo>
                  <a:pt x="69167" y="35314"/>
                </a:lnTo>
                <a:lnTo>
                  <a:pt x="83696" y="36376"/>
                </a:lnTo>
                <a:lnTo>
                  <a:pt x="97730" y="28463"/>
                </a:lnTo>
                <a:lnTo>
                  <a:pt x="108294" y="9827"/>
                </a:lnTo>
                <a:lnTo>
                  <a:pt x="115787" y="2912"/>
                </a:lnTo>
                <a:lnTo>
                  <a:pt x="125232" y="0"/>
                </a:lnTo>
                <a:lnTo>
                  <a:pt x="127069" y="7309"/>
                </a:lnTo>
                <a:lnTo>
                  <a:pt x="135919" y="17988"/>
                </a:lnTo>
                <a:lnTo>
                  <a:pt x="136082" y="24957"/>
                </a:lnTo>
                <a:lnTo>
                  <a:pt x="133757" y="32065"/>
                </a:lnTo>
                <a:lnTo>
                  <a:pt x="134805" y="37374"/>
                </a:lnTo>
                <a:lnTo>
                  <a:pt x="140093" y="42292"/>
                </a:lnTo>
                <a:lnTo>
                  <a:pt x="151657" y="49759"/>
                </a:lnTo>
                <a:lnTo>
                  <a:pt x="159994" y="56661"/>
                </a:lnTo>
                <a:lnTo>
                  <a:pt x="160212" y="62212"/>
                </a:lnTo>
                <a:lnTo>
                  <a:pt x="170455" y="71107"/>
                </a:lnTo>
                <a:lnTo>
                  <a:pt x="176827" y="78498"/>
                </a:lnTo>
                <a:lnTo>
                  <a:pt x="180761" y="88745"/>
                </a:lnTo>
                <a:lnTo>
                  <a:pt x="192103" y="9550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g45">
            <a:extLst>
              <a:ext uri="{FF2B5EF4-FFF2-40B4-BE49-F238E27FC236}">
                <a16:creationId xmlns:a16="http://schemas.microsoft.com/office/drawing/2014/main" id="{B2C3AA8E-DC7E-6DC1-48B2-A1D3C0A563C0}"/>
              </a:ext>
            </a:extLst>
          </p:cNvPr>
          <p:cNvSpPr/>
          <p:nvPr/>
        </p:nvSpPr>
        <p:spPr>
          <a:xfrm>
            <a:off x="2146332" y="1840378"/>
            <a:ext cx="196130" cy="264593"/>
          </a:xfrm>
          <a:custGeom>
            <a:avLst/>
            <a:gdLst/>
            <a:ahLst/>
            <a:cxnLst/>
            <a:rect l="0" t="0" r="0" b="0"/>
            <a:pathLst>
              <a:path w="110988" h="149731">
                <a:moveTo>
                  <a:pt x="110988" y="3822"/>
                </a:moveTo>
                <a:lnTo>
                  <a:pt x="110155" y="14138"/>
                </a:lnTo>
                <a:lnTo>
                  <a:pt x="105684" y="23271"/>
                </a:lnTo>
                <a:lnTo>
                  <a:pt x="102779" y="33928"/>
                </a:lnTo>
                <a:lnTo>
                  <a:pt x="100939" y="49064"/>
                </a:lnTo>
                <a:lnTo>
                  <a:pt x="101741" y="58744"/>
                </a:lnTo>
                <a:lnTo>
                  <a:pt x="99283" y="64672"/>
                </a:lnTo>
                <a:lnTo>
                  <a:pt x="98904" y="70936"/>
                </a:lnTo>
                <a:lnTo>
                  <a:pt x="97163" y="76384"/>
                </a:lnTo>
                <a:lnTo>
                  <a:pt x="87213" y="84617"/>
                </a:lnTo>
                <a:lnTo>
                  <a:pt x="80276" y="93416"/>
                </a:lnTo>
                <a:lnTo>
                  <a:pt x="73661" y="110009"/>
                </a:lnTo>
                <a:lnTo>
                  <a:pt x="74095" y="124062"/>
                </a:lnTo>
                <a:lnTo>
                  <a:pt x="70254" y="129528"/>
                </a:lnTo>
                <a:lnTo>
                  <a:pt x="61424" y="137869"/>
                </a:lnTo>
                <a:lnTo>
                  <a:pt x="52492" y="148574"/>
                </a:lnTo>
                <a:lnTo>
                  <a:pt x="46881" y="145548"/>
                </a:lnTo>
                <a:lnTo>
                  <a:pt x="45944" y="140713"/>
                </a:lnTo>
                <a:lnTo>
                  <a:pt x="37735" y="140545"/>
                </a:lnTo>
                <a:lnTo>
                  <a:pt x="32546" y="147083"/>
                </a:lnTo>
                <a:lnTo>
                  <a:pt x="28596" y="145344"/>
                </a:lnTo>
                <a:lnTo>
                  <a:pt x="22979" y="139484"/>
                </a:lnTo>
                <a:lnTo>
                  <a:pt x="18411" y="142357"/>
                </a:lnTo>
                <a:lnTo>
                  <a:pt x="12292" y="149731"/>
                </a:lnTo>
                <a:lnTo>
                  <a:pt x="0" y="131640"/>
                </a:lnTo>
                <a:lnTo>
                  <a:pt x="11516" y="122212"/>
                </a:lnTo>
                <a:lnTo>
                  <a:pt x="5871" y="110918"/>
                </a:lnTo>
                <a:lnTo>
                  <a:pt x="11057" y="106623"/>
                </a:lnTo>
                <a:lnTo>
                  <a:pt x="21240" y="104531"/>
                </a:lnTo>
                <a:lnTo>
                  <a:pt x="22463" y="96961"/>
                </a:lnTo>
                <a:lnTo>
                  <a:pt x="30497" y="105164"/>
                </a:lnTo>
                <a:lnTo>
                  <a:pt x="43809" y="105882"/>
                </a:lnTo>
                <a:lnTo>
                  <a:pt x="48465" y="97811"/>
                </a:lnTo>
                <a:lnTo>
                  <a:pt x="50400" y="86455"/>
                </a:lnTo>
                <a:lnTo>
                  <a:pt x="48776" y="73119"/>
                </a:lnTo>
                <a:lnTo>
                  <a:pt x="41642" y="63017"/>
                </a:lnTo>
                <a:lnTo>
                  <a:pt x="48154" y="43235"/>
                </a:lnTo>
                <a:lnTo>
                  <a:pt x="44381" y="39840"/>
                </a:lnTo>
                <a:lnTo>
                  <a:pt x="33159" y="41232"/>
                </a:lnTo>
                <a:lnTo>
                  <a:pt x="28922" y="32407"/>
                </a:lnTo>
                <a:lnTo>
                  <a:pt x="29997" y="24956"/>
                </a:lnTo>
                <a:lnTo>
                  <a:pt x="49034" y="25626"/>
                </a:lnTo>
                <a:lnTo>
                  <a:pt x="61245" y="30133"/>
                </a:lnTo>
                <a:lnTo>
                  <a:pt x="73244" y="34170"/>
                </a:lnTo>
                <a:lnTo>
                  <a:pt x="74297" y="24947"/>
                </a:lnTo>
                <a:lnTo>
                  <a:pt x="82129" y="9051"/>
                </a:lnTo>
                <a:lnTo>
                  <a:pt x="91063" y="0"/>
                </a:lnTo>
                <a:lnTo>
                  <a:pt x="101285" y="2869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g46">
            <a:extLst>
              <a:ext uri="{FF2B5EF4-FFF2-40B4-BE49-F238E27FC236}">
                <a16:creationId xmlns:a16="http://schemas.microsoft.com/office/drawing/2014/main" id="{085A7D57-06E3-609C-B08F-DAF775178027}"/>
              </a:ext>
            </a:extLst>
          </p:cNvPr>
          <p:cNvSpPr/>
          <p:nvPr/>
        </p:nvSpPr>
        <p:spPr>
          <a:xfrm>
            <a:off x="2085378" y="1882677"/>
            <a:ext cx="150016" cy="190325"/>
          </a:xfrm>
          <a:custGeom>
            <a:avLst/>
            <a:gdLst/>
            <a:ahLst/>
            <a:cxnLst/>
            <a:rect l="0" t="0" r="0" b="0"/>
            <a:pathLst>
              <a:path w="84893" h="107703">
                <a:moveTo>
                  <a:pt x="37350" y="1122"/>
                </a:moveTo>
                <a:lnTo>
                  <a:pt x="44515" y="0"/>
                </a:lnTo>
                <a:lnTo>
                  <a:pt x="53688" y="2287"/>
                </a:lnTo>
                <a:lnTo>
                  <a:pt x="62610" y="87"/>
                </a:lnTo>
                <a:lnTo>
                  <a:pt x="64490" y="1019"/>
                </a:lnTo>
                <a:lnTo>
                  <a:pt x="63415" y="8469"/>
                </a:lnTo>
                <a:lnTo>
                  <a:pt x="67653" y="17295"/>
                </a:lnTo>
                <a:lnTo>
                  <a:pt x="78875" y="15903"/>
                </a:lnTo>
                <a:lnTo>
                  <a:pt x="82648" y="19298"/>
                </a:lnTo>
                <a:lnTo>
                  <a:pt x="76136" y="39080"/>
                </a:lnTo>
                <a:lnTo>
                  <a:pt x="83270" y="49181"/>
                </a:lnTo>
                <a:lnTo>
                  <a:pt x="84893" y="62517"/>
                </a:lnTo>
                <a:lnTo>
                  <a:pt x="82958" y="73874"/>
                </a:lnTo>
                <a:lnTo>
                  <a:pt x="78303" y="81945"/>
                </a:lnTo>
                <a:lnTo>
                  <a:pt x="64991" y="81226"/>
                </a:lnTo>
                <a:lnTo>
                  <a:pt x="56956" y="73024"/>
                </a:lnTo>
                <a:lnTo>
                  <a:pt x="55734" y="80593"/>
                </a:lnTo>
                <a:lnTo>
                  <a:pt x="45550" y="82685"/>
                </a:lnTo>
                <a:lnTo>
                  <a:pt x="40365" y="86980"/>
                </a:lnTo>
                <a:lnTo>
                  <a:pt x="46010" y="98275"/>
                </a:lnTo>
                <a:lnTo>
                  <a:pt x="34493" y="107703"/>
                </a:lnTo>
                <a:lnTo>
                  <a:pt x="19061" y="90463"/>
                </a:lnTo>
                <a:lnTo>
                  <a:pt x="9131" y="76368"/>
                </a:lnTo>
                <a:lnTo>
                  <a:pt x="0" y="58724"/>
                </a:lnTo>
                <a:lnTo>
                  <a:pt x="489" y="53049"/>
                </a:lnTo>
                <a:lnTo>
                  <a:pt x="3787" y="47588"/>
                </a:lnTo>
                <a:lnTo>
                  <a:pt x="7454" y="35153"/>
                </a:lnTo>
                <a:lnTo>
                  <a:pt x="10485" y="22488"/>
                </a:lnTo>
                <a:lnTo>
                  <a:pt x="15575" y="21502"/>
                </a:lnTo>
                <a:lnTo>
                  <a:pt x="37524" y="2167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g47">
            <a:extLst>
              <a:ext uri="{FF2B5EF4-FFF2-40B4-BE49-F238E27FC236}">
                <a16:creationId xmlns:a16="http://schemas.microsoft.com/office/drawing/2014/main" id="{540D4F51-9DA8-1929-5738-3185AB276A69}"/>
              </a:ext>
            </a:extLst>
          </p:cNvPr>
          <p:cNvSpPr/>
          <p:nvPr/>
        </p:nvSpPr>
        <p:spPr>
          <a:xfrm>
            <a:off x="2098911" y="1883971"/>
            <a:ext cx="52777" cy="38446"/>
          </a:xfrm>
          <a:custGeom>
            <a:avLst/>
            <a:gdLst/>
            <a:ahLst/>
            <a:cxnLst/>
            <a:rect l="0" t="0" r="0" b="0"/>
            <a:pathLst>
              <a:path w="29866" h="21756">
                <a:moveTo>
                  <a:pt x="5147" y="0"/>
                </a:moveTo>
                <a:lnTo>
                  <a:pt x="29693" y="389"/>
                </a:lnTo>
                <a:lnTo>
                  <a:pt x="29866" y="20944"/>
                </a:lnTo>
                <a:lnTo>
                  <a:pt x="7917" y="20769"/>
                </a:lnTo>
                <a:lnTo>
                  <a:pt x="2828" y="21756"/>
                </a:lnTo>
                <a:lnTo>
                  <a:pt x="0" y="1918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g48">
            <a:extLst>
              <a:ext uri="{FF2B5EF4-FFF2-40B4-BE49-F238E27FC236}">
                <a16:creationId xmlns:a16="http://schemas.microsoft.com/office/drawing/2014/main" id="{F0797CBA-7046-0C72-5A7C-3BA5B0D4C860}"/>
              </a:ext>
            </a:extLst>
          </p:cNvPr>
          <p:cNvSpPr/>
          <p:nvPr/>
        </p:nvSpPr>
        <p:spPr>
          <a:xfrm>
            <a:off x="2661003" y="2821386"/>
            <a:ext cx="311450" cy="293472"/>
          </a:xfrm>
          <a:custGeom>
            <a:avLst/>
            <a:gdLst/>
            <a:ahLst/>
            <a:cxnLst/>
            <a:rect l="0" t="0" r="0" b="0"/>
            <a:pathLst>
              <a:path w="176247" h="166073">
                <a:moveTo>
                  <a:pt x="135822" y="1737"/>
                </a:moveTo>
                <a:lnTo>
                  <a:pt x="142020" y="6086"/>
                </a:lnTo>
                <a:lnTo>
                  <a:pt x="147956" y="8946"/>
                </a:lnTo>
                <a:lnTo>
                  <a:pt x="157450" y="11821"/>
                </a:lnTo>
                <a:lnTo>
                  <a:pt x="165869" y="16949"/>
                </a:lnTo>
                <a:lnTo>
                  <a:pt x="172787" y="24569"/>
                </a:lnTo>
                <a:lnTo>
                  <a:pt x="176247" y="39068"/>
                </a:lnTo>
                <a:lnTo>
                  <a:pt x="173568" y="43697"/>
                </a:lnTo>
                <a:lnTo>
                  <a:pt x="170169" y="57543"/>
                </a:lnTo>
                <a:lnTo>
                  <a:pt x="172624" y="71696"/>
                </a:lnTo>
                <a:lnTo>
                  <a:pt x="167721" y="77641"/>
                </a:lnTo>
                <a:lnTo>
                  <a:pt x="162644" y="93509"/>
                </a:lnTo>
                <a:lnTo>
                  <a:pt x="170354" y="97933"/>
                </a:lnTo>
                <a:lnTo>
                  <a:pt x="124484" y="112011"/>
                </a:lnTo>
                <a:lnTo>
                  <a:pt x="125455" y="124168"/>
                </a:lnTo>
                <a:lnTo>
                  <a:pt x="114062" y="126506"/>
                </a:lnTo>
                <a:lnTo>
                  <a:pt x="105313" y="133310"/>
                </a:lnTo>
                <a:lnTo>
                  <a:pt x="103276" y="139232"/>
                </a:lnTo>
                <a:lnTo>
                  <a:pt x="97889" y="140575"/>
                </a:lnTo>
                <a:lnTo>
                  <a:pt x="84399" y="154623"/>
                </a:lnTo>
                <a:lnTo>
                  <a:pt x="75735" y="165677"/>
                </a:lnTo>
                <a:lnTo>
                  <a:pt x="70699" y="166073"/>
                </a:lnTo>
                <a:lnTo>
                  <a:pt x="65942" y="164106"/>
                </a:lnTo>
                <a:lnTo>
                  <a:pt x="49385" y="162236"/>
                </a:lnTo>
                <a:lnTo>
                  <a:pt x="46755" y="160959"/>
                </a:lnTo>
                <a:lnTo>
                  <a:pt x="46694" y="159542"/>
                </a:lnTo>
                <a:lnTo>
                  <a:pt x="40955" y="155692"/>
                </a:lnTo>
                <a:lnTo>
                  <a:pt x="31335" y="154708"/>
                </a:lnTo>
                <a:lnTo>
                  <a:pt x="19020" y="158590"/>
                </a:lnTo>
                <a:lnTo>
                  <a:pt x="9642" y="147921"/>
                </a:lnTo>
                <a:lnTo>
                  <a:pt x="0" y="133946"/>
                </a:lnTo>
                <a:lnTo>
                  <a:pt x="2049" y="79598"/>
                </a:lnTo>
                <a:lnTo>
                  <a:pt x="33229" y="79814"/>
                </a:lnTo>
                <a:lnTo>
                  <a:pt x="32089" y="73917"/>
                </a:lnTo>
                <a:lnTo>
                  <a:pt x="34466" y="67520"/>
                </a:lnTo>
                <a:lnTo>
                  <a:pt x="32004" y="59509"/>
                </a:lnTo>
                <a:lnTo>
                  <a:pt x="33880" y="51225"/>
                </a:lnTo>
                <a:lnTo>
                  <a:pt x="32399" y="45922"/>
                </a:lnTo>
                <a:lnTo>
                  <a:pt x="37567" y="46352"/>
                </a:lnTo>
                <a:lnTo>
                  <a:pt x="38321" y="51661"/>
                </a:lnTo>
                <a:lnTo>
                  <a:pt x="45361" y="51249"/>
                </a:lnTo>
                <a:lnTo>
                  <a:pt x="54853" y="52824"/>
                </a:lnTo>
                <a:lnTo>
                  <a:pt x="59693" y="60579"/>
                </a:lnTo>
                <a:lnTo>
                  <a:pt x="71644" y="62962"/>
                </a:lnTo>
                <a:lnTo>
                  <a:pt x="80938" y="57570"/>
                </a:lnTo>
                <a:lnTo>
                  <a:pt x="84085" y="66520"/>
                </a:lnTo>
                <a:lnTo>
                  <a:pt x="95509" y="68907"/>
                </a:lnTo>
                <a:lnTo>
                  <a:pt x="100834" y="76185"/>
                </a:lnTo>
                <a:lnTo>
                  <a:pt x="106717" y="85585"/>
                </a:lnTo>
                <a:lnTo>
                  <a:pt x="118170" y="85727"/>
                </a:lnTo>
                <a:lnTo>
                  <a:pt x="117447" y="67308"/>
                </a:lnTo>
                <a:lnTo>
                  <a:pt x="113249" y="70414"/>
                </a:lnTo>
                <a:lnTo>
                  <a:pt x="102947" y="63767"/>
                </a:lnTo>
                <a:lnTo>
                  <a:pt x="98974" y="60728"/>
                </a:lnTo>
                <a:lnTo>
                  <a:pt x="101241" y="43583"/>
                </a:lnTo>
                <a:lnTo>
                  <a:pt x="104342" y="23360"/>
                </a:lnTo>
                <a:lnTo>
                  <a:pt x="101126" y="15827"/>
                </a:lnTo>
                <a:lnTo>
                  <a:pt x="105613" y="4924"/>
                </a:lnTo>
                <a:lnTo>
                  <a:pt x="109680" y="2882"/>
                </a:lnTo>
                <a:lnTo>
                  <a:pt x="129931" y="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g49">
            <a:extLst>
              <a:ext uri="{FF2B5EF4-FFF2-40B4-BE49-F238E27FC236}">
                <a16:creationId xmlns:a16="http://schemas.microsoft.com/office/drawing/2014/main" id="{E8238B0C-BE06-6534-DB09-2F441CA0ED5B}"/>
              </a:ext>
            </a:extLst>
          </p:cNvPr>
          <p:cNvSpPr/>
          <p:nvPr/>
        </p:nvSpPr>
        <p:spPr>
          <a:xfrm>
            <a:off x="3665441" y="2662229"/>
            <a:ext cx="78762" cy="228509"/>
          </a:xfrm>
          <a:custGeom>
            <a:avLst/>
            <a:gdLst/>
            <a:ahLst/>
            <a:cxnLst/>
            <a:rect l="0" t="0" r="0" b="0"/>
            <a:pathLst>
              <a:path w="44571" h="129311">
                <a:moveTo>
                  <a:pt x="3224" y="0"/>
                </a:moveTo>
                <a:lnTo>
                  <a:pt x="17883" y="3186"/>
                </a:lnTo>
                <a:lnTo>
                  <a:pt x="20793" y="7909"/>
                </a:lnTo>
                <a:lnTo>
                  <a:pt x="25689" y="15874"/>
                </a:lnTo>
                <a:lnTo>
                  <a:pt x="29249" y="39104"/>
                </a:lnTo>
                <a:lnTo>
                  <a:pt x="24652" y="52086"/>
                </a:lnTo>
                <a:lnTo>
                  <a:pt x="28089" y="74290"/>
                </a:lnTo>
                <a:lnTo>
                  <a:pt x="33293" y="74041"/>
                </a:lnTo>
                <a:lnTo>
                  <a:pt x="38486" y="79548"/>
                </a:lnTo>
                <a:lnTo>
                  <a:pt x="44259" y="91901"/>
                </a:lnTo>
                <a:lnTo>
                  <a:pt x="44571" y="113863"/>
                </a:lnTo>
                <a:lnTo>
                  <a:pt x="37950" y="117460"/>
                </a:lnTo>
                <a:lnTo>
                  <a:pt x="32846" y="129311"/>
                </a:lnTo>
                <a:lnTo>
                  <a:pt x="23608" y="118760"/>
                </a:lnTo>
                <a:lnTo>
                  <a:pt x="23031" y="106720"/>
                </a:lnTo>
                <a:lnTo>
                  <a:pt x="26506" y="98779"/>
                </a:lnTo>
                <a:lnTo>
                  <a:pt x="25917" y="91934"/>
                </a:lnTo>
                <a:lnTo>
                  <a:pt x="20185" y="87612"/>
                </a:lnTo>
                <a:lnTo>
                  <a:pt x="16011" y="89181"/>
                </a:lnTo>
                <a:lnTo>
                  <a:pt x="7709" y="80983"/>
                </a:lnTo>
                <a:lnTo>
                  <a:pt x="0" y="76559"/>
                </a:lnTo>
                <a:lnTo>
                  <a:pt x="5076" y="60692"/>
                </a:lnTo>
                <a:lnTo>
                  <a:pt x="9979" y="54746"/>
                </a:lnTo>
                <a:lnTo>
                  <a:pt x="7524" y="40593"/>
                </a:lnTo>
                <a:lnTo>
                  <a:pt x="10923" y="26747"/>
                </a:lnTo>
                <a:lnTo>
                  <a:pt x="13602" y="22118"/>
                </a:lnTo>
                <a:lnTo>
                  <a:pt x="10142" y="7620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g50">
            <a:extLst>
              <a:ext uri="{FF2B5EF4-FFF2-40B4-BE49-F238E27FC236}">
                <a16:creationId xmlns:a16="http://schemas.microsoft.com/office/drawing/2014/main" id="{914627E1-FF52-7D4C-8472-D250025DB60F}"/>
              </a:ext>
            </a:extLst>
          </p:cNvPr>
          <p:cNvSpPr/>
          <p:nvPr/>
        </p:nvSpPr>
        <p:spPr>
          <a:xfrm>
            <a:off x="2647664" y="2264314"/>
            <a:ext cx="279920" cy="495763"/>
          </a:xfrm>
          <a:custGeom>
            <a:avLst/>
            <a:gdLst/>
            <a:ahLst/>
            <a:cxnLst/>
            <a:rect l="0" t="0" r="0" b="0"/>
            <a:pathLst>
              <a:path w="158405" h="280548">
                <a:moveTo>
                  <a:pt x="67410" y="20546"/>
                </a:moveTo>
                <a:lnTo>
                  <a:pt x="78736" y="19165"/>
                </a:lnTo>
                <a:lnTo>
                  <a:pt x="96609" y="23978"/>
                </a:lnTo>
                <a:lnTo>
                  <a:pt x="100593" y="21819"/>
                </a:lnTo>
                <a:lnTo>
                  <a:pt x="111047" y="21379"/>
                </a:lnTo>
                <a:lnTo>
                  <a:pt x="116557" y="16255"/>
                </a:lnTo>
                <a:lnTo>
                  <a:pt x="125547" y="16535"/>
                </a:lnTo>
                <a:lnTo>
                  <a:pt x="142167" y="9903"/>
                </a:lnTo>
                <a:lnTo>
                  <a:pt x="154419" y="0"/>
                </a:lnTo>
                <a:lnTo>
                  <a:pt x="156607" y="7658"/>
                </a:lnTo>
                <a:lnTo>
                  <a:pt x="155413" y="24674"/>
                </a:lnTo>
                <a:lnTo>
                  <a:pt x="156705" y="39662"/>
                </a:lnTo>
                <a:lnTo>
                  <a:pt x="156164" y="66356"/>
                </a:lnTo>
                <a:lnTo>
                  <a:pt x="158405" y="74721"/>
                </a:lnTo>
                <a:lnTo>
                  <a:pt x="153355" y="86926"/>
                </a:lnTo>
                <a:lnTo>
                  <a:pt x="146959" y="98788"/>
                </a:lnTo>
                <a:lnTo>
                  <a:pt x="136910" y="109380"/>
                </a:lnTo>
                <a:lnTo>
                  <a:pt x="122948" y="115873"/>
                </a:lnTo>
                <a:lnTo>
                  <a:pt x="105732" y="124163"/>
                </a:lnTo>
                <a:lnTo>
                  <a:pt x="87969" y="142496"/>
                </a:lnTo>
                <a:lnTo>
                  <a:pt x="82091" y="145614"/>
                </a:lnTo>
                <a:lnTo>
                  <a:pt x="71099" y="157751"/>
                </a:lnTo>
                <a:lnTo>
                  <a:pt x="64786" y="161700"/>
                </a:lnTo>
                <a:lnTo>
                  <a:pt x="62907" y="173879"/>
                </a:lnTo>
                <a:lnTo>
                  <a:pt x="69248" y="186815"/>
                </a:lnTo>
                <a:lnTo>
                  <a:pt x="71624" y="196833"/>
                </a:lnTo>
                <a:lnTo>
                  <a:pt x="71526" y="201943"/>
                </a:lnTo>
                <a:lnTo>
                  <a:pt x="74182" y="201089"/>
                </a:lnTo>
                <a:lnTo>
                  <a:pt x="72806" y="217841"/>
                </a:lnTo>
                <a:lnTo>
                  <a:pt x="69947" y="225776"/>
                </a:lnTo>
                <a:lnTo>
                  <a:pt x="73240" y="228701"/>
                </a:lnTo>
                <a:lnTo>
                  <a:pt x="70612" y="235807"/>
                </a:lnTo>
                <a:lnTo>
                  <a:pt x="64082" y="241883"/>
                </a:lnTo>
                <a:lnTo>
                  <a:pt x="51593" y="247655"/>
                </a:lnTo>
                <a:lnTo>
                  <a:pt x="33347" y="256900"/>
                </a:lnTo>
                <a:lnTo>
                  <a:pt x="26505" y="263215"/>
                </a:lnTo>
                <a:lnTo>
                  <a:pt x="27281" y="270410"/>
                </a:lnTo>
                <a:lnTo>
                  <a:pt x="30944" y="271559"/>
                </a:lnTo>
                <a:lnTo>
                  <a:pt x="29058" y="280548"/>
                </a:lnTo>
                <a:lnTo>
                  <a:pt x="17979" y="280405"/>
                </a:lnTo>
                <a:lnTo>
                  <a:pt x="17240" y="272855"/>
                </a:lnTo>
                <a:lnTo>
                  <a:pt x="15578" y="265196"/>
                </a:lnTo>
                <a:lnTo>
                  <a:pt x="14717" y="259064"/>
                </a:lnTo>
                <a:lnTo>
                  <a:pt x="18478" y="240022"/>
                </a:lnTo>
                <a:lnTo>
                  <a:pt x="15328" y="227888"/>
                </a:lnTo>
                <a:lnTo>
                  <a:pt x="9504" y="203847"/>
                </a:lnTo>
                <a:lnTo>
                  <a:pt x="26017" y="184460"/>
                </a:lnTo>
                <a:lnTo>
                  <a:pt x="30516" y="172141"/>
                </a:lnTo>
                <a:lnTo>
                  <a:pt x="32829" y="170587"/>
                </a:lnTo>
                <a:lnTo>
                  <a:pt x="34989" y="160531"/>
                </a:lnTo>
                <a:lnTo>
                  <a:pt x="32850" y="155472"/>
                </a:lnTo>
                <a:lnTo>
                  <a:pt x="34095" y="142708"/>
                </a:lnTo>
                <a:lnTo>
                  <a:pt x="37551" y="130870"/>
                </a:lnTo>
                <a:lnTo>
                  <a:pt x="38503" y="109252"/>
                </a:lnTo>
                <a:lnTo>
                  <a:pt x="31001" y="103764"/>
                </a:lnTo>
                <a:lnTo>
                  <a:pt x="23954" y="102523"/>
                </a:lnTo>
                <a:lnTo>
                  <a:pt x="20916" y="98296"/>
                </a:lnTo>
                <a:lnTo>
                  <a:pt x="14149" y="94692"/>
                </a:lnTo>
                <a:lnTo>
                  <a:pt x="1691" y="95032"/>
                </a:lnTo>
                <a:lnTo>
                  <a:pt x="970" y="88660"/>
                </a:lnTo>
                <a:lnTo>
                  <a:pt x="0" y="76504"/>
                </a:lnTo>
                <a:lnTo>
                  <a:pt x="45870" y="62425"/>
                </a:lnTo>
                <a:lnTo>
                  <a:pt x="54172" y="70623"/>
                </a:lnTo>
                <a:lnTo>
                  <a:pt x="58345" y="69054"/>
                </a:lnTo>
                <a:lnTo>
                  <a:pt x="64077" y="73376"/>
                </a:lnTo>
                <a:lnTo>
                  <a:pt x="64667" y="80221"/>
                </a:lnTo>
                <a:lnTo>
                  <a:pt x="61192" y="88162"/>
                </a:lnTo>
                <a:lnTo>
                  <a:pt x="61768" y="100202"/>
                </a:lnTo>
                <a:lnTo>
                  <a:pt x="71006" y="110753"/>
                </a:lnTo>
                <a:lnTo>
                  <a:pt x="76110" y="98902"/>
                </a:lnTo>
                <a:lnTo>
                  <a:pt x="82732" y="95305"/>
                </a:lnTo>
                <a:lnTo>
                  <a:pt x="82419" y="73343"/>
                </a:lnTo>
                <a:lnTo>
                  <a:pt x="76646" y="60990"/>
                </a:lnTo>
                <a:lnTo>
                  <a:pt x="71454" y="55483"/>
                </a:lnTo>
                <a:lnTo>
                  <a:pt x="66249" y="55732"/>
                </a:lnTo>
                <a:lnTo>
                  <a:pt x="62813" y="3352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g51">
            <a:extLst>
              <a:ext uri="{FF2B5EF4-FFF2-40B4-BE49-F238E27FC236}">
                <a16:creationId xmlns:a16="http://schemas.microsoft.com/office/drawing/2014/main" id="{13A7C7B0-6A3F-77BE-5293-35739DD16364}"/>
              </a:ext>
            </a:extLst>
          </p:cNvPr>
          <p:cNvSpPr/>
          <p:nvPr/>
        </p:nvSpPr>
        <p:spPr>
          <a:xfrm>
            <a:off x="2643616" y="2727418"/>
            <a:ext cx="35821" cy="49064"/>
          </a:xfrm>
          <a:custGeom>
            <a:avLst/>
            <a:gdLst/>
            <a:ahLst/>
            <a:cxnLst/>
            <a:rect l="0" t="0" r="0" b="0"/>
            <a:pathLst>
              <a:path w="20271" h="27765">
                <a:moveTo>
                  <a:pt x="20271" y="18336"/>
                </a:moveTo>
                <a:lnTo>
                  <a:pt x="16760" y="25921"/>
                </a:lnTo>
                <a:lnTo>
                  <a:pt x="8082" y="27765"/>
                </a:lnTo>
                <a:lnTo>
                  <a:pt x="0" y="18507"/>
                </a:lnTo>
                <a:lnTo>
                  <a:pt x="252" y="12602"/>
                </a:lnTo>
                <a:lnTo>
                  <a:pt x="4663" y="6190"/>
                </a:lnTo>
                <a:lnTo>
                  <a:pt x="6360" y="1217"/>
                </a:lnTo>
                <a:lnTo>
                  <a:pt x="10674" y="0"/>
                </a:lnTo>
                <a:lnTo>
                  <a:pt x="17870" y="3127"/>
                </a:lnTo>
                <a:lnTo>
                  <a:pt x="19532" y="1078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g52">
            <a:extLst>
              <a:ext uri="{FF2B5EF4-FFF2-40B4-BE49-F238E27FC236}">
                <a16:creationId xmlns:a16="http://schemas.microsoft.com/office/drawing/2014/main" id="{431574E9-F69B-0C75-6D4A-E1A24DD719F3}"/>
              </a:ext>
            </a:extLst>
          </p:cNvPr>
          <p:cNvSpPr/>
          <p:nvPr/>
        </p:nvSpPr>
        <p:spPr>
          <a:xfrm>
            <a:off x="2168057" y="2086863"/>
            <a:ext cx="28811" cy="40805"/>
          </a:xfrm>
          <a:custGeom>
            <a:avLst/>
            <a:gdLst/>
            <a:ahLst/>
            <a:cxnLst/>
            <a:rect l="0" t="0" r="0" b="0"/>
            <a:pathLst>
              <a:path w="16304" h="23091">
                <a:moveTo>
                  <a:pt x="16304" y="5860"/>
                </a:moveTo>
                <a:lnTo>
                  <a:pt x="10801" y="9449"/>
                </a:lnTo>
                <a:lnTo>
                  <a:pt x="8313" y="13841"/>
                </a:lnTo>
                <a:lnTo>
                  <a:pt x="7800" y="21287"/>
                </a:lnTo>
                <a:lnTo>
                  <a:pt x="3958" y="23091"/>
                </a:lnTo>
                <a:lnTo>
                  <a:pt x="0" y="10247"/>
                </a:lnTo>
                <a:lnTo>
                  <a:pt x="6119" y="2873"/>
                </a:lnTo>
                <a:lnTo>
                  <a:pt x="10687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g53">
            <a:extLst>
              <a:ext uri="{FF2B5EF4-FFF2-40B4-BE49-F238E27FC236}">
                <a16:creationId xmlns:a16="http://schemas.microsoft.com/office/drawing/2014/main" id="{5307A8AB-6CD8-9F4B-8A07-40D1A70262CE}"/>
              </a:ext>
            </a:extLst>
          </p:cNvPr>
          <p:cNvSpPr/>
          <p:nvPr/>
        </p:nvSpPr>
        <p:spPr>
          <a:xfrm>
            <a:off x="2157326" y="2129908"/>
            <a:ext cx="331267" cy="364206"/>
          </a:xfrm>
          <a:custGeom>
            <a:avLst/>
            <a:gdLst/>
            <a:ahLst/>
            <a:cxnLst/>
            <a:rect l="0" t="0" r="0" b="0"/>
            <a:pathLst>
              <a:path w="187461" h="206101">
                <a:moveTo>
                  <a:pt x="12110" y="4028"/>
                </a:moveTo>
                <a:lnTo>
                  <a:pt x="18340" y="1732"/>
                </a:lnTo>
                <a:lnTo>
                  <a:pt x="22700" y="2052"/>
                </a:lnTo>
                <a:lnTo>
                  <a:pt x="27995" y="0"/>
                </a:lnTo>
                <a:lnTo>
                  <a:pt x="72436" y="225"/>
                </a:lnTo>
                <a:lnTo>
                  <a:pt x="76048" y="12953"/>
                </a:lnTo>
                <a:lnTo>
                  <a:pt x="80278" y="23196"/>
                </a:lnTo>
                <a:lnTo>
                  <a:pt x="83685" y="28720"/>
                </a:lnTo>
                <a:lnTo>
                  <a:pt x="89357" y="37650"/>
                </a:lnTo>
                <a:lnTo>
                  <a:pt x="99317" y="36269"/>
                </a:lnTo>
                <a:lnTo>
                  <a:pt x="104306" y="33866"/>
                </a:lnTo>
                <a:lnTo>
                  <a:pt x="112592" y="36279"/>
                </a:lnTo>
                <a:lnTo>
                  <a:pt x="114894" y="32008"/>
                </a:lnTo>
                <a:lnTo>
                  <a:pt x="118775" y="22054"/>
                </a:lnTo>
                <a:lnTo>
                  <a:pt x="128116" y="21386"/>
                </a:lnTo>
                <a:lnTo>
                  <a:pt x="128959" y="18427"/>
                </a:lnTo>
                <a:lnTo>
                  <a:pt x="136639" y="18362"/>
                </a:lnTo>
                <a:lnTo>
                  <a:pt x="135261" y="24516"/>
                </a:lnTo>
                <a:lnTo>
                  <a:pt x="153522" y="24367"/>
                </a:lnTo>
                <a:lnTo>
                  <a:pt x="153666" y="35115"/>
                </a:lnTo>
                <a:lnTo>
                  <a:pt x="156628" y="41705"/>
                </a:lnTo>
                <a:lnTo>
                  <a:pt x="154271" y="52001"/>
                </a:lnTo>
                <a:lnTo>
                  <a:pt x="155219" y="62505"/>
                </a:lnTo>
                <a:lnTo>
                  <a:pt x="160131" y="68844"/>
                </a:lnTo>
                <a:lnTo>
                  <a:pt x="158979" y="89170"/>
                </a:lnTo>
                <a:lnTo>
                  <a:pt x="162722" y="87603"/>
                </a:lnTo>
                <a:lnTo>
                  <a:pt x="169235" y="88022"/>
                </a:lnTo>
                <a:lnTo>
                  <a:pt x="178578" y="85464"/>
                </a:lnTo>
                <a:lnTo>
                  <a:pt x="185394" y="86472"/>
                </a:lnTo>
                <a:lnTo>
                  <a:pt x="186875" y="91775"/>
                </a:lnTo>
                <a:lnTo>
                  <a:pt x="184999" y="100058"/>
                </a:lnTo>
                <a:lnTo>
                  <a:pt x="187461" y="108070"/>
                </a:lnTo>
                <a:lnTo>
                  <a:pt x="185084" y="114467"/>
                </a:lnTo>
                <a:lnTo>
                  <a:pt x="186223" y="120363"/>
                </a:lnTo>
                <a:lnTo>
                  <a:pt x="155044" y="120148"/>
                </a:lnTo>
                <a:lnTo>
                  <a:pt x="152994" y="174496"/>
                </a:lnTo>
                <a:lnTo>
                  <a:pt x="162636" y="188470"/>
                </a:lnTo>
                <a:lnTo>
                  <a:pt x="172015" y="199140"/>
                </a:lnTo>
                <a:lnTo>
                  <a:pt x="144455" y="206101"/>
                </a:lnTo>
                <a:lnTo>
                  <a:pt x="108517" y="203683"/>
                </a:lnTo>
                <a:lnTo>
                  <a:pt x="98420" y="195499"/>
                </a:lnTo>
                <a:lnTo>
                  <a:pt x="38063" y="196236"/>
                </a:lnTo>
                <a:lnTo>
                  <a:pt x="35789" y="197436"/>
                </a:lnTo>
                <a:lnTo>
                  <a:pt x="27060" y="189713"/>
                </a:lnTo>
                <a:lnTo>
                  <a:pt x="17414" y="189203"/>
                </a:lnTo>
                <a:lnTo>
                  <a:pt x="8449" y="192112"/>
                </a:lnTo>
                <a:lnTo>
                  <a:pt x="1230" y="195361"/>
                </a:lnTo>
                <a:lnTo>
                  <a:pt x="0" y="184622"/>
                </a:lnTo>
                <a:lnTo>
                  <a:pt x="2294" y="169603"/>
                </a:lnTo>
                <a:lnTo>
                  <a:pt x="7676" y="153965"/>
                </a:lnTo>
                <a:lnTo>
                  <a:pt x="8557" y="146635"/>
                </a:lnTo>
                <a:lnTo>
                  <a:pt x="13617" y="131238"/>
                </a:lnTo>
                <a:lnTo>
                  <a:pt x="17277" y="124238"/>
                </a:lnTo>
                <a:lnTo>
                  <a:pt x="26023" y="113063"/>
                </a:lnTo>
                <a:lnTo>
                  <a:pt x="30925" y="105462"/>
                </a:lnTo>
                <a:lnTo>
                  <a:pt x="32651" y="92809"/>
                </a:lnTo>
                <a:lnTo>
                  <a:pt x="31974" y="83128"/>
                </a:lnTo>
                <a:lnTo>
                  <a:pt x="27549" y="77022"/>
                </a:lnTo>
                <a:lnTo>
                  <a:pt x="23651" y="66659"/>
                </a:lnTo>
                <a:lnTo>
                  <a:pt x="20053" y="56412"/>
                </a:lnTo>
                <a:lnTo>
                  <a:pt x="20890" y="52861"/>
                </a:lnTo>
                <a:lnTo>
                  <a:pt x="25568" y="46090"/>
                </a:lnTo>
                <a:lnTo>
                  <a:pt x="21133" y="29588"/>
                </a:lnTo>
                <a:lnTo>
                  <a:pt x="18132" y="18154"/>
                </a:lnTo>
                <a:lnTo>
                  <a:pt x="10659" y="734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g54">
            <a:extLst>
              <a:ext uri="{FF2B5EF4-FFF2-40B4-BE49-F238E27FC236}">
                <a16:creationId xmlns:a16="http://schemas.microsoft.com/office/drawing/2014/main" id="{26015A20-EA23-2E17-953C-EEF561FF027C}"/>
              </a:ext>
            </a:extLst>
          </p:cNvPr>
          <p:cNvSpPr/>
          <p:nvPr/>
        </p:nvSpPr>
        <p:spPr>
          <a:xfrm>
            <a:off x="2624318" y="2023790"/>
            <a:ext cx="45879" cy="64938"/>
          </a:xfrm>
          <a:custGeom>
            <a:avLst/>
            <a:gdLst/>
            <a:ahLst/>
            <a:cxnLst/>
            <a:rect l="0" t="0" r="0" b="0"/>
            <a:pathLst>
              <a:path w="25963" h="36748">
                <a:moveTo>
                  <a:pt x="21848" y="1116"/>
                </a:moveTo>
                <a:lnTo>
                  <a:pt x="22667" y="7842"/>
                </a:lnTo>
                <a:lnTo>
                  <a:pt x="25879" y="11714"/>
                </a:lnTo>
                <a:lnTo>
                  <a:pt x="25963" y="17265"/>
                </a:lnTo>
                <a:lnTo>
                  <a:pt x="22207" y="20839"/>
                </a:lnTo>
                <a:lnTo>
                  <a:pt x="16241" y="29748"/>
                </a:lnTo>
                <a:lnTo>
                  <a:pt x="10701" y="35935"/>
                </a:lnTo>
                <a:lnTo>
                  <a:pt x="4459" y="36748"/>
                </a:lnTo>
                <a:lnTo>
                  <a:pt x="3721" y="16148"/>
                </a:lnTo>
                <a:lnTo>
                  <a:pt x="0" y="8382"/>
                </a:lnTo>
                <a:lnTo>
                  <a:pt x="9145" y="9725"/>
                </a:lnTo>
                <a:lnTo>
                  <a:pt x="1384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g55">
            <a:extLst>
              <a:ext uri="{FF2B5EF4-FFF2-40B4-BE49-F238E27FC236}">
                <a16:creationId xmlns:a16="http://schemas.microsoft.com/office/drawing/2014/main" id="{237AF0C8-1479-CB53-6E67-49EA871526C2}"/>
              </a:ext>
            </a:extLst>
          </p:cNvPr>
          <p:cNvSpPr/>
          <p:nvPr/>
        </p:nvSpPr>
        <p:spPr>
          <a:xfrm>
            <a:off x="2979521" y="2316332"/>
            <a:ext cx="203273" cy="409314"/>
          </a:xfrm>
          <a:custGeom>
            <a:avLst/>
            <a:gdLst/>
            <a:ahLst/>
            <a:cxnLst/>
            <a:rect l="0" t="0" r="0" b="0"/>
            <a:pathLst>
              <a:path w="115031" h="231627">
                <a:moveTo>
                  <a:pt x="103616" y="7332"/>
                </a:moveTo>
                <a:lnTo>
                  <a:pt x="107244" y="14599"/>
                </a:lnTo>
                <a:lnTo>
                  <a:pt x="110377" y="25880"/>
                </a:lnTo>
                <a:lnTo>
                  <a:pt x="111641" y="46428"/>
                </a:lnTo>
                <a:lnTo>
                  <a:pt x="115031" y="54418"/>
                </a:lnTo>
                <a:lnTo>
                  <a:pt x="113033" y="62609"/>
                </a:lnTo>
                <a:lnTo>
                  <a:pt x="110072" y="67634"/>
                </a:lnTo>
                <a:lnTo>
                  <a:pt x="105637" y="57624"/>
                </a:lnTo>
                <a:lnTo>
                  <a:pt x="102516" y="62679"/>
                </a:lnTo>
                <a:lnTo>
                  <a:pt x="104543" y="75333"/>
                </a:lnTo>
                <a:lnTo>
                  <a:pt x="102735" y="82575"/>
                </a:lnTo>
                <a:lnTo>
                  <a:pt x="98358" y="86521"/>
                </a:lnTo>
                <a:lnTo>
                  <a:pt x="96419" y="100988"/>
                </a:lnTo>
                <a:lnTo>
                  <a:pt x="89151" y="120900"/>
                </a:lnTo>
                <a:lnTo>
                  <a:pt x="80143" y="144439"/>
                </a:lnTo>
                <a:lnTo>
                  <a:pt x="68627" y="176801"/>
                </a:lnTo>
                <a:lnTo>
                  <a:pt x="61110" y="200551"/>
                </a:lnTo>
                <a:lnTo>
                  <a:pt x="52775" y="220358"/>
                </a:lnTo>
                <a:lnTo>
                  <a:pt x="40477" y="224403"/>
                </a:lnTo>
                <a:lnTo>
                  <a:pt x="27023" y="231627"/>
                </a:lnTo>
                <a:lnTo>
                  <a:pt x="18965" y="227266"/>
                </a:lnTo>
                <a:lnTo>
                  <a:pt x="7838" y="221156"/>
                </a:lnTo>
                <a:lnTo>
                  <a:pt x="4518" y="212143"/>
                </a:lnTo>
                <a:lnTo>
                  <a:pt x="4711" y="197001"/>
                </a:lnTo>
                <a:lnTo>
                  <a:pt x="504" y="183384"/>
                </a:lnTo>
                <a:lnTo>
                  <a:pt x="0" y="171094"/>
                </a:lnTo>
                <a:lnTo>
                  <a:pt x="3466" y="158780"/>
                </a:lnTo>
                <a:lnTo>
                  <a:pt x="10470" y="155822"/>
                </a:lnTo>
                <a:lnTo>
                  <a:pt x="10885" y="150137"/>
                </a:lnTo>
                <a:lnTo>
                  <a:pt x="18812" y="137188"/>
                </a:lnTo>
                <a:lnTo>
                  <a:pt x="20861" y="126309"/>
                </a:lnTo>
                <a:lnTo>
                  <a:pt x="17944" y="118221"/>
                </a:lnTo>
                <a:lnTo>
                  <a:pt x="15819" y="107450"/>
                </a:lnTo>
                <a:lnTo>
                  <a:pt x="15613" y="91712"/>
                </a:lnTo>
                <a:lnTo>
                  <a:pt x="21395" y="82156"/>
                </a:lnTo>
                <a:lnTo>
                  <a:pt x="24035" y="71322"/>
                </a:lnTo>
                <a:lnTo>
                  <a:pt x="31504" y="70693"/>
                </a:lnTo>
                <a:lnTo>
                  <a:pt x="40029" y="67191"/>
                </a:lnTo>
                <a:lnTo>
                  <a:pt x="45733" y="64101"/>
                </a:lnTo>
                <a:lnTo>
                  <a:pt x="52301" y="63872"/>
                </a:lnTo>
                <a:lnTo>
                  <a:pt x="61373" y="54139"/>
                </a:lnTo>
                <a:lnTo>
                  <a:pt x="74257" y="43619"/>
                </a:lnTo>
                <a:lnTo>
                  <a:pt x="79207" y="35026"/>
                </a:lnTo>
                <a:lnTo>
                  <a:pt x="77548" y="27727"/>
                </a:lnTo>
                <a:lnTo>
                  <a:pt x="83799" y="29780"/>
                </a:lnTo>
                <a:lnTo>
                  <a:pt x="92647" y="17911"/>
                </a:lnTo>
                <a:lnTo>
                  <a:pt x="93413" y="7640"/>
                </a:lnTo>
                <a:lnTo>
                  <a:pt x="98723" y="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g56">
            <a:extLst>
              <a:ext uri="{FF2B5EF4-FFF2-40B4-BE49-F238E27FC236}">
                <a16:creationId xmlns:a16="http://schemas.microsoft.com/office/drawing/2014/main" id="{9C59BAB3-3DFC-B835-0A3D-6AE5FBFF3F58}"/>
              </a:ext>
            </a:extLst>
          </p:cNvPr>
          <p:cNvSpPr/>
          <p:nvPr/>
        </p:nvSpPr>
        <p:spPr>
          <a:xfrm>
            <a:off x="1405229" y="1534064"/>
            <a:ext cx="79432" cy="22521"/>
          </a:xfrm>
          <a:custGeom>
            <a:avLst/>
            <a:gdLst/>
            <a:ahLst/>
            <a:cxnLst/>
            <a:rect l="0" t="0" r="0" b="0"/>
            <a:pathLst>
              <a:path w="44950" h="12745">
                <a:moveTo>
                  <a:pt x="2043" y="4808"/>
                </a:moveTo>
                <a:lnTo>
                  <a:pt x="18350" y="4319"/>
                </a:lnTo>
                <a:lnTo>
                  <a:pt x="21795" y="275"/>
                </a:lnTo>
                <a:lnTo>
                  <a:pt x="26543" y="0"/>
                </a:lnTo>
                <a:lnTo>
                  <a:pt x="32381" y="4204"/>
                </a:lnTo>
                <a:lnTo>
                  <a:pt x="37023" y="4284"/>
                </a:lnTo>
                <a:lnTo>
                  <a:pt x="42000" y="1407"/>
                </a:lnTo>
                <a:lnTo>
                  <a:pt x="44950" y="6344"/>
                </a:lnTo>
                <a:lnTo>
                  <a:pt x="38418" y="10178"/>
                </a:lnTo>
                <a:lnTo>
                  <a:pt x="31918" y="9877"/>
                </a:lnTo>
                <a:lnTo>
                  <a:pt x="25553" y="6268"/>
                </a:lnTo>
                <a:lnTo>
                  <a:pt x="19942" y="10212"/>
                </a:lnTo>
                <a:lnTo>
                  <a:pt x="17258" y="10353"/>
                </a:lnTo>
                <a:lnTo>
                  <a:pt x="13622" y="12745"/>
                </a:lnTo>
                <a:lnTo>
                  <a:pt x="0" y="12385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g57">
            <a:extLst>
              <a:ext uri="{FF2B5EF4-FFF2-40B4-BE49-F238E27FC236}">
                <a16:creationId xmlns:a16="http://schemas.microsoft.com/office/drawing/2014/main" id="{6C118F88-8E9C-2799-87AF-A1409E9E6444}"/>
              </a:ext>
            </a:extLst>
          </p:cNvPr>
          <p:cNvSpPr/>
          <p:nvPr/>
        </p:nvSpPr>
        <p:spPr>
          <a:xfrm>
            <a:off x="2040628" y="825673"/>
            <a:ext cx="101072" cy="212438"/>
          </a:xfrm>
          <a:custGeom>
            <a:avLst/>
            <a:gdLst/>
            <a:ahLst/>
            <a:cxnLst/>
            <a:rect l="0" t="0" r="0" b="0"/>
            <a:pathLst>
              <a:path w="57196" h="120217">
                <a:moveTo>
                  <a:pt x="29798" y="120217"/>
                </a:moveTo>
                <a:lnTo>
                  <a:pt x="22827" y="89546"/>
                </a:lnTo>
                <a:lnTo>
                  <a:pt x="13783" y="82651"/>
                </a:lnTo>
                <a:lnTo>
                  <a:pt x="13552" y="78516"/>
                </a:lnTo>
                <a:lnTo>
                  <a:pt x="1574" y="68339"/>
                </a:lnTo>
                <a:lnTo>
                  <a:pt x="0" y="55476"/>
                </a:lnTo>
                <a:lnTo>
                  <a:pt x="8544" y="45954"/>
                </a:lnTo>
                <a:lnTo>
                  <a:pt x="11496" y="31880"/>
                </a:lnTo>
                <a:lnTo>
                  <a:pt x="8778" y="15622"/>
                </a:lnTo>
                <a:lnTo>
                  <a:pt x="11384" y="6875"/>
                </a:lnTo>
                <a:lnTo>
                  <a:pt x="26507" y="0"/>
                </a:lnTo>
                <a:lnTo>
                  <a:pt x="36442" y="2043"/>
                </a:lnTo>
                <a:lnTo>
                  <a:pt x="36348" y="10664"/>
                </a:lnTo>
                <a:lnTo>
                  <a:pt x="48075" y="4393"/>
                </a:lnTo>
                <a:lnTo>
                  <a:pt x="49210" y="7666"/>
                </a:lnTo>
                <a:lnTo>
                  <a:pt x="42474" y="16017"/>
                </a:lnTo>
                <a:lnTo>
                  <a:pt x="42674" y="23904"/>
                </a:lnTo>
                <a:lnTo>
                  <a:pt x="47741" y="28142"/>
                </a:lnTo>
                <a:lnTo>
                  <a:pt x="46419" y="42910"/>
                </a:lnTo>
                <a:lnTo>
                  <a:pt x="37340" y="51491"/>
                </a:lnTo>
                <a:lnTo>
                  <a:pt x="40365" y="60797"/>
                </a:lnTo>
                <a:lnTo>
                  <a:pt x="47767" y="61088"/>
                </a:lnTo>
                <a:lnTo>
                  <a:pt x="51653" y="69207"/>
                </a:lnTo>
                <a:lnTo>
                  <a:pt x="57196" y="71877"/>
                </a:lnTo>
                <a:lnTo>
                  <a:pt x="56851" y="84998"/>
                </a:lnTo>
                <a:lnTo>
                  <a:pt x="50009" y="89902"/>
                </a:lnTo>
                <a:lnTo>
                  <a:pt x="45754" y="95376"/>
                </a:lnTo>
                <a:lnTo>
                  <a:pt x="36059" y="101960"/>
                </a:lnTo>
                <a:lnTo>
                  <a:pt x="37797" y="109038"/>
                </a:lnTo>
                <a:lnTo>
                  <a:pt x="36749" y="116257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g58">
            <a:extLst>
              <a:ext uri="{FF2B5EF4-FFF2-40B4-BE49-F238E27FC236}">
                <a16:creationId xmlns:a16="http://schemas.microsoft.com/office/drawing/2014/main" id="{105E0969-ACF5-046C-3AEC-AE06F45A46A1}"/>
              </a:ext>
            </a:extLst>
          </p:cNvPr>
          <p:cNvSpPr/>
          <p:nvPr/>
        </p:nvSpPr>
        <p:spPr>
          <a:xfrm>
            <a:off x="1626832" y="832645"/>
            <a:ext cx="536280" cy="545038"/>
          </a:xfrm>
          <a:custGeom>
            <a:avLst/>
            <a:gdLst/>
            <a:ahLst/>
            <a:cxnLst/>
            <a:rect l="0" t="0" r="0" b="0"/>
            <a:pathLst>
              <a:path w="303476" h="308433">
                <a:moveTo>
                  <a:pt x="0" y="166012"/>
                </a:moveTo>
                <a:lnTo>
                  <a:pt x="347" y="162703"/>
                </a:lnTo>
                <a:lnTo>
                  <a:pt x="363" y="161559"/>
                </a:lnTo>
                <a:lnTo>
                  <a:pt x="663" y="141321"/>
                </a:lnTo>
                <a:lnTo>
                  <a:pt x="24366" y="128715"/>
                </a:lnTo>
                <a:lnTo>
                  <a:pt x="38891" y="126110"/>
                </a:lnTo>
                <a:lnTo>
                  <a:pt x="50821" y="121519"/>
                </a:lnTo>
                <a:lnTo>
                  <a:pt x="56475" y="112963"/>
                </a:lnTo>
                <a:lnTo>
                  <a:pt x="73453" y="106201"/>
                </a:lnTo>
                <a:lnTo>
                  <a:pt x="74207" y="93552"/>
                </a:lnTo>
                <a:lnTo>
                  <a:pt x="82554" y="92062"/>
                </a:lnTo>
                <a:lnTo>
                  <a:pt x="89118" y="85743"/>
                </a:lnTo>
                <a:lnTo>
                  <a:pt x="107952" y="82863"/>
                </a:lnTo>
                <a:lnTo>
                  <a:pt x="110611" y="76224"/>
                </a:lnTo>
                <a:lnTo>
                  <a:pt x="106844" y="72594"/>
                </a:lnTo>
                <a:lnTo>
                  <a:pt x="101990" y="54564"/>
                </a:lnTo>
                <a:lnTo>
                  <a:pt x="101201" y="44180"/>
                </a:lnTo>
                <a:lnTo>
                  <a:pt x="95909" y="33249"/>
                </a:lnTo>
                <a:lnTo>
                  <a:pt x="109612" y="23926"/>
                </a:lnTo>
                <a:lnTo>
                  <a:pt x="124946" y="20962"/>
                </a:lnTo>
                <a:lnTo>
                  <a:pt x="133880" y="13926"/>
                </a:lnTo>
                <a:lnTo>
                  <a:pt x="147477" y="8737"/>
                </a:lnTo>
                <a:lnTo>
                  <a:pt x="171387" y="5699"/>
                </a:lnTo>
                <a:lnTo>
                  <a:pt x="194714" y="4316"/>
                </a:lnTo>
                <a:lnTo>
                  <a:pt x="201880" y="6847"/>
                </a:lnTo>
                <a:lnTo>
                  <a:pt x="215025" y="131"/>
                </a:lnTo>
                <a:lnTo>
                  <a:pt x="230086" y="0"/>
                </a:lnTo>
                <a:lnTo>
                  <a:pt x="235930" y="3964"/>
                </a:lnTo>
                <a:lnTo>
                  <a:pt x="245549" y="2929"/>
                </a:lnTo>
                <a:lnTo>
                  <a:pt x="242942" y="11677"/>
                </a:lnTo>
                <a:lnTo>
                  <a:pt x="245661" y="27935"/>
                </a:lnTo>
                <a:lnTo>
                  <a:pt x="242708" y="42009"/>
                </a:lnTo>
                <a:lnTo>
                  <a:pt x="234164" y="51531"/>
                </a:lnTo>
                <a:lnTo>
                  <a:pt x="235739" y="64394"/>
                </a:lnTo>
                <a:lnTo>
                  <a:pt x="247717" y="74570"/>
                </a:lnTo>
                <a:lnTo>
                  <a:pt x="247948" y="78705"/>
                </a:lnTo>
                <a:lnTo>
                  <a:pt x="256992" y="85600"/>
                </a:lnTo>
                <a:lnTo>
                  <a:pt x="263963" y="116271"/>
                </a:lnTo>
                <a:lnTo>
                  <a:pt x="269040" y="131356"/>
                </a:lnTo>
                <a:lnTo>
                  <a:pt x="270029" y="139293"/>
                </a:lnTo>
                <a:lnTo>
                  <a:pt x="267803" y="153228"/>
                </a:lnTo>
                <a:lnTo>
                  <a:pt x="269035" y="161015"/>
                </a:lnTo>
                <a:lnTo>
                  <a:pt x="267387" y="170363"/>
                </a:lnTo>
                <a:lnTo>
                  <a:pt x="268889" y="181102"/>
                </a:lnTo>
                <a:lnTo>
                  <a:pt x="263224" y="188239"/>
                </a:lnTo>
                <a:lnTo>
                  <a:pt x="272131" y="200687"/>
                </a:lnTo>
                <a:lnTo>
                  <a:pt x="272822" y="208006"/>
                </a:lnTo>
                <a:lnTo>
                  <a:pt x="278224" y="217530"/>
                </a:lnTo>
                <a:lnTo>
                  <a:pt x="285036" y="214401"/>
                </a:lnTo>
                <a:lnTo>
                  <a:pt x="296799" y="222337"/>
                </a:lnTo>
                <a:lnTo>
                  <a:pt x="303476" y="233033"/>
                </a:lnTo>
                <a:lnTo>
                  <a:pt x="253457" y="265589"/>
                </a:lnTo>
                <a:lnTo>
                  <a:pt x="210949" y="299144"/>
                </a:lnTo>
                <a:lnTo>
                  <a:pt x="190085" y="306761"/>
                </a:lnTo>
                <a:lnTo>
                  <a:pt x="173630" y="308433"/>
                </a:lnTo>
                <a:lnTo>
                  <a:pt x="173409" y="297566"/>
                </a:lnTo>
                <a:lnTo>
                  <a:pt x="166532" y="294788"/>
                </a:lnTo>
                <a:lnTo>
                  <a:pt x="157288" y="289903"/>
                </a:lnTo>
                <a:lnTo>
                  <a:pt x="153744" y="281899"/>
                </a:lnTo>
                <a:lnTo>
                  <a:pt x="103894" y="244631"/>
                </a:lnTo>
                <a:lnTo>
                  <a:pt x="54469" y="20736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g59">
            <a:extLst>
              <a:ext uri="{FF2B5EF4-FFF2-40B4-BE49-F238E27FC236}">
                <a16:creationId xmlns:a16="http://schemas.microsoft.com/office/drawing/2014/main" id="{3654EDCD-197D-5569-5772-F9C97FD6636E}"/>
              </a:ext>
            </a:extLst>
          </p:cNvPr>
          <p:cNvSpPr/>
          <p:nvPr/>
        </p:nvSpPr>
        <p:spPr>
          <a:xfrm>
            <a:off x="2809849" y="1409652"/>
            <a:ext cx="181383" cy="167302"/>
          </a:xfrm>
          <a:custGeom>
            <a:avLst/>
            <a:gdLst/>
            <a:ahLst/>
            <a:cxnLst/>
            <a:rect l="0" t="0" r="0" b="0"/>
            <a:pathLst>
              <a:path w="102643" h="94675">
                <a:moveTo>
                  <a:pt x="1876" y="61083"/>
                </a:moveTo>
                <a:lnTo>
                  <a:pt x="0" y="54244"/>
                </a:lnTo>
                <a:lnTo>
                  <a:pt x="5281" y="29146"/>
                </a:lnTo>
                <a:lnTo>
                  <a:pt x="6191" y="17793"/>
                </a:lnTo>
                <a:lnTo>
                  <a:pt x="10614" y="12557"/>
                </a:lnTo>
                <a:lnTo>
                  <a:pt x="21431" y="9749"/>
                </a:lnTo>
                <a:lnTo>
                  <a:pt x="28436" y="0"/>
                </a:lnTo>
                <a:lnTo>
                  <a:pt x="38142" y="19773"/>
                </a:lnTo>
                <a:lnTo>
                  <a:pt x="43060" y="35451"/>
                </a:lnTo>
                <a:lnTo>
                  <a:pt x="51656" y="43771"/>
                </a:lnTo>
                <a:lnTo>
                  <a:pt x="72824" y="59905"/>
                </a:lnTo>
                <a:lnTo>
                  <a:pt x="81583" y="69641"/>
                </a:lnTo>
                <a:lnTo>
                  <a:pt x="90129" y="79498"/>
                </a:lnTo>
                <a:lnTo>
                  <a:pt x="95063" y="85366"/>
                </a:lnTo>
                <a:lnTo>
                  <a:pt x="102643" y="90504"/>
                </a:lnTo>
                <a:lnTo>
                  <a:pt x="98296" y="94675"/>
                </a:lnTo>
                <a:lnTo>
                  <a:pt x="91822" y="93192"/>
                </a:lnTo>
                <a:lnTo>
                  <a:pt x="86476" y="87665"/>
                </a:lnTo>
                <a:lnTo>
                  <a:pt x="79897" y="77651"/>
                </a:lnTo>
                <a:lnTo>
                  <a:pt x="73023" y="72164"/>
                </a:lnTo>
                <a:lnTo>
                  <a:pt x="68891" y="66266"/>
                </a:lnTo>
                <a:lnTo>
                  <a:pt x="55567" y="59418"/>
                </a:lnTo>
                <a:lnTo>
                  <a:pt x="45310" y="59214"/>
                </a:lnTo>
                <a:lnTo>
                  <a:pt x="41543" y="55642"/>
                </a:lnTo>
                <a:lnTo>
                  <a:pt x="32958" y="59659"/>
                </a:lnTo>
                <a:lnTo>
                  <a:pt x="23544" y="51905"/>
                </a:lnTo>
                <a:lnTo>
                  <a:pt x="19431" y="64653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g60">
            <a:extLst>
              <a:ext uri="{FF2B5EF4-FFF2-40B4-BE49-F238E27FC236}">
                <a16:creationId xmlns:a16="http://schemas.microsoft.com/office/drawing/2014/main" id="{E5778788-D908-D340-7B3D-41364444D782}"/>
              </a:ext>
            </a:extLst>
          </p:cNvPr>
          <p:cNvSpPr/>
          <p:nvPr/>
        </p:nvSpPr>
        <p:spPr>
          <a:xfrm>
            <a:off x="1406177" y="873568"/>
            <a:ext cx="416119" cy="432783"/>
          </a:xfrm>
          <a:custGeom>
            <a:avLst/>
            <a:gdLst/>
            <a:ahLst/>
            <a:cxnLst/>
            <a:rect l="0" t="0" r="0" b="0"/>
            <a:pathLst>
              <a:path w="235478" h="244908">
                <a:moveTo>
                  <a:pt x="220776" y="10092"/>
                </a:moveTo>
                <a:lnTo>
                  <a:pt x="226068" y="21023"/>
                </a:lnTo>
                <a:lnTo>
                  <a:pt x="226857" y="31407"/>
                </a:lnTo>
                <a:lnTo>
                  <a:pt x="231712" y="49438"/>
                </a:lnTo>
                <a:lnTo>
                  <a:pt x="235478" y="53067"/>
                </a:lnTo>
                <a:lnTo>
                  <a:pt x="232820" y="59707"/>
                </a:lnTo>
                <a:lnTo>
                  <a:pt x="213986" y="62586"/>
                </a:lnTo>
                <a:lnTo>
                  <a:pt x="207422" y="68905"/>
                </a:lnTo>
                <a:lnTo>
                  <a:pt x="199074" y="70395"/>
                </a:lnTo>
                <a:lnTo>
                  <a:pt x="198321" y="83044"/>
                </a:lnTo>
                <a:lnTo>
                  <a:pt x="181342" y="89806"/>
                </a:lnTo>
                <a:lnTo>
                  <a:pt x="175689" y="98362"/>
                </a:lnTo>
                <a:lnTo>
                  <a:pt x="163758" y="102953"/>
                </a:lnTo>
                <a:lnTo>
                  <a:pt x="149233" y="105558"/>
                </a:lnTo>
                <a:lnTo>
                  <a:pt x="125530" y="118164"/>
                </a:lnTo>
                <a:lnTo>
                  <a:pt x="125230" y="138402"/>
                </a:lnTo>
                <a:lnTo>
                  <a:pt x="123010" y="138402"/>
                </a:lnTo>
                <a:lnTo>
                  <a:pt x="123161" y="147552"/>
                </a:lnTo>
                <a:lnTo>
                  <a:pt x="114121" y="148103"/>
                </a:lnTo>
                <a:lnTo>
                  <a:pt x="109329" y="151989"/>
                </a:lnTo>
                <a:lnTo>
                  <a:pt x="102692" y="151989"/>
                </a:lnTo>
                <a:lnTo>
                  <a:pt x="97455" y="149771"/>
                </a:lnTo>
                <a:lnTo>
                  <a:pt x="85117" y="151605"/>
                </a:lnTo>
                <a:lnTo>
                  <a:pt x="80024" y="164915"/>
                </a:lnTo>
                <a:lnTo>
                  <a:pt x="75416" y="166166"/>
                </a:lnTo>
                <a:lnTo>
                  <a:pt x="68002" y="187699"/>
                </a:lnTo>
                <a:lnTo>
                  <a:pt x="47126" y="206130"/>
                </a:lnTo>
                <a:lnTo>
                  <a:pt x="41716" y="229716"/>
                </a:lnTo>
                <a:lnTo>
                  <a:pt x="35494" y="237389"/>
                </a:lnTo>
                <a:lnTo>
                  <a:pt x="33580" y="243544"/>
                </a:lnTo>
                <a:lnTo>
                  <a:pt x="257" y="244908"/>
                </a:lnTo>
                <a:lnTo>
                  <a:pt x="0" y="244881"/>
                </a:lnTo>
                <a:lnTo>
                  <a:pt x="903" y="236965"/>
                </a:lnTo>
                <a:lnTo>
                  <a:pt x="6697" y="232311"/>
                </a:lnTo>
                <a:lnTo>
                  <a:pt x="11758" y="223410"/>
                </a:lnTo>
                <a:lnTo>
                  <a:pt x="10960" y="217629"/>
                </a:lnTo>
                <a:lnTo>
                  <a:pt x="16351" y="205577"/>
                </a:lnTo>
                <a:lnTo>
                  <a:pt x="24839" y="194718"/>
                </a:lnTo>
                <a:lnTo>
                  <a:pt x="29864" y="191966"/>
                </a:lnTo>
                <a:lnTo>
                  <a:pt x="34030" y="182004"/>
                </a:lnTo>
                <a:lnTo>
                  <a:pt x="34642" y="172905"/>
                </a:lnTo>
                <a:lnTo>
                  <a:pt x="40246" y="162348"/>
                </a:lnTo>
                <a:lnTo>
                  <a:pt x="50180" y="156123"/>
                </a:lnTo>
                <a:lnTo>
                  <a:pt x="59963" y="138680"/>
                </a:lnTo>
                <a:lnTo>
                  <a:pt x="60237" y="138441"/>
                </a:lnTo>
                <a:lnTo>
                  <a:pt x="67765" y="131882"/>
                </a:lnTo>
                <a:lnTo>
                  <a:pt x="81367" y="129995"/>
                </a:lnTo>
                <a:lnTo>
                  <a:pt x="93156" y="118320"/>
                </a:lnTo>
                <a:lnTo>
                  <a:pt x="100564" y="113769"/>
                </a:lnTo>
                <a:lnTo>
                  <a:pt x="113046" y="99504"/>
                </a:lnTo>
                <a:lnTo>
                  <a:pt x="110006" y="78247"/>
                </a:lnTo>
                <a:lnTo>
                  <a:pt x="115895" y="63547"/>
                </a:lnTo>
                <a:lnTo>
                  <a:pt x="118078" y="54551"/>
                </a:lnTo>
                <a:lnTo>
                  <a:pt x="127625" y="43011"/>
                </a:lnTo>
                <a:lnTo>
                  <a:pt x="142186" y="35209"/>
                </a:lnTo>
                <a:lnTo>
                  <a:pt x="152948" y="28150"/>
                </a:lnTo>
                <a:lnTo>
                  <a:pt x="162854" y="10477"/>
                </a:lnTo>
                <a:lnTo>
                  <a:pt x="167537" y="0"/>
                </a:lnTo>
                <a:lnTo>
                  <a:pt x="177973" y="81"/>
                </a:lnTo>
                <a:lnTo>
                  <a:pt x="186406" y="7323"/>
                </a:lnTo>
                <a:lnTo>
                  <a:pt x="199929" y="6143"/>
                </a:lnTo>
                <a:lnTo>
                  <a:pt x="214604" y="991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g61">
            <a:extLst>
              <a:ext uri="{FF2B5EF4-FFF2-40B4-BE49-F238E27FC236}">
                <a16:creationId xmlns:a16="http://schemas.microsoft.com/office/drawing/2014/main" id="{A6D98614-93F6-6F18-80AB-D674A31F8E85}"/>
              </a:ext>
            </a:extLst>
          </p:cNvPr>
          <p:cNvSpPr/>
          <p:nvPr/>
        </p:nvSpPr>
        <p:spPr>
          <a:xfrm>
            <a:off x="3588124" y="1012129"/>
            <a:ext cx="329964" cy="289342"/>
          </a:xfrm>
          <a:custGeom>
            <a:avLst/>
            <a:gdLst/>
            <a:ahLst/>
            <a:cxnLst/>
            <a:rect l="0" t="0" r="0" b="0"/>
            <a:pathLst>
              <a:path w="186724" h="163736">
                <a:moveTo>
                  <a:pt x="186724" y="163736"/>
                </a:moveTo>
                <a:lnTo>
                  <a:pt x="128150" y="163736"/>
                </a:lnTo>
                <a:lnTo>
                  <a:pt x="70849" y="163736"/>
                </a:lnTo>
                <a:lnTo>
                  <a:pt x="11481" y="163736"/>
                </a:lnTo>
                <a:lnTo>
                  <a:pt x="8729" y="100838"/>
                </a:lnTo>
                <a:lnTo>
                  <a:pt x="5251" y="40099"/>
                </a:lnTo>
                <a:lnTo>
                  <a:pt x="0" y="26337"/>
                </a:lnTo>
                <a:lnTo>
                  <a:pt x="3006" y="15788"/>
                </a:lnTo>
                <a:lnTo>
                  <a:pt x="256" y="8481"/>
                </a:lnTo>
                <a:lnTo>
                  <a:pt x="4882" y="282"/>
                </a:lnTo>
                <a:lnTo>
                  <a:pt x="24032" y="0"/>
                </a:lnTo>
                <a:lnTo>
                  <a:pt x="38259" y="4517"/>
                </a:lnTo>
                <a:lnTo>
                  <a:pt x="52990" y="9566"/>
                </a:lnTo>
                <a:lnTo>
                  <a:pt x="59894" y="12227"/>
                </a:lnTo>
                <a:lnTo>
                  <a:pt x="70555" y="6814"/>
                </a:lnTo>
                <a:lnTo>
                  <a:pt x="76067" y="1918"/>
                </a:lnTo>
                <a:lnTo>
                  <a:pt x="88651" y="509"/>
                </a:lnTo>
                <a:lnTo>
                  <a:pt x="99097" y="2666"/>
                </a:lnTo>
                <a:lnTo>
                  <a:pt x="103803" y="11141"/>
                </a:lnTo>
                <a:lnTo>
                  <a:pt x="106640" y="5558"/>
                </a:lnTo>
                <a:lnTo>
                  <a:pt x="118583" y="9595"/>
                </a:lnTo>
                <a:lnTo>
                  <a:pt x="129929" y="10562"/>
                </a:lnTo>
                <a:lnTo>
                  <a:pt x="136611" y="6258"/>
                </a:lnTo>
                <a:lnTo>
                  <a:pt x="147062" y="31174"/>
                </a:lnTo>
                <a:lnTo>
                  <a:pt x="148911" y="35611"/>
                </a:lnTo>
                <a:lnTo>
                  <a:pt x="145451" y="42477"/>
                </a:lnTo>
                <a:lnTo>
                  <a:pt x="143432" y="55381"/>
                </a:lnTo>
                <a:lnTo>
                  <a:pt x="140197" y="64275"/>
                </a:lnTo>
                <a:lnTo>
                  <a:pt x="137035" y="67257"/>
                </a:lnTo>
                <a:lnTo>
                  <a:pt x="131740" y="61746"/>
                </a:lnTo>
                <a:lnTo>
                  <a:pt x="124554" y="54123"/>
                </a:lnTo>
                <a:lnTo>
                  <a:pt x="112139" y="29636"/>
                </a:lnTo>
                <a:lnTo>
                  <a:pt x="110783" y="31185"/>
                </a:lnTo>
                <a:lnTo>
                  <a:pt x="118308" y="49211"/>
                </a:lnTo>
                <a:lnTo>
                  <a:pt x="128615" y="66383"/>
                </a:lnTo>
                <a:lnTo>
                  <a:pt x="141637" y="92986"/>
                </a:lnTo>
                <a:lnTo>
                  <a:pt x="147697" y="102272"/>
                </a:lnTo>
                <a:lnTo>
                  <a:pt x="153060" y="111919"/>
                </a:lnTo>
                <a:lnTo>
                  <a:pt x="167462" y="130827"/>
                </a:lnTo>
                <a:lnTo>
                  <a:pt x="164722" y="133805"/>
                </a:lnTo>
                <a:lnTo>
                  <a:pt x="165861" y="144906"/>
                </a:lnTo>
                <a:lnTo>
                  <a:pt x="183931" y="160237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g62">
            <a:extLst>
              <a:ext uri="{FF2B5EF4-FFF2-40B4-BE49-F238E27FC236}">
                <a16:creationId xmlns:a16="http://schemas.microsoft.com/office/drawing/2014/main" id="{13A5E91F-E41E-10BA-01A2-448698E602A8}"/>
              </a:ext>
            </a:extLst>
          </p:cNvPr>
          <p:cNvSpPr/>
          <p:nvPr/>
        </p:nvSpPr>
        <p:spPr>
          <a:xfrm>
            <a:off x="2091981" y="952690"/>
            <a:ext cx="413540" cy="409207"/>
          </a:xfrm>
          <a:custGeom>
            <a:avLst/>
            <a:gdLst/>
            <a:ahLst/>
            <a:cxnLst/>
            <a:rect l="0" t="0" r="0" b="0"/>
            <a:pathLst>
              <a:path w="234019" h="231566">
                <a:moveTo>
                  <a:pt x="232734" y="190238"/>
                </a:moveTo>
                <a:lnTo>
                  <a:pt x="234019" y="224348"/>
                </a:lnTo>
                <a:lnTo>
                  <a:pt x="216978" y="224400"/>
                </a:lnTo>
                <a:lnTo>
                  <a:pt x="217048" y="231566"/>
                </a:lnTo>
                <a:lnTo>
                  <a:pt x="156930" y="198863"/>
                </a:lnTo>
                <a:lnTo>
                  <a:pt x="97148" y="166159"/>
                </a:lnTo>
                <a:lnTo>
                  <a:pt x="82508" y="175498"/>
                </a:lnTo>
                <a:lnTo>
                  <a:pt x="72221" y="181847"/>
                </a:lnTo>
                <a:lnTo>
                  <a:pt x="63716" y="172466"/>
                </a:lnTo>
                <a:lnTo>
                  <a:pt x="40252" y="165101"/>
                </a:lnTo>
                <a:lnTo>
                  <a:pt x="33575" y="154405"/>
                </a:lnTo>
                <a:lnTo>
                  <a:pt x="21811" y="146469"/>
                </a:lnTo>
                <a:lnTo>
                  <a:pt x="15000" y="149598"/>
                </a:lnTo>
                <a:lnTo>
                  <a:pt x="9598" y="140074"/>
                </a:lnTo>
                <a:lnTo>
                  <a:pt x="8907" y="132755"/>
                </a:lnTo>
                <a:lnTo>
                  <a:pt x="0" y="120307"/>
                </a:lnTo>
                <a:lnTo>
                  <a:pt x="5665" y="113170"/>
                </a:lnTo>
                <a:lnTo>
                  <a:pt x="4163" y="102431"/>
                </a:lnTo>
                <a:lnTo>
                  <a:pt x="5810" y="93083"/>
                </a:lnTo>
                <a:lnTo>
                  <a:pt x="4579" y="85296"/>
                </a:lnTo>
                <a:lnTo>
                  <a:pt x="6805" y="71361"/>
                </a:lnTo>
                <a:lnTo>
                  <a:pt x="5815" y="63424"/>
                </a:lnTo>
                <a:lnTo>
                  <a:pt x="739" y="48339"/>
                </a:lnTo>
                <a:lnTo>
                  <a:pt x="7690" y="44380"/>
                </a:lnTo>
                <a:lnTo>
                  <a:pt x="8737" y="37161"/>
                </a:lnTo>
                <a:lnTo>
                  <a:pt x="6999" y="30083"/>
                </a:lnTo>
                <a:lnTo>
                  <a:pt x="16695" y="23499"/>
                </a:lnTo>
                <a:lnTo>
                  <a:pt x="20950" y="18025"/>
                </a:lnTo>
                <a:lnTo>
                  <a:pt x="27791" y="13120"/>
                </a:lnTo>
                <a:lnTo>
                  <a:pt x="28136" y="0"/>
                </a:lnTo>
                <a:lnTo>
                  <a:pt x="45198" y="5879"/>
                </a:lnTo>
                <a:lnTo>
                  <a:pt x="51162" y="4409"/>
                </a:lnTo>
                <a:lnTo>
                  <a:pt x="63267" y="7260"/>
                </a:lnTo>
                <a:lnTo>
                  <a:pt x="82666" y="14894"/>
                </a:lnTo>
                <a:lnTo>
                  <a:pt x="90106" y="30080"/>
                </a:lnTo>
                <a:lnTo>
                  <a:pt x="103208" y="33396"/>
                </a:lnTo>
                <a:lnTo>
                  <a:pt x="123912" y="40548"/>
                </a:lnTo>
                <a:lnTo>
                  <a:pt x="139754" y="49043"/>
                </a:lnTo>
                <a:lnTo>
                  <a:pt x="146572" y="44610"/>
                </a:lnTo>
                <a:lnTo>
                  <a:pt x="153060" y="36752"/>
                </a:lnTo>
                <a:lnTo>
                  <a:pt x="148942" y="23663"/>
                </a:lnTo>
                <a:lnTo>
                  <a:pt x="152958" y="15353"/>
                </a:lnTo>
                <a:lnTo>
                  <a:pt x="162805" y="7348"/>
                </a:lnTo>
                <a:lnTo>
                  <a:pt x="172529" y="5018"/>
                </a:lnTo>
                <a:lnTo>
                  <a:pt x="192181" y="8513"/>
                </a:lnTo>
                <a:lnTo>
                  <a:pt x="197618" y="16151"/>
                </a:lnTo>
                <a:lnTo>
                  <a:pt x="202976" y="16223"/>
                </a:lnTo>
                <a:lnTo>
                  <a:pt x="207764" y="19138"/>
                </a:lnTo>
                <a:lnTo>
                  <a:pt x="222208" y="21142"/>
                </a:lnTo>
                <a:lnTo>
                  <a:pt x="226135" y="26784"/>
                </a:lnTo>
                <a:lnTo>
                  <a:pt x="221509" y="34983"/>
                </a:lnTo>
                <a:lnTo>
                  <a:pt x="224258" y="42290"/>
                </a:lnTo>
                <a:lnTo>
                  <a:pt x="221252" y="52839"/>
                </a:lnTo>
                <a:lnTo>
                  <a:pt x="226504" y="66601"/>
                </a:lnTo>
                <a:lnTo>
                  <a:pt x="229982" y="127340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g63">
            <a:extLst>
              <a:ext uri="{FF2B5EF4-FFF2-40B4-BE49-F238E27FC236}">
                <a16:creationId xmlns:a16="http://schemas.microsoft.com/office/drawing/2014/main" id="{283D98A1-8886-8681-DE48-C4F7A2F1689A}"/>
              </a:ext>
            </a:extLst>
          </p:cNvPr>
          <p:cNvSpPr/>
          <p:nvPr/>
        </p:nvSpPr>
        <p:spPr>
          <a:xfrm>
            <a:off x="3668032" y="1470756"/>
            <a:ext cx="394194" cy="348238"/>
          </a:xfrm>
          <a:custGeom>
            <a:avLst/>
            <a:gdLst/>
            <a:ahLst/>
            <a:cxnLst/>
            <a:rect l="0" t="0" r="0" b="0"/>
            <a:pathLst>
              <a:path w="223071" h="197065">
                <a:moveTo>
                  <a:pt x="223071" y="118820"/>
                </a:moveTo>
                <a:lnTo>
                  <a:pt x="181725" y="170085"/>
                </a:lnTo>
                <a:lnTo>
                  <a:pt x="162111" y="170838"/>
                </a:lnTo>
                <a:lnTo>
                  <a:pt x="148892" y="182879"/>
                </a:lnTo>
                <a:lnTo>
                  <a:pt x="139235" y="183194"/>
                </a:lnTo>
                <a:lnTo>
                  <a:pt x="135197" y="188578"/>
                </a:lnTo>
                <a:lnTo>
                  <a:pt x="124897" y="188575"/>
                </a:lnTo>
                <a:lnTo>
                  <a:pt x="118728" y="182803"/>
                </a:lnTo>
                <a:lnTo>
                  <a:pt x="105066" y="189947"/>
                </a:lnTo>
                <a:lnTo>
                  <a:pt x="100709" y="197065"/>
                </a:lnTo>
                <a:lnTo>
                  <a:pt x="90637" y="195721"/>
                </a:lnTo>
                <a:lnTo>
                  <a:pt x="87273" y="193751"/>
                </a:lnTo>
                <a:lnTo>
                  <a:pt x="83749" y="194222"/>
                </a:lnTo>
                <a:lnTo>
                  <a:pt x="78981" y="194049"/>
                </a:lnTo>
                <a:lnTo>
                  <a:pt x="59697" y="179543"/>
                </a:lnTo>
                <a:lnTo>
                  <a:pt x="49207" y="179543"/>
                </a:lnTo>
                <a:lnTo>
                  <a:pt x="43976" y="173922"/>
                </a:lnTo>
                <a:lnTo>
                  <a:pt x="43829" y="164335"/>
                </a:lnTo>
                <a:lnTo>
                  <a:pt x="35959" y="161470"/>
                </a:lnTo>
                <a:lnTo>
                  <a:pt x="26749" y="142882"/>
                </a:lnTo>
                <a:lnTo>
                  <a:pt x="19805" y="138922"/>
                </a:lnTo>
                <a:lnTo>
                  <a:pt x="17044" y="132092"/>
                </a:lnTo>
                <a:lnTo>
                  <a:pt x="9261" y="123767"/>
                </a:lnTo>
                <a:lnTo>
                  <a:pt x="0" y="122544"/>
                </a:lnTo>
                <a:lnTo>
                  <a:pt x="4931" y="112814"/>
                </a:lnTo>
                <a:lnTo>
                  <a:pt x="12903" y="112394"/>
                </a:lnTo>
                <a:lnTo>
                  <a:pt x="15040" y="107178"/>
                </a:lnTo>
                <a:lnTo>
                  <a:pt x="14491" y="91822"/>
                </a:lnTo>
                <a:lnTo>
                  <a:pt x="18480" y="73947"/>
                </a:lnTo>
                <a:lnTo>
                  <a:pt x="25458" y="69163"/>
                </a:lnTo>
                <a:lnTo>
                  <a:pt x="26765" y="62181"/>
                </a:lnTo>
                <a:lnTo>
                  <a:pt x="32796" y="49133"/>
                </a:lnTo>
                <a:lnTo>
                  <a:pt x="41553" y="40671"/>
                </a:lnTo>
                <a:lnTo>
                  <a:pt x="47033" y="23846"/>
                </a:lnTo>
                <a:lnTo>
                  <a:pt x="48833" y="9177"/>
                </a:lnTo>
                <a:lnTo>
                  <a:pt x="66389" y="12747"/>
                </a:lnTo>
                <a:lnTo>
                  <a:pt x="70501" y="0"/>
                </a:lnTo>
                <a:lnTo>
                  <a:pt x="79916" y="7753"/>
                </a:lnTo>
                <a:lnTo>
                  <a:pt x="88500" y="3737"/>
                </a:lnTo>
                <a:lnTo>
                  <a:pt x="92267" y="7308"/>
                </a:lnTo>
                <a:lnTo>
                  <a:pt x="102524" y="7512"/>
                </a:lnTo>
                <a:lnTo>
                  <a:pt x="115849" y="14361"/>
                </a:lnTo>
                <a:lnTo>
                  <a:pt x="119980" y="20259"/>
                </a:lnTo>
                <a:lnTo>
                  <a:pt x="126854" y="25746"/>
                </a:lnTo>
                <a:lnTo>
                  <a:pt x="133433" y="35760"/>
                </a:lnTo>
                <a:lnTo>
                  <a:pt x="138779" y="41287"/>
                </a:lnTo>
                <a:lnTo>
                  <a:pt x="133808" y="48840"/>
                </a:lnTo>
                <a:lnTo>
                  <a:pt x="129035" y="56848"/>
                </a:lnTo>
                <a:lnTo>
                  <a:pt x="130371" y="61563"/>
                </a:lnTo>
                <a:lnTo>
                  <a:pt x="130792" y="66759"/>
                </a:lnTo>
                <a:lnTo>
                  <a:pt x="139183" y="67045"/>
                </a:lnTo>
                <a:lnTo>
                  <a:pt x="142753" y="65834"/>
                </a:lnTo>
                <a:lnTo>
                  <a:pt x="146190" y="68878"/>
                </a:lnTo>
                <a:lnTo>
                  <a:pt x="143122" y="74930"/>
                </a:lnTo>
                <a:lnTo>
                  <a:pt x="148972" y="84335"/>
                </a:lnTo>
                <a:lnTo>
                  <a:pt x="154767" y="92558"/>
                </a:lnTo>
                <a:lnTo>
                  <a:pt x="160686" y="98654"/>
                </a:lnTo>
                <a:lnTo>
                  <a:pt x="210423" y="11892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g64">
            <a:extLst>
              <a:ext uri="{FF2B5EF4-FFF2-40B4-BE49-F238E27FC236}">
                <a16:creationId xmlns:a16="http://schemas.microsoft.com/office/drawing/2014/main" id="{1CB59361-F568-72DE-DDB1-F9A686DB5CDF}"/>
              </a:ext>
            </a:extLst>
          </p:cNvPr>
          <p:cNvSpPr/>
          <p:nvPr/>
        </p:nvSpPr>
        <p:spPr>
          <a:xfrm>
            <a:off x="2954891" y="1569584"/>
            <a:ext cx="42991" cy="53508"/>
          </a:xfrm>
          <a:custGeom>
            <a:avLst/>
            <a:gdLst/>
            <a:ahLst/>
            <a:cxnLst/>
            <a:rect l="0" t="0" r="0" b="0"/>
            <a:pathLst>
              <a:path w="24328" h="30279">
                <a:moveTo>
                  <a:pt x="9744" y="2688"/>
                </a:moveTo>
                <a:lnTo>
                  <a:pt x="16218" y="4171"/>
                </a:lnTo>
                <a:lnTo>
                  <a:pt x="20565" y="0"/>
                </a:lnTo>
                <a:lnTo>
                  <a:pt x="24328" y="5286"/>
                </a:lnTo>
                <a:lnTo>
                  <a:pt x="24138" y="12378"/>
                </a:lnTo>
                <a:lnTo>
                  <a:pt x="15741" y="16465"/>
                </a:lnTo>
                <a:lnTo>
                  <a:pt x="22355" y="21138"/>
                </a:lnTo>
                <a:lnTo>
                  <a:pt x="17154" y="30279"/>
                </a:lnTo>
                <a:lnTo>
                  <a:pt x="13718" y="27235"/>
                </a:lnTo>
                <a:lnTo>
                  <a:pt x="10147" y="28446"/>
                </a:lnTo>
                <a:lnTo>
                  <a:pt x="1756" y="28161"/>
                </a:lnTo>
                <a:lnTo>
                  <a:pt x="1336" y="22965"/>
                </a:lnTo>
                <a:lnTo>
                  <a:pt x="0" y="18249"/>
                </a:lnTo>
                <a:lnTo>
                  <a:pt x="4772" y="1024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g65">
            <a:extLst>
              <a:ext uri="{FF2B5EF4-FFF2-40B4-BE49-F238E27FC236}">
                <a16:creationId xmlns:a16="http://schemas.microsoft.com/office/drawing/2014/main" id="{5DDC7E2B-F560-7005-04C2-B4E6550EBA15}"/>
              </a:ext>
            </a:extLst>
          </p:cNvPr>
          <p:cNvSpPr/>
          <p:nvPr/>
        </p:nvSpPr>
        <p:spPr>
          <a:xfrm>
            <a:off x="2979784" y="1606942"/>
            <a:ext cx="170443" cy="104591"/>
          </a:xfrm>
          <a:custGeom>
            <a:avLst/>
            <a:gdLst/>
            <a:ahLst/>
            <a:cxnLst/>
            <a:rect l="0" t="0" r="0" b="0"/>
            <a:pathLst>
              <a:path w="96452" h="59187">
                <a:moveTo>
                  <a:pt x="95343" y="878"/>
                </a:moveTo>
                <a:lnTo>
                  <a:pt x="95262" y="1157"/>
                </a:lnTo>
                <a:lnTo>
                  <a:pt x="95496" y="8193"/>
                </a:lnTo>
                <a:lnTo>
                  <a:pt x="96143" y="25425"/>
                </a:lnTo>
                <a:lnTo>
                  <a:pt x="96452" y="34336"/>
                </a:lnTo>
                <a:lnTo>
                  <a:pt x="90010" y="44826"/>
                </a:lnTo>
                <a:lnTo>
                  <a:pt x="79949" y="59082"/>
                </a:lnTo>
                <a:lnTo>
                  <a:pt x="67301" y="59187"/>
                </a:lnTo>
                <a:lnTo>
                  <a:pt x="17564" y="38917"/>
                </a:lnTo>
                <a:lnTo>
                  <a:pt x="11645" y="32821"/>
                </a:lnTo>
                <a:lnTo>
                  <a:pt x="5850" y="24597"/>
                </a:lnTo>
                <a:lnTo>
                  <a:pt x="0" y="15192"/>
                </a:lnTo>
                <a:lnTo>
                  <a:pt x="3068" y="9140"/>
                </a:lnTo>
                <a:lnTo>
                  <a:pt x="8268" y="0"/>
                </a:lnTo>
                <a:lnTo>
                  <a:pt x="13265" y="3148"/>
                </a:lnTo>
                <a:lnTo>
                  <a:pt x="16459" y="10212"/>
                </a:lnTo>
                <a:lnTo>
                  <a:pt x="23477" y="17362"/>
                </a:lnTo>
                <a:lnTo>
                  <a:pt x="30933" y="17419"/>
                </a:lnTo>
                <a:lnTo>
                  <a:pt x="44930" y="13049"/>
                </a:lnTo>
                <a:lnTo>
                  <a:pt x="61192" y="11025"/>
                </a:lnTo>
                <a:lnTo>
                  <a:pt x="74198" y="5718"/>
                </a:lnTo>
                <a:lnTo>
                  <a:pt x="81595" y="4594"/>
                </a:lnTo>
                <a:lnTo>
                  <a:pt x="86827" y="1478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g66">
            <a:extLst>
              <a:ext uri="{FF2B5EF4-FFF2-40B4-BE49-F238E27FC236}">
                <a16:creationId xmlns:a16="http://schemas.microsoft.com/office/drawing/2014/main" id="{E64B1EE4-F220-4BCF-C049-543428C20E85}"/>
              </a:ext>
            </a:extLst>
          </p:cNvPr>
          <p:cNvSpPr/>
          <p:nvPr/>
        </p:nvSpPr>
        <p:spPr>
          <a:xfrm>
            <a:off x="3834211" y="1999389"/>
            <a:ext cx="145358" cy="171840"/>
          </a:xfrm>
          <a:custGeom>
            <a:avLst/>
            <a:gdLst/>
            <a:ahLst/>
            <a:cxnLst/>
            <a:rect l="0" t="0" r="0" b="0"/>
            <a:pathLst>
              <a:path w="82257" h="97243">
                <a:moveTo>
                  <a:pt x="65267" y="88817"/>
                </a:moveTo>
                <a:lnTo>
                  <a:pt x="34521" y="90138"/>
                </a:lnTo>
                <a:lnTo>
                  <a:pt x="17982" y="89919"/>
                </a:lnTo>
                <a:lnTo>
                  <a:pt x="12682" y="91971"/>
                </a:lnTo>
                <a:lnTo>
                  <a:pt x="3643" y="97243"/>
                </a:lnTo>
                <a:lnTo>
                  <a:pt x="0" y="95501"/>
                </a:lnTo>
                <a:lnTo>
                  <a:pt x="169" y="82623"/>
                </a:lnTo>
                <a:lnTo>
                  <a:pt x="3674" y="76097"/>
                </a:lnTo>
                <a:lnTo>
                  <a:pt x="4513" y="62387"/>
                </a:lnTo>
                <a:lnTo>
                  <a:pt x="7664" y="54445"/>
                </a:lnTo>
                <a:lnTo>
                  <a:pt x="13391" y="45538"/>
                </a:lnTo>
                <a:lnTo>
                  <a:pt x="19159" y="41001"/>
                </a:lnTo>
                <a:lnTo>
                  <a:pt x="23967" y="34937"/>
                </a:lnTo>
                <a:lnTo>
                  <a:pt x="17904" y="32624"/>
                </a:lnTo>
                <a:lnTo>
                  <a:pt x="18633" y="12651"/>
                </a:lnTo>
                <a:lnTo>
                  <a:pt x="24789" y="7993"/>
                </a:lnTo>
                <a:lnTo>
                  <a:pt x="34418" y="11813"/>
                </a:lnTo>
                <a:lnTo>
                  <a:pt x="46508" y="7815"/>
                </a:lnTo>
                <a:lnTo>
                  <a:pt x="57116" y="7855"/>
                </a:lnTo>
                <a:lnTo>
                  <a:pt x="66287" y="0"/>
                </a:lnTo>
                <a:lnTo>
                  <a:pt x="73583" y="11858"/>
                </a:lnTo>
                <a:lnTo>
                  <a:pt x="75444" y="20430"/>
                </a:lnTo>
                <a:lnTo>
                  <a:pt x="82257" y="40037"/>
                </a:lnTo>
                <a:lnTo>
                  <a:pt x="76844" y="52487"/>
                </a:lnTo>
                <a:lnTo>
                  <a:pt x="69458" y="63794"/>
                </a:lnTo>
                <a:lnTo>
                  <a:pt x="65146" y="70714"/>
                </a:lnTo>
                <a:close/>
              </a:path>
            </a:pathLst>
          </a:custGeom>
          <a:solidFill>
            <a:srgbClr val="D3D3D3">
              <a:alpha val="100000"/>
            </a:srgbClr>
          </a:solidFill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g67">
            <a:extLst>
              <a:ext uri="{FF2B5EF4-FFF2-40B4-BE49-F238E27FC236}">
                <a16:creationId xmlns:a16="http://schemas.microsoft.com/office/drawing/2014/main" id="{16D29B92-AB2E-AB5F-B6E7-47636EEB48F9}"/>
              </a:ext>
            </a:extLst>
          </p:cNvPr>
          <p:cNvSpPr/>
          <p:nvPr/>
        </p:nvSpPr>
        <p:spPr>
          <a:xfrm>
            <a:off x="2624316" y="1987155"/>
            <a:ext cx="47992" cy="53823"/>
          </a:xfrm>
          <a:custGeom>
            <a:avLst/>
            <a:gdLst/>
            <a:ahLst/>
            <a:cxnLst/>
            <a:rect l="0" t="0" r="0" b="0"/>
            <a:pathLst>
              <a:path w="27158" h="30458">
                <a:moveTo>
                  <a:pt x="21217" y="0"/>
                </a:moveTo>
                <a:lnTo>
                  <a:pt x="27158" y="9637"/>
                </a:lnTo>
                <a:lnTo>
                  <a:pt x="26218" y="19686"/>
                </a:lnTo>
                <a:lnTo>
                  <a:pt x="21848" y="21849"/>
                </a:lnTo>
                <a:lnTo>
                  <a:pt x="13843" y="20732"/>
                </a:lnTo>
                <a:lnTo>
                  <a:pt x="9145" y="30458"/>
                </a:lnTo>
                <a:lnTo>
                  <a:pt x="0" y="29115"/>
                </a:lnTo>
                <a:lnTo>
                  <a:pt x="1469" y="19771"/>
                </a:lnTo>
                <a:lnTo>
                  <a:pt x="3550" y="18454"/>
                </a:lnTo>
                <a:lnTo>
                  <a:pt x="4172" y="8290"/>
                </a:lnTo>
                <a:lnTo>
                  <a:pt x="8534" y="3529"/>
                </a:lnTo>
                <a:lnTo>
                  <a:pt x="12177" y="5272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g68">
            <a:extLst>
              <a:ext uri="{FF2B5EF4-FFF2-40B4-BE49-F238E27FC236}">
                <a16:creationId xmlns:a16="http://schemas.microsoft.com/office/drawing/2014/main" id="{A202CED6-C3D6-9F2F-EF4E-5AE1F071D83F}"/>
              </a:ext>
            </a:extLst>
          </p:cNvPr>
          <p:cNvSpPr/>
          <p:nvPr/>
        </p:nvSpPr>
        <p:spPr>
          <a:xfrm>
            <a:off x="2485466" y="1583217"/>
            <a:ext cx="304949" cy="263768"/>
          </a:xfrm>
          <a:custGeom>
            <a:avLst/>
            <a:gdLst/>
            <a:ahLst/>
            <a:cxnLst/>
            <a:rect l="0" t="0" r="0" b="0"/>
            <a:pathLst>
              <a:path w="172568" h="149264">
                <a:moveTo>
                  <a:pt x="105743" y="149264"/>
                </a:moveTo>
                <a:lnTo>
                  <a:pt x="92346" y="137914"/>
                </a:lnTo>
                <a:lnTo>
                  <a:pt x="88680" y="130618"/>
                </a:lnTo>
                <a:lnTo>
                  <a:pt x="80330" y="134232"/>
                </a:lnTo>
                <a:lnTo>
                  <a:pt x="73348" y="133108"/>
                </a:lnTo>
                <a:lnTo>
                  <a:pt x="69346" y="135976"/>
                </a:lnTo>
                <a:lnTo>
                  <a:pt x="62555" y="133905"/>
                </a:lnTo>
                <a:lnTo>
                  <a:pt x="53265" y="119804"/>
                </a:lnTo>
                <a:lnTo>
                  <a:pt x="50777" y="114389"/>
                </a:lnTo>
                <a:lnTo>
                  <a:pt x="39434" y="107629"/>
                </a:lnTo>
                <a:lnTo>
                  <a:pt x="35501" y="97383"/>
                </a:lnTo>
                <a:lnTo>
                  <a:pt x="29129" y="89992"/>
                </a:lnTo>
                <a:lnTo>
                  <a:pt x="18885" y="81097"/>
                </a:lnTo>
                <a:lnTo>
                  <a:pt x="18668" y="75545"/>
                </a:lnTo>
                <a:lnTo>
                  <a:pt x="10330" y="68643"/>
                </a:lnTo>
                <a:lnTo>
                  <a:pt x="0" y="61973"/>
                </a:lnTo>
                <a:lnTo>
                  <a:pt x="4588" y="60112"/>
                </a:lnTo>
                <a:lnTo>
                  <a:pt x="9699" y="56886"/>
                </a:lnTo>
                <a:lnTo>
                  <a:pt x="13310" y="41638"/>
                </a:lnTo>
                <a:lnTo>
                  <a:pt x="17290" y="33721"/>
                </a:lnTo>
                <a:lnTo>
                  <a:pt x="28070" y="31375"/>
                </a:lnTo>
                <a:lnTo>
                  <a:pt x="30740" y="36067"/>
                </a:lnTo>
                <a:lnTo>
                  <a:pt x="38665" y="46036"/>
                </a:lnTo>
                <a:lnTo>
                  <a:pt x="42819" y="47503"/>
                </a:lnTo>
                <a:lnTo>
                  <a:pt x="48180" y="44570"/>
                </a:lnTo>
                <a:lnTo>
                  <a:pt x="59024" y="45157"/>
                </a:lnTo>
                <a:lnTo>
                  <a:pt x="61156" y="48676"/>
                </a:lnTo>
                <a:lnTo>
                  <a:pt x="76117" y="48676"/>
                </a:lnTo>
                <a:lnTo>
                  <a:pt x="76562" y="45157"/>
                </a:lnTo>
                <a:lnTo>
                  <a:pt x="84232" y="41931"/>
                </a:lnTo>
                <a:lnTo>
                  <a:pt x="85672" y="36946"/>
                </a:lnTo>
                <a:lnTo>
                  <a:pt x="91265" y="33428"/>
                </a:lnTo>
                <a:lnTo>
                  <a:pt x="104121" y="43397"/>
                </a:lnTo>
                <a:lnTo>
                  <a:pt x="111819" y="41638"/>
                </a:lnTo>
                <a:lnTo>
                  <a:pt x="119004" y="29322"/>
                </a:lnTo>
                <a:lnTo>
                  <a:pt x="127008" y="19939"/>
                </a:lnTo>
                <a:lnTo>
                  <a:pt x="125438" y="9676"/>
                </a:lnTo>
                <a:lnTo>
                  <a:pt x="121692" y="4691"/>
                </a:lnTo>
                <a:lnTo>
                  <a:pt x="130674" y="3811"/>
                </a:lnTo>
                <a:lnTo>
                  <a:pt x="131589" y="0"/>
                </a:lnTo>
                <a:lnTo>
                  <a:pt x="138572" y="1172"/>
                </a:lnTo>
                <a:lnTo>
                  <a:pt x="137140" y="13781"/>
                </a:lnTo>
                <a:lnTo>
                  <a:pt x="139279" y="26097"/>
                </a:lnTo>
                <a:lnTo>
                  <a:pt x="147186" y="32841"/>
                </a:lnTo>
                <a:lnTo>
                  <a:pt x="149139" y="38706"/>
                </a:lnTo>
                <a:lnTo>
                  <a:pt x="149086" y="47209"/>
                </a:lnTo>
                <a:lnTo>
                  <a:pt x="151174" y="47547"/>
                </a:lnTo>
                <a:lnTo>
                  <a:pt x="151648" y="60865"/>
                </a:lnTo>
                <a:lnTo>
                  <a:pt x="149511" y="66082"/>
                </a:lnTo>
                <a:lnTo>
                  <a:pt x="141540" y="66502"/>
                </a:lnTo>
                <a:lnTo>
                  <a:pt x="136608" y="76231"/>
                </a:lnTo>
                <a:lnTo>
                  <a:pt x="145870" y="77454"/>
                </a:lnTo>
                <a:lnTo>
                  <a:pt x="153652" y="85779"/>
                </a:lnTo>
                <a:lnTo>
                  <a:pt x="156413" y="92610"/>
                </a:lnTo>
                <a:lnTo>
                  <a:pt x="163358" y="96570"/>
                </a:lnTo>
                <a:lnTo>
                  <a:pt x="172568" y="115157"/>
                </a:lnTo>
                <a:lnTo>
                  <a:pt x="162526" y="126411"/>
                </a:lnTo>
                <a:lnTo>
                  <a:pt x="153397" y="136612"/>
                </a:lnTo>
                <a:lnTo>
                  <a:pt x="144226" y="144468"/>
                </a:lnTo>
                <a:lnTo>
                  <a:pt x="133618" y="144428"/>
                </a:lnTo>
                <a:lnTo>
                  <a:pt x="121528" y="148426"/>
                </a:lnTo>
                <a:lnTo>
                  <a:pt x="111899" y="144606"/>
                </a:lnTo>
                <a:close/>
              </a:path>
            </a:pathLst>
          </a:custGeom>
          <a:ln w="5420" cap="flat">
            <a:solidFill>
              <a:srgbClr val="59595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tx69">
            <a:extLst>
              <a:ext uri="{FF2B5EF4-FFF2-40B4-BE49-F238E27FC236}">
                <a16:creationId xmlns:a16="http://schemas.microsoft.com/office/drawing/2014/main" id="{EB95ECD2-7D87-DB40-2AC7-6ED0FDFF9779}"/>
              </a:ext>
            </a:extLst>
          </p:cNvPr>
          <p:cNvSpPr/>
          <p:nvPr/>
        </p:nvSpPr>
        <p:spPr>
          <a:xfrm>
            <a:off x="743400" y="3089068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70" name="tx70">
            <a:extLst>
              <a:ext uri="{FF2B5EF4-FFF2-40B4-BE49-F238E27FC236}">
                <a16:creationId xmlns:a16="http://schemas.microsoft.com/office/drawing/2014/main" id="{DDA739BD-4A45-6370-929F-29EEA7316CBC}"/>
              </a:ext>
            </a:extLst>
          </p:cNvPr>
          <p:cNvSpPr/>
          <p:nvPr/>
        </p:nvSpPr>
        <p:spPr>
          <a:xfrm>
            <a:off x="963158" y="3092136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1" name="tx71">
            <a:extLst>
              <a:ext uri="{FF2B5EF4-FFF2-40B4-BE49-F238E27FC236}">
                <a16:creationId xmlns:a16="http://schemas.microsoft.com/office/drawing/2014/main" id="{7E52AFEF-7D8F-2E4B-C8F7-82C610FC67FC}"/>
              </a:ext>
            </a:extLst>
          </p:cNvPr>
          <p:cNvSpPr/>
          <p:nvPr/>
        </p:nvSpPr>
        <p:spPr>
          <a:xfrm>
            <a:off x="1037649" y="3089068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2" name="tx72">
            <a:extLst>
              <a:ext uri="{FF2B5EF4-FFF2-40B4-BE49-F238E27FC236}">
                <a16:creationId xmlns:a16="http://schemas.microsoft.com/office/drawing/2014/main" id="{80A84359-3291-8A19-2B51-FAA48F6BDD31}"/>
              </a:ext>
            </a:extLst>
          </p:cNvPr>
          <p:cNvSpPr/>
          <p:nvPr/>
        </p:nvSpPr>
        <p:spPr>
          <a:xfrm>
            <a:off x="743400" y="2485883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3" name="tx73">
            <a:extLst>
              <a:ext uri="{FF2B5EF4-FFF2-40B4-BE49-F238E27FC236}">
                <a16:creationId xmlns:a16="http://schemas.microsoft.com/office/drawing/2014/main" id="{F9C0C52F-58E9-3BBC-F5A2-775287FAA2D6}"/>
              </a:ext>
            </a:extLst>
          </p:cNvPr>
          <p:cNvSpPr/>
          <p:nvPr/>
        </p:nvSpPr>
        <p:spPr>
          <a:xfrm>
            <a:off x="963158" y="248895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4" name="tx74">
            <a:extLst>
              <a:ext uri="{FF2B5EF4-FFF2-40B4-BE49-F238E27FC236}">
                <a16:creationId xmlns:a16="http://schemas.microsoft.com/office/drawing/2014/main" id="{C21307DD-F989-B490-5827-EDEA3E913C5B}"/>
              </a:ext>
            </a:extLst>
          </p:cNvPr>
          <p:cNvSpPr/>
          <p:nvPr/>
        </p:nvSpPr>
        <p:spPr>
          <a:xfrm>
            <a:off x="1037649" y="2485883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5" name="tx75">
            <a:extLst>
              <a:ext uri="{FF2B5EF4-FFF2-40B4-BE49-F238E27FC236}">
                <a16:creationId xmlns:a16="http://schemas.microsoft.com/office/drawing/2014/main" id="{3A13A7E1-CB04-5180-AFB8-650264CF3231}"/>
              </a:ext>
            </a:extLst>
          </p:cNvPr>
          <p:cNvSpPr/>
          <p:nvPr/>
        </p:nvSpPr>
        <p:spPr>
          <a:xfrm>
            <a:off x="930031" y="1881321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76" name="tx76">
            <a:extLst>
              <a:ext uri="{FF2B5EF4-FFF2-40B4-BE49-F238E27FC236}">
                <a16:creationId xmlns:a16="http://schemas.microsoft.com/office/drawing/2014/main" id="{D0854C41-5408-B03C-1091-5B4E460794C9}"/>
              </a:ext>
            </a:extLst>
          </p:cNvPr>
          <p:cNvSpPr/>
          <p:nvPr/>
        </p:nvSpPr>
        <p:spPr>
          <a:xfrm>
            <a:off x="1094851" y="188439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7" name="tx77">
            <a:extLst>
              <a:ext uri="{FF2B5EF4-FFF2-40B4-BE49-F238E27FC236}">
                <a16:creationId xmlns:a16="http://schemas.microsoft.com/office/drawing/2014/main" id="{6F1DA2E2-0164-FEB2-9C1A-DEC5E223E1DC}"/>
              </a:ext>
            </a:extLst>
          </p:cNvPr>
          <p:cNvSpPr/>
          <p:nvPr/>
        </p:nvSpPr>
        <p:spPr>
          <a:xfrm>
            <a:off x="732572" y="127765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78" name="tx78">
            <a:extLst>
              <a:ext uri="{FF2B5EF4-FFF2-40B4-BE49-F238E27FC236}">
                <a16:creationId xmlns:a16="http://schemas.microsoft.com/office/drawing/2014/main" id="{F0ACFAD1-04E2-8C84-5B52-9E8473831FE0}"/>
              </a:ext>
            </a:extLst>
          </p:cNvPr>
          <p:cNvSpPr/>
          <p:nvPr/>
        </p:nvSpPr>
        <p:spPr>
          <a:xfrm>
            <a:off x="952333" y="1280720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79" name="tx79">
            <a:extLst>
              <a:ext uri="{FF2B5EF4-FFF2-40B4-BE49-F238E27FC236}">
                <a16:creationId xmlns:a16="http://schemas.microsoft.com/office/drawing/2014/main" id="{E52EEA9B-103A-F9CC-3721-F42B2C98CFAA}"/>
              </a:ext>
            </a:extLst>
          </p:cNvPr>
          <p:cNvSpPr/>
          <p:nvPr/>
        </p:nvSpPr>
        <p:spPr>
          <a:xfrm>
            <a:off x="1026825" y="1277651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0" name="tx80">
            <a:extLst>
              <a:ext uri="{FF2B5EF4-FFF2-40B4-BE49-F238E27FC236}">
                <a16:creationId xmlns:a16="http://schemas.microsoft.com/office/drawing/2014/main" id="{E724959C-BD75-4F95-43FB-CA44E4E99E24}"/>
              </a:ext>
            </a:extLst>
          </p:cNvPr>
          <p:cNvSpPr/>
          <p:nvPr/>
        </p:nvSpPr>
        <p:spPr>
          <a:xfrm>
            <a:off x="732572" y="674465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81" name="tx81">
            <a:extLst>
              <a:ext uri="{FF2B5EF4-FFF2-40B4-BE49-F238E27FC236}">
                <a16:creationId xmlns:a16="http://schemas.microsoft.com/office/drawing/2014/main" id="{76958A7F-26CE-5A23-CBA8-49D7D7941605}"/>
              </a:ext>
            </a:extLst>
          </p:cNvPr>
          <p:cNvSpPr/>
          <p:nvPr/>
        </p:nvSpPr>
        <p:spPr>
          <a:xfrm>
            <a:off x="952333" y="677537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2" name="tx82">
            <a:extLst>
              <a:ext uri="{FF2B5EF4-FFF2-40B4-BE49-F238E27FC236}">
                <a16:creationId xmlns:a16="http://schemas.microsoft.com/office/drawing/2014/main" id="{64EEE45E-EC13-75F3-4413-2801081EEAF2}"/>
              </a:ext>
            </a:extLst>
          </p:cNvPr>
          <p:cNvSpPr/>
          <p:nvPr/>
        </p:nvSpPr>
        <p:spPr>
          <a:xfrm>
            <a:off x="1026825" y="674465"/>
            <a:ext cx="142519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83" name="tx83">
            <a:extLst>
              <a:ext uri="{FF2B5EF4-FFF2-40B4-BE49-F238E27FC236}">
                <a16:creationId xmlns:a16="http://schemas.microsoft.com/office/drawing/2014/main" id="{A4A2F402-ED2F-E6D8-B797-21F3461EB5E8}"/>
              </a:ext>
            </a:extLst>
          </p:cNvPr>
          <p:cNvSpPr/>
          <p:nvPr/>
        </p:nvSpPr>
        <p:spPr>
          <a:xfrm>
            <a:off x="1162729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4" name="tx84">
            <a:extLst>
              <a:ext uri="{FF2B5EF4-FFF2-40B4-BE49-F238E27FC236}">
                <a16:creationId xmlns:a16="http://schemas.microsoft.com/office/drawing/2014/main" id="{C2784868-BBA7-B882-8748-178294D248CA}"/>
              </a:ext>
            </a:extLst>
          </p:cNvPr>
          <p:cNvSpPr/>
          <p:nvPr/>
        </p:nvSpPr>
        <p:spPr>
          <a:xfrm>
            <a:off x="1382489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5" name="tx85">
            <a:extLst>
              <a:ext uri="{FF2B5EF4-FFF2-40B4-BE49-F238E27FC236}">
                <a16:creationId xmlns:a16="http://schemas.microsoft.com/office/drawing/2014/main" id="{AFABD57F-D3C9-DE63-ACFC-23DB70A190DC}"/>
              </a:ext>
            </a:extLst>
          </p:cNvPr>
          <p:cNvSpPr/>
          <p:nvPr/>
        </p:nvSpPr>
        <p:spPr>
          <a:xfrm>
            <a:off x="1456978" y="3692191"/>
            <a:ext cx="186308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86" name="tx86">
            <a:extLst>
              <a:ext uri="{FF2B5EF4-FFF2-40B4-BE49-F238E27FC236}">
                <a16:creationId xmlns:a16="http://schemas.microsoft.com/office/drawing/2014/main" id="{43ABD79F-08E3-031F-6CC7-CD7FA217A009}"/>
              </a:ext>
            </a:extLst>
          </p:cNvPr>
          <p:cNvSpPr/>
          <p:nvPr/>
        </p:nvSpPr>
        <p:spPr>
          <a:xfrm>
            <a:off x="1731164" y="3692191"/>
            <a:ext cx="16481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 0</a:t>
            </a:r>
          </a:p>
        </p:txBody>
      </p:sp>
      <p:sp>
        <p:nvSpPr>
          <p:cNvPr id="87" name="tx87">
            <a:extLst>
              <a:ext uri="{FF2B5EF4-FFF2-40B4-BE49-F238E27FC236}">
                <a16:creationId xmlns:a16="http://schemas.microsoft.com/office/drawing/2014/main" id="{BCC13437-DA48-0D4C-188B-A676C9F4B7A6}"/>
              </a:ext>
            </a:extLst>
          </p:cNvPr>
          <p:cNvSpPr/>
          <p:nvPr/>
        </p:nvSpPr>
        <p:spPr>
          <a:xfrm>
            <a:off x="1895984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88" name="tx88">
            <a:extLst>
              <a:ext uri="{FF2B5EF4-FFF2-40B4-BE49-F238E27FC236}">
                <a16:creationId xmlns:a16="http://schemas.microsoft.com/office/drawing/2014/main" id="{3352ADA9-1A0A-2E2E-126E-8D4E5F6AE79B}"/>
              </a:ext>
            </a:extLst>
          </p:cNvPr>
          <p:cNvSpPr/>
          <p:nvPr/>
        </p:nvSpPr>
        <p:spPr>
          <a:xfrm>
            <a:off x="2085658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89" name="tx89">
            <a:extLst>
              <a:ext uri="{FF2B5EF4-FFF2-40B4-BE49-F238E27FC236}">
                <a16:creationId xmlns:a16="http://schemas.microsoft.com/office/drawing/2014/main" id="{AEC37FE0-425D-D359-8F70-B1A02CDE6C61}"/>
              </a:ext>
            </a:extLst>
          </p:cNvPr>
          <p:cNvSpPr/>
          <p:nvPr/>
        </p:nvSpPr>
        <p:spPr>
          <a:xfrm>
            <a:off x="2305416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0" name="tx90">
            <a:extLst>
              <a:ext uri="{FF2B5EF4-FFF2-40B4-BE49-F238E27FC236}">
                <a16:creationId xmlns:a16="http://schemas.microsoft.com/office/drawing/2014/main" id="{03501FE6-2000-C4BA-E0DC-DF2F3F40A082}"/>
              </a:ext>
            </a:extLst>
          </p:cNvPr>
          <p:cNvSpPr/>
          <p:nvPr/>
        </p:nvSpPr>
        <p:spPr>
          <a:xfrm>
            <a:off x="2379908" y="3692191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1" name="tx91">
            <a:extLst>
              <a:ext uri="{FF2B5EF4-FFF2-40B4-BE49-F238E27FC236}">
                <a16:creationId xmlns:a16="http://schemas.microsoft.com/office/drawing/2014/main" id="{CA69383D-4F2E-AA79-ADF1-017D7A9C691E}"/>
              </a:ext>
            </a:extLst>
          </p:cNvPr>
          <p:cNvSpPr/>
          <p:nvPr/>
        </p:nvSpPr>
        <p:spPr>
          <a:xfrm>
            <a:off x="2533466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92" name="tx92">
            <a:extLst>
              <a:ext uri="{FF2B5EF4-FFF2-40B4-BE49-F238E27FC236}">
                <a16:creationId xmlns:a16="http://schemas.microsoft.com/office/drawing/2014/main" id="{51D504F1-3A6A-C8A1-6BED-BCF9FE35F819}"/>
              </a:ext>
            </a:extLst>
          </p:cNvPr>
          <p:cNvSpPr/>
          <p:nvPr/>
        </p:nvSpPr>
        <p:spPr>
          <a:xfrm>
            <a:off x="2753226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3" name="tx93">
            <a:extLst>
              <a:ext uri="{FF2B5EF4-FFF2-40B4-BE49-F238E27FC236}">
                <a16:creationId xmlns:a16="http://schemas.microsoft.com/office/drawing/2014/main" id="{E58ACAAB-5343-E118-0C57-9B8F27322505}"/>
              </a:ext>
            </a:extLst>
          </p:cNvPr>
          <p:cNvSpPr/>
          <p:nvPr/>
        </p:nvSpPr>
        <p:spPr>
          <a:xfrm>
            <a:off x="2827717" y="3692191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E</a:t>
            </a:r>
          </a:p>
        </p:txBody>
      </p:sp>
      <p:sp>
        <p:nvSpPr>
          <p:cNvPr id="94" name="tx94">
            <a:extLst>
              <a:ext uri="{FF2B5EF4-FFF2-40B4-BE49-F238E27FC236}">
                <a16:creationId xmlns:a16="http://schemas.microsoft.com/office/drawing/2014/main" id="{0BD2B725-C68B-1F05-E839-499CDC78C596}"/>
              </a:ext>
            </a:extLst>
          </p:cNvPr>
          <p:cNvSpPr/>
          <p:nvPr/>
        </p:nvSpPr>
        <p:spPr>
          <a:xfrm>
            <a:off x="2981277" y="3692191"/>
            <a:ext cx="219756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95" name="tx95">
            <a:extLst>
              <a:ext uri="{FF2B5EF4-FFF2-40B4-BE49-F238E27FC236}">
                <a16:creationId xmlns:a16="http://schemas.microsoft.com/office/drawing/2014/main" id="{BBE8FA48-6755-D904-4138-48E1F34750A0}"/>
              </a:ext>
            </a:extLst>
          </p:cNvPr>
          <p:cNvSpPr/>
          <p:nvPr/>
        </p:nvSpPr>
        <p:spPr>
          <a:xfrm>
            <a:off x="3201035" y="3695262"/>
            <a:ext cx="74489" cy="1383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Symbol"/>
                <a:cs typeface="Symbol"/>
              </a:rPr>
              <a:t>°</a:t>
            </a:r>
          </a:p>
        </p:txBody>
      </p:sp>
      <p:sp>
        <p:nvSpPr>
          <p:cNvPr id="96" name="tx96">
            <a:extLst>
              <a:ext uri="{FF2B5EF4-FFF2-40B4-BE49-F238E27FC236}">
                <a16:creationId xmlns:a16="http://schemas.microsoft.com/office/drawing/2014/main" id="{D0B9713D-D8D4-6F59-EE39-5062197EE066}"/>
              </a:ext>
            </a:extLst>
          </p:cNvPr>
          <p:cNvSpPr/>
          <p:nvPr/>
        </p:nvSpPr>
        <p:spPr>
          <a:xfrm>
            <a:off x="3275527" y="3692191"/>
            <a:ext cx="131691" cy="1413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880">
                <a:solidFill>
                  <a:srgbClr val="FF0000"/>
                </a:solidFill>
                <a:latin typeface="Arial"/>
                <a:cs typeface="Arial"/>
              </a:rPr>
              <a:t>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E05323E-C478-C683-4A38-B8C2ED5C8706}"/>
              </a:ext>
            </a:extLst>
          </p:cNvPr>
          <p:cNvGrpSpPr/>
          <p:nvPr/>
        </p:nvGrpSpPr>
        <p:grpSpPr>
          <a:xfrm>
            <a:off x="2206761" y="3214467"/>
            <a:ext cx="428010" cy="384175"/>
            <a:chOff x="3766427" y="2999111"/>
            <a:chExt cx="428010" cy="384175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C13FA3B2-23EF-B87A-85FF-EE3F581D8C73}"/>
                </a:ext>
              </a:extLst>
            </p:cNvPr>
            <p:cNvGrpSpPr/>
            <p:nvPr/>
          </p:nvGrpSpPr>
          <p:grpSpPr>
            <a:xfrm>
              <a:off x="3766427" y="2999111"/>
              <a:ext cx="428010" cy="384175"/>
              <a:chOff x="3766427" y="2999111"/>
              <a:chExt cx="428010" cy="384175"/>
            </a:xfrm>
          </p:grpSpPr>
          <p:sp>
            <p:nvSpPr>
              <p:cNvPr id="98" name="pg23">
                <a:extLst>
                  <a:ext uri="{FF2B5EF4-FFF2-40B4-BE49-F238E27FC236}">
                    <a16:creationId xmlns:a16="http://schemas.microsoft.com/office/drawing/2014/main" id="{179FFB11-1439-538B-BB55-F113BCB321D6}"/>
                  </a:ext>
                </a:extLst>
              </p:cNvPr>
              <p:cNvSpPr/>
              <p:nvPr/>
            </p:nvSpPr>
            <p:spPr>
              <a:xfrm>
                <a:off x="3766427" y="2999111"/>
                <a:ext cx="428010" cy="384175"/>
              </a:xfrm>
              <a:custGeom>
                <a:avLst/>
                <a:gdLst/>
                <a:ahLst/>
                <a:cxnLst/>
                <a:rect l="0" t="0" r="0" b="0"/>
                <a:pathLst>
                  <a:path w="242207" h="217401">
                    <a:moveTo>
                      <a:pt x="0" y="110770"/>
                    </a:moveTo>
                    <a:lnTo>
                      <a:pt x="7314" y="102323"/>
                    </a:lnTo>
                    <a:lnTo>
                      <a:pt x="12872" y="106999"/>
                    </a:lnTo>
                    <a:lnTo>
                      <a:pt x="15013" y="114303"/>
                    </a:lnTo>
                    <a:lnTo>
                      <a:pt x="21480" y="115547"/>
                    </a:lnTo>
                    <a:lnTo>
                      <a:pt x="30469" y="118777"/>
                    </a:lnTo>
                    <a:lnTo>
                      <a:pt x="38333" y="117530"/>
                    </a:lnTo>
                    <a:lnTo>
                      <a:pt x="51736" y="108795"/>
                    </a:lnTo>
                    <a:lnTo>
                      <a:pt x="54457" y="45715"/>
                    </a:lnTo>
                    <a:lnTo>
                      <a:pt x="58325" y="48280"/>
                    </a:lnTo>
                    <a:lnTo>
                      <a:pt x="66370" y="64508"/>
                    </a:lnTo>
                    <a:lnTo>
                      <a:pt x="64572" y="74915"/>
                    </a:lnTo>
                    <a:lnTo>
                      <a:pt x="67565" y="80911"/>
                    </a:lnTo>
                    <a:lnTo>
                      <a:pt x="78118" y="79169"/>
                    </a:lnTo>
                    <a:lnTo>
                      <a:pt x="85789" y="71547"/>
                    </a:lnTo>
                    <a:lnTo>
                      <a:pt x="92962" y="66409"/>
                    </a:lnTo>
                    <a:lnTo>
                      <a:pt x="96924" y="58228"/>
                    </a:lnTo>
                    <a:lnTo>
                      <a:pt x="104258" y="54270"/>
                    </a:lnTo>
                    <a:lnTo>
                      <a:pt x="110346" y="56344"/>
                    </a:lnTo>
                    <a:lnTo>
                      <a:pt x="117123" y="61128"/>
                    </a:lnTo>
                    <a:lnTo>
                      <a:pt x="129011" y="61972"/>
                    </a:lnTo>
                    <a:lnTo>
                      <a:pt x="138588" y="57995"/>
                    </a:lnTo>
                    <a:lnTo>
                      <a:pt x="140340" y="52667"/>
                    </a:lnTo>
                    <a:lnTo>
                      <a:pt x="143320" y="44495"/>
                    </a:lnTo>
                    <a:lnTo>
                      <a:pt x="151380" y="43128"/>
                    </a:lnTo>
                    <a:lnTo>
                      <a:pt x="156109" y="36712"/>
                    </a:lnTo>
                    <a:lnTo>
                      <a:pt x="161543" y="25330"/>
                    </a:lnTo>
                    <a:lnTo>
                      <a:pt x="175357" y="12579"/>
                    </a:lnTo>
                    <a:lnTo>
                      <a:pt x="196810" y="0"/>
                    </a:lnTo>
                    <a:lnTo>
                      <a:pt x="202809" y="186"/>
                    </a:lnTo>
                    <a:lnTo>
                      <a:pt x="209816" y="3079"/>
                    </a:lnTo>
                    <a:lnTo>
                      <a:pt x="214889" y="1029"/>
                    </a:lnTo>
                    <a:lnTo>
                      <a:pt x="222653" y="2736"/>
                    </a:lnTo>
                    <a:lnTo>
                      <a:pt x="228477" y="26776"/>
                    </a:lnTo>
                    <a:lnTo>
                      <a:pt x="231627" y="38911"/>
                    </a:lnTo>
                    <a:lnTo>
                      <a:pt x="227866" y="57952"/>
                    </a:lnTo>
                    <a:lnTo>
                      <a:pt x="228727" y="64084"/>
                    </a:lnTo>
                    <a:lnTo>
                      <a:pt x="221531" y="60957"/>
                    </a:lnTo>
                    <a:lnTo>
                      <a:pt x="217217" y="62174"/>
                    </a:lnTo>
                    <a:lnTo>
                      <a:pt x="215520" y="67147"/>
                    </a:lnTo>
                    <a:lnTo>
                      <a:pt x="211109" y="73559"/>
                    </a:lnTo>
                    <a:lnTo>
                      <a:pt x="210856" y="79465"/>
                    </a:lnTo>
                    <a:lnTo>
                      <a:pt x="218939" y="88722"/>
                    </a:lnTo>
                    <a:lnTo>
                      <a:pt x="227617" y="86878"/>
                    </a:lnTo>
                    <a:lnTo>
                      <a:pt x="231128" y="79293"/>
                    </a:lnTo>
                    <a:lnTo>
                      <a:pt x="242207" y="79436"/>
                    </a:lnTo>
                    <a:lnTo>
                      <a:pt x="237649" y="91870"/>
                    </a:lnTo>
                    <a:lnTo>
                      <a:pt x="234838" y="106061"/>
                    </a:lnTo>
                    <a:lnTo>
                      <a:pt x="230460" y="113771"/>
                    </a:lnTo>
                    <a:lnTo>
                      <a:pt x="219849" y="122397"/>
                    </a:lnTo>
                    <a:lnTo>
                      <a:pt x="216811" y="124867"/>
                    </a:lnTo>
                    <a:lnTo>
                      <a:pt x="209953" y="133545"/>
                    </a:lnTo>
                    <a:lnTo>
                      <a:pt x="205180" y="142324"/>
                    </a:lnTo>
                    <a:lnTo>
                      <a:pt x="195941" y="154566"/>
                    </a:lnTo>
                    <a:lnTo>
                      <a:pt x="178130" y="172195"/>
                    </a:lnTo>
                    <a:lnTo>
                      <a:pt x="167097" y="182443"/>
                    </a:lnTo>
                    <a:lnTo>
                      <a:pt x="155594" y="190215"/>
                    </a:lnTo>
                    <a:lnTo>
                      <a:pt x="140066" y="196842"/>
                    </a:lnTo>
                    <a:lnTo>
                      <a:pt x="132701" y="197731"/>
                    </a:lnTo>
                    <a:lnTo>
                      <a:pt x="130460" y="202472"/>
                    </a:lnTo>
                    <a:lnTo>
                      <a:pt x="121985" y="199948"/>
                    </a:lnTo>
                    <a:lnTo>
                      <a:pt x="114650" y="203198"/>
                    </a:lnTo>
                    <a:lnTo>
                      <a:pt x="99424" y="199907"/>
                    </a:lnTo>
                    <a:lnTo>
                      <a:pt x="90610" y="201990"/>
                    </a:lnTo>
                    <a:lnTo>
                      <a:pt x="84761" y="201096"/>
                    </a:lnTo>
                    <a:lnTo>
                      <a:pt x="69550" y="207836"/>
                    </a:lnTo>
                    <a:lnTo>
                      <a:pt x="57186" y="210539"/>
                    </a:lnTo>
                    <a:lnTo>
                      <a:pt x="47946" y="216991"/>
                    </a:lnTo>
                    <a:lnTo>
                      <a:pt x="41443" y="217401"/>
                    </a:lnTo>
                    <a:lnTo>
                      <a:pt x="35811" y="211315"/>
                    </a:lnTo>
                    <a:lnTo>
                      <a:pt x="31013" y="211002"/>
                    </a:lnTo>
                    <a:lnTo>
                      <a:pt x="25335" y="203380"/>
                    </a:lnTo>
                    <a:lnTo>
                      <a:pt x="24519" y="205748"/>
                    </a:lnTo>
                    <a:lnTo>
                      <a:pt x="22895" y="201159"/>
                    </a:lnTo>
                    <a:lnTo>
                      <a:pt x="23561" y="191146"/>
                    </a:lnTo>
                    <a:lnTo>
                      <a:pt x="19550" y="179699"/>
                    </a:lnTo>
                    <a:lnTo>
                      <a:pt x="24357" y="176587"/>
                    </a:lnTo>
                    <a:lnTo>
                      <a:pt x="24698" y="163474"/>
                    </a:lnTo>
                    <a:lnTo>
                      <a:pt x="16074" y="147483"/>
                    </a:lnTo>
                    <a:lnTo>
                      <a:pt x="9470" y="132965"/>
                    </a:lnTo>
                    <a:close/>
                  </a:path>
                </a:pathLst>
              </a:custGeom>
              <a:solidFill>
                <a:srgbClr val="D3D3D3">
                  <a:alpha val="100000"/>
                </a:srgbClr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pg25">
                <a:extLst>
                  <a:ext uri="{FF2B5EF4-FFF2-40B4-BE49-F238E27FC236}">
                    <a16:creationId xmlns:a16="http://schemas.microsoft.com/office/drawing/2014/main" id="{875C801B-BD28-998F-CE3F-ED6F08F41CDA}"/>
                  </a:ext>
                </a:extLst>
              </p:cNvPr>
              <p:cNvSpPr/>
              <p:nvPr/>
            </p:nvSpPr>
            <p:spPr>
              <a:xfrm>
                <a:off x="4037598" y="3196994"/>
                <a:ext cx="60996" cy="60305"/>
              </a:xfrm>
              <a:custGeom>
                <a:avLst/>
                <a:gdLst/>
                <a:ahLst/>
                <a:cxnLst/>
                <a:rect l="0" t="0" r="0" b="0"/>
                <a:pathLst>
                  <a:path w="34517" h="34126">
                    <a:moveTo>
                      <a:pt x="29861" y="5262"/>
                    </a:moveTo>
                    <a:lnTo>
                      <a:pt x="34517" y="10418"/>
                    </a:lnTo>
                    <a:lnTo>
                      <a:pt x="29433" y="18727"/>
                    </a:lnTo>
                    <a:lnTo>
                      <a:pt x="26537" y="24301"/>
                    </a:lnTo>
                    <a:lnTo>
                      <a:pt x="18261" y="26969"/>
                    </a:lnTo>
                    <a:lnTo>
                      <a:pt x="15177" y="32428"/>
                    </a:lnTo>
                    <a:lnTo>
                      <a:pt x="9872" y="34126"/>
                    </a:lnTo>
                    <a:lnTo>
                      <a:pt x="0" y="20985"/>
                    </a:lnTo>
                    <a:lnTo>
                      <a:pt x="8508" y="10167"/>
                    </a:lnTo>
                    <a:lnTo>
                      <a:pt x="16852" y="3484"/>
                    </a:lnTo>
                    <a:lnTo>
                      <a:pt x="23894" y="0"/>
                    </a:lnTo>
                    <a:close/>
                  </a:path>
                </a:pathLst>
              </a:custGeom>
              <a:solidFill>
                <a:schemeClr val="bg1"/>
              </a:solidFill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97" name="pg51">
              <a:extLst>
                <a:ext uri="{FF2B5EF4-FFF2-40B4-BE49-F238E27FC236}">
                  <a16:creationId xmlns:a16="http://schemas.microsoft.com/office/drawing/2014/main" id="{23DD8F09-6454-AE8C-B87A-91B7DAAF2B30}"/>
                </a:ext>
              </a:extLst>
            </p:cNvPr>
            <p:cNvSpPr/>
            <p:nvPr/>
          </p:nvSpPr>
          <p:spPr>
            <a:xfrm>
              <a:off x="4139038" y="3106830"/>
              <a:ext cx="35821" cy="49064"/>
            </a:xfrm>
            <a:custGeom>
              <a:avLst/>
              <a:gdLst/>
              <a:ahLst/>
              <a:cxnLst/>
              <a:rect l="0" t="0" r="0" b="0"/>
              <a:pathLst>
                <a:path w="20271" h="27765">
                  <a:moveTo>
                    <a:pt x="20271" y="18336"/>
                  </a:moveTo>
                  <a:lnTo>
                    <a:pt x="16760" y="25921"/>
                  </a:lnTo>
                  <a:lnTo>
                    <a:pt x="8082" y="27765"/>
                  </a:lnTo>
                  <a:lnTo>
                    <a:pt x="0" y="18507"/>
                  </a:lnTo>
                  <a:lnTo>
                    <a:pt x="252" y="12602"/>
                  </a:lnTo>
                  <a:lnTo>
                    <a:pt x="4663" y="6190"/>
                  </a:lnTo>
                  <a:lnTo>
                    <a:pt x="6360" y="1217"/>
                  </a:lnTo>
                  <a:lnTo>
                    <a:pt x="10674" y="0"/>
                  </a:lnTo>
                  <a:lnTo>
                    <a:pt x="17870" y="3127"/>
                  </a:lnTo>
                  <a:lnTo>
                    <a:pt x="19532" y="10787"/>
                  </a:lnTo>
                  <a:close/>
                </a:path>
              </a:pathLst>
            </a:custGeom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12" name="Groupe 111">
            <a:extLst>
              <a:ext uri="{FF2B5EF4-FFF2-40B4-BE49-F238E27FC236}">
                <a16:creationId xmlns:a16="http://schemas.microsoft.com/office/drawing/2014/main" id="{23B16BBB-F03E-C2F9-C916-49DC8CDB249F}"/>
              </a:ext>
            </a:extLst>
          </p:cNvPr>
          <p:cNvGrpSpPr/>
          <p:nvPr/>
        </p:nvGrpSpPr>
        <p:grpSpPr>
          <a:xfrm>
            <a:off x="1765062" y="1001864"/>
            <a:ext cx="1356571" cy="2004354"/>
            <a:chOff x="3412315" y="1531332"/>
            <a:chExt cx="1356571" cy="2004354"/>
          </a:xfrm>
          <a:solidFill>
            <a:schemeClr val="bg1">
              <a:lumMod val="85000"/>
              <a:alpha val="37000"/>
            </a:schemeClr>
          </a:solidFill>
        </p:grpSpPr>
        <p:sp>
          <p:nvSpPr>
            <p:cNvPr id="100" name="pg15">
              <a:extLst>
                <a:ext uri="{FF2B5EF4-FFF2-40B4-BE49-F238E27FC236}">
                  <a16:creationId xmlns:a16="http://schemas.microsoft.com/office/drawing/2014/main" id="{FC79B1E6-7F94-BBB5-9336-6D714C050549}"/>
                </a:ext>
              </a:extLst>
            </p:cNvPr>
            <p:cNvSpPr/>
            <p:nvPr/>
          </p:nvSpPr>
          <p:spPr>
            <a:xfrm>
              <a:off x="4280021" y="2513390"/>
              <a:ext cx="288345" cy="325105"/>
            </a:xfrm>
            <a:custGeom>
              <a:avLst/>
              <a:gdLst/>
              <a:ahLst/>
              <a:cxnLst/>
              <a:rect l="0" t="0" r="0" b="0"/>
              <a:pathLst>
                <a:path w="163172" h="183974">
                  <a:moveTo>
                    <a:pt x="69342" y="0"/>
                  </a:moveTo>
                  <a:lnTo>
                    <a:pt x="71883" y="1875"/>
                  </a:lnTo>
                  <a:lnTo>
                    <a:pt x="126296" y="36671"/>
                  </a:lnTo>
                  <a:lnTo>
                    <a:pt x="127200" y="46580"/>
                  </a:lnTo>
                  <a:lnTo>
                    <a:pt x="148582" y="63655"/>
                  </a:lnTo>
                  <a:lnTo>
                    <a:pt x="141267" y="84701"/>
                  </a:lnTo>
                  <a:lnTo>
                    <a:pt x="141977" y="94381"/>
                  </a:lnTo>
                  <a:lnTo>
                    <a:pt x="151491" y="100604"/>
                  </a:lnTo>
                  <a:lnTo>
                    <a:pt x="151850" y="105045"/>
                  </a:lnTo>
                  <a:lnTo>
                    <a:pt x="147484" y="115360"/>
                  </a:lnTo>
                  <a:lnTo>
                    <a:pt x="148228" y="120551"/>
                  </a:lnTo>
                  <a:lnTo>
                    <a:pt x="147049" y="128711"/>
                  </a:lnTo>
                  <a:lnTo>
                    <a:pt x="152027" y="139418"/>
                  </a:lnTo>
                  <a:lnTo>
                    <a:pt x="157774" y="156260"/>
                  </a:lnTo>
                  <a:lnTo>
                    <a:pt x="163172" y="159995"/>
                  </a:lnTo>
                  <a:lnTo>
                    <a:pt x="150920" y="169898"/>
                  </a:lnTo>
                  <a:lnTo>
                    <a:pt x="134301" y="176531"/>
                  </a:lnTo>
                  <a:lnTo>
                    <a:pt x="125310" y="176251"/>
                  </a:lnTo>
                  <a:lnTo>
                    <a:pt x="119800" y="181374"/>
                  </a:lnTo>
                  <a:lnTo>
                    <a:pt x="109346" y="181815"/>
                  </a:lnTo>
                  <a:lnTo>
                    <a:pt x="105362" y="183974"/>
                  </a:lnTo>
                  <a:lnTo>
                    <a:pt x="87490" y="179161"/>
                  </a:lnTo>
                  <a:lnTo>
                    <a:pt x="76163" y="180542"/>
                  </a:lnTo>
                  <a:lnTo>
                    <a:pt x="72603" y="157312"/>
                  </a:lnTo>
                  <a:lnTo>
                    <a:pt x="67707" y="149347"/>
                  </a:lnTo>
                  <a:lnTo>
                    <a:pt x="64797" y="144624"/>
                  </a:lnTo>
                  <a:lnTo>
                    <a:pt x="50138" y="141437"/>
                  </a:lnTo>
                  <a:lnTo>
                    <a:pt x="41719" y="136309"/>
                  </a:lnTo>
                  <a:lnTo>
                    <a:pt x="32225" y="133434"/>
                  </a:lnTo>
                  <a:lnTo>
                    <a:pt x="26289" y="130574"/>
                  </a:lnTo>
                  <a:lnTo>
                    <a:pt x="20091" y="126225"/>
                  </a:lnTo>
                  <a:lnTo>
                    <a:pt x="12342" y="104703"/>
                  </a:lnTo>
                  <a:lnTo>
                    <a:pt x="3760" y="95139"/>
                  </a:lnTo>
                  <a:lnTo>
                    <a:pt x="890" y="85232"/>
                  </a:lnTo>
                  <a:lnTo>
                    <a:pt x="2515" y="76350"/>
                  </a:lnTo>
                  <a:lnTo>
                    <a:pt x="0" y="60635"/>
                  </a:lnTo>
                  <a:lnTo>
                    <a:pt x="6241" y="59822"/>
                  </a:lnTo>
                  <a:lnTo>
                    <a:pt x="11782" y="53635"/>
                  </a:lnTo>
                  <a:lnTo>
                    <a:pt x="17747" y="44726"/>
                  </a:lnTo>
                  <a:lnTo>
                    <a:pt x="21504" y="41152"/>
                  </a:lnTo>
                  <a:lnTo>
                    <a:pt x="21419" y="35601"/>
                  </a:lnTo>
                  <a:lnTo>
                    <a:pt x="18207" y="31729"/>
                  </a:lnTo>
                  <a:lnTo>
                    <a:pt x="17389" y="25003"/>
                  </a:lnTo>
                  <a:lnTo>
                    <a:pt x="21759" y="22841"/>
                  </a:lnTo>
                  <a:lnTo>
                    <a:pt x="22699" y="12791"/>
                  </a:lnTo>
                  <a:lnTo>
                    <a:pt x="16757" y="3154"/>
                  </a:lnTo>
                  <a:lnTo>
                    <a:pt x="22057" y="1102"/>
                  </a:lnTo>
                  <a:lnTo>
                    <a:pt x="38596" y="1321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g17">
              <a:extLst>
                <a:ext uri="{FF2B5EF4-FFF2-40B4-BE49-F238E27FC236}">
                  <a16:creationId xmlns:a16="http://schemas.microsoft.com/office/drawing/2014/main" id="{71585E02-4B80-5701-6E63-E80DF2560004}"/>
                </a:ext>
              </a:extLst>
            </p:cNvPr>
            <p:cNvSpPr/>
            <p:nvPr/>
          </p:nvSpPr>
          <p:spPr>
            <a:xfrm>
              <a:off x="3822876" y="2326068"/>
              <a:ext cx="506698" cy="558796"/>
            </a:xfrm>
            <a:custGeom>
              <a:avLst/>
              <a:gdLst/>
              <a:ahLst/>
              <a:cxnLst/>
              <a:rect l="0" t="0" r="0" b="0"/>
              <a:pathLst>
                <a:path w="286736" h="316218">
                  <a:moveTo>
                    <a:pt x="258694" y="166639"/>
                  </a:moveTo>
                  <a:lnTo>
                    <a:pt x="261210" y="182353"/>
                  </a:lnTo>
                  <a:lnTo>
                    <a:pt x="259584" y="191236"/>
                  </a:lnTo>
                  <a:lnTo>
                    <a:pt x="262454" y="201143"/>
                  </a:lnTo>
                  <a:lnTo>
                    <a:pt x="271036" y="210707"/>
                  </a:lnTo>
                  <a:lnTo>
                    <a:pt x="278785" y="232229"/>
                  </a:lnTo>
                  <a:lnTo>
                    <a:pt x="272894" y="230491"/>
                  </a:lnTo>
                  <a:lnTo>
                    <a:pt x="252643" y="233374"/>
                  </a:lnTo>
                  <a:lnTo>
                    <a:pt x="248576" y="235416"/>
                  </a:lnTo>
                  <a:lnTo>
                    <a:pt x="244090" y="246319"/>
                  </a:lnTo>
                  <a:lnTo>
                    <a:pt x="247305" y="253852"/>
                  </a:lnTo>
                  <a:lnTo>
                    <a:pt x="244204" y="274075"/>
                  </a:lnTo>
                  <a:lnTo>
                    <a:pt x="241937" y="291220"/>
                  </a:lnTo>
                  <a:lnTo>
                    <a:pt x="245910" y="294259"/>
                  </a:lnTo>
                  <a:lnTo>
                    <a:pt x="256212" y="300906"/>
                  </a:lnTo>
                  <a:lnTo>
                    <a:pt x="260410" y="297800"/>
                  </a:lnTo>
                  <a:lnTo>
                    <a:pt x="261133" y="316218"/>
                  </a:lnTo>
                  <a:lnTo>
                    <a:pt x="249680" y="316077"/>
                  </a:lnTo>
                  <a:lnTo>
                    <a:pt x="243797" y="306677"/>
                  </a:lnTo>
                  <a:lnTo>
                    <a:pt x="238472" y="299398"/>
                  </a:lnTo>
                  <a:lnTo>
                    <a:pt x="227048" y="297012"/>
                  </a:lnTo>
                  <a:lnTo>
                    <a:pt x="223901" y="288061"/>
                  </a:lnTo>
                  <a:lnTo>
                    <a:pt x="214607" y="293454"/>
                  </a:lnTo>
                  <a:lnTo>
                    <a:pt x="202656" y="291071"/>
                  </a:lnTo>
                  <a:lnTo>
                    <a:pt x="197816" y="283316"/>
                  </a:lnTo>
                  <a:lnTo>
                    <a:pt x="188324" y="281741"/>
                  </a:lnTo>
                  <a:lnTo>
                    <a:pt x="181284" y="282153"/>
                  </a:lnTo>
                  <a:lnTo>
                    <a:pt x="180530" y="276844"/>
                  </a:lnTo>
                  <a:lnTo>
                    <a:pt x="175362" y="276414"/>
                  </a:lnTo>
                  <a:lnTo>
                    <a:pt x="168547" y="275407"/>
                  </a:lnTo>
                  <a:lnTo>
                    <a:pt x="159203" y="277965"/>
                  </a:lnTo>
                  <a:lnTo>
                    <a:pt x="152690" y="277545"/>
                  </a:lnTo>
                  <a:lnTo>
                    <a:pt x="148947" y="279112"/>
                  </a:lnTo>
                  <a:lnTo>
                    <a:pt x="150099" y="258786"/>
                  </a:lnTo>
                  <a:lnTo>
                    <a:pt x="145187" y="252448"/>
                  </a:lnTo>
                  <a:lnTo>
                    <a:pt x="144239" y="241943"/>
                  </a:lnTo>
                  <a:lnTo>
                    <a:pt x="146597" y="231647"/>
                  </a:lnTo>
                  <a:lnTo>
                    <a:pt x="143634" y="225057"/>
                  </a:lnTo>
                  <a:lnTo>
                    <a:pt x="143490" y="214309"/>
                  </a:lnTo>
                  <a:lnTo>
                    <a:pt x="125229" y="214459"/>
                  </a:lnTo>
                  <a:lnTo>
                    <a:pt x="126608" y="208305"/>
                  </a:lnTo>
                  <a:lnTo>
                    <a:pt x="118928" y="208369"/>
                  </a:lnTo>
                  <a:lnTo>
                    <a:pt x="118085" y="211329"/>
                  </a:lnTo>
                  <a:lnTo>
                    <a:pt x="108744" y="211996"/>
                  </a:lnTo>
                  <a:lnTo>
                    <a:pt x="104862" y="221950"/>
                  </a:lnTo>
                  <a:lnTo>
                    <a:pt x="102560" y="226221"/>
                  </a:lnTo>
                  <a:lnTo>
                    <a:pt x="94275" y="223809"/>
                  </a:lnTo>
                  <a:lnTo>
                    <a:pt x="89286" y="226211"/>
                  </a:lnTo>
                  <a:lnTo>
                    <a:pt x="79325" y="227593"/>
                  </a:lnTo>
                  <a:lnTo>
                    <a:pt x="73653" y="218662"/>
                  </a:lnTo>
                  <a:lnTo>
                    <a:pt x="70247" y="213138"/>
                  </a:lnTo>
                  <a:lnTo>
                    <a:pt x="66017" y="202896"/>
                  </a:lnTo>
                  <a:lnTo>
                    <a:pt x="62405" y="190168"/>
                  </a:lnTo>
                  <a:lnTo>
                    <a:pt x="17964" y="189942"/>
                  </a:lnTo>
                  <a:lnTo>
                    <a:pt x="12669" y="191994"/>
                  </a:lnTo>
                  <a:lnTo>
                    <a:pt x="8308" y="191674"/>
                  </a:lnTo>
                  <a:lnTo>
                    <a:pt x="2079" y="193970"/>
                  </a:lnTo>
                  <a:lnTo>
                    <a:pt x="0" y="188672"/>
                  </a:lnTo>
                  <a:lnTo>
                    <a:pt x="3841" y="186868"/>
                  </a:lnTo>
                  <a:lnTo>
                    <a:pt x="4354" y="179422"/>
                  </a:lnTo>
                  <a:lnTo>
                    <a:pt x="6843" y="175031"/>
                  </a:lnTo>
                  <a:lnTo>
                    <a:pt x="12345" y="171441"/>
                  </a:lnTo>
                  <a:lnTo>
                    <a:pt x="16295" y="173181"/>
                  </a:lnTo>
                  <a:lnTo>
                    <a:pt x="21484" y="166642"/>
                  </a:lnTo>
                  <a:lnTo>
                    <a:pt x="29693" y="166810"/>
                  </a:lnTo>
                  <a:lnTo>
                    <a:pt x="30630" y="171646"/>
                  </a:lnTo>
                  <a:lnTo>
                    <a:pt x="36241" y="174671"/>
                  </a:lnTo>
                  <a:lnTo>
                    <a:pt x="45173" y="163967"/>
                  </a:lnTo>
                  <a:lnTo>
                    <a:pt x="54003" y="155625"/>
                  </a:lnTo>
                  <a:lnTo>
                    <a:pt x="57844" y="150159"/>
                  </a:lnTo>
                  <a:lnTo>
                    <a:pt x="57410" y="136106"/>
                  </a:lnTo>
                  <a:lnTo>
                    <a:pt x="64025" y="119513"/>
                  </a:lnTo>
                  <a:lnTo>
                    <a:pt x="70962" y="110714"/>
                  </a:lnTo>
                  <a:lnTo>
                    <a:pt x="80912" y="102482"/>
                  </a:lnTo>
                  <a:lnTo>
                    <a:pt x="82653" y="97033"/>
                  </a:lnTo>
                  <a:lnTo>
                    <a:pt x="83032" y="90769"/>
                  </a:lnTo>
                  <a:lnTo>
                    <a:pt x="85490" y="84842"/>
                  </a:lnTo>
                  <a:lnTo>
                    <a:pt x="84688" y="75162"/>
                  </a:lnTo>
                  <a:lnTo>
                    <a:pt x="86528" y="60025"/>
                  </a:lnTo>
                  <a:lnTo>
                    <a:pt x="89433" y="49369"/>
                  </a:lnTo>
                  <a:lnTo>
                    <a:pt x="93904" y="40235"/>
                  </a:lnTo>
                  <a:lnTo>
                    <a:pt x="94737" y="29920"/>
                  </a:lnTo>
                  <a:lnTo>
                    <a:pt x="96012" y="18008"/>
                  </a:lnTo>
                  <a:lnTo>
                    <a:pt x="101815" y="9335"/>
                  </a:lnTo>
                  <a:lnTo>
                    <a:pt x="109839" y="3835"/>
                  </a:lnTo>
                  <a:lnTo>
                    <a:pt x="122287" y="9640"/>
                  </a:lnTo>
                  <a:lnTo>
                    <a:pt x="131938" y="15941"/>
                  </a:lnTo>
                  <a:lnTo>
                    <a:pt x="142978" y="17622"/>
                  </a:lnTo>
                  <a:lnTo>
                    <a:pt x="154250" y="20956"/>
                  </a:lnTo>
                  <a:lnTo>
                    <a:pt x="158666" y="10641"/>
                  </a:lnTo>
                  <a:lnTo>
                    <a:pt x="160723" y="9325"/>
                  </a:lnTo>
                  <a:lnTo>
                    <a:pt x="167607" y="11040"/>
                  </a:lnTo>
                  <a:lnTo>
                    <a:pt x="184297" y="2516"/>
                  </a:lnTo>
                  <a:lnTo>
                    <a:pt x="190279" y="6129"/>
                  </a:lnTo>
                  <a:lnTo>
                    <a:pt x="195153" y="5616"/>
                  </a:lnTo>
                  <a:lnTo>
                    <a:pt x="197368" y="1463"/>
                  </a:lnTo>
                  <a:lnTo>
                    <a:pt x="202951" y="0"/>
                  </a:lnTo>
                  <a:lnTo>
                    <a:pt x="214305" y="1797"/>
                  </a:lnTo>
                  <a:lnTo>
                    <a:pt x="223972" y="2190"/>
                  </a:lnTo>
                  <a:lnTo>
                    <a:pt x="228924" y="378"/>
                  </a:lnTo>
                  <a:lnTo>
                    <a:pt x="238215" y="14478"/>
                  </a:lnTo>
                  <a:lnTo>
                    <a:pt x="245005" y="16549"/>
                  </a:lnTo>
                  <a:lnTo>
                    <a:pt x="249007" y="13681"/>
                  </a:lnTo>
                  <a:lnTo>
                    <a:pt x="255989" y="14805"/>
                  </a:lnTo>
                  <a:lnTo>
                    <a:pt x="264340" y="11192"/>
                  </a:lnTo>
                  <a:lnTo>
                    <a:pt x="268005" y="18487"/>
                  </a:lnTo>
                  <a:lnTo>
                    <a:pt x="281402" y="29838"/>
                  </a:lnTo>
                  <a:lnTo>
                    <a:pt x="280673" y="49810"/>
                  </a:lnTo>
                  <a:lnTo>
                    <a:pt x="286736" y="52123"/>
                  </a:lnTo>
                  <a:lnTo>
                    <a:pt x="281929" y="58188"/>
                  </a:lnTo>
                  <a:lnTo>
                    <a:pt x="276160" y="62724"/>
                  </a:lnTo>
                  <a:lnTo>
                    <a:pt x="270433" y="71632"/>
                  </a:lnTo>
                  <a:lnTo>
                    <a:pt x="267283" y="79573"/>
                  </a:lnTo>
                  <a:lnTo>
                    <a:pt x="266443" y="93284"/>
                  </a:lnTo>
                  <a:lnTo>
                    <a:pt x="262939" y="99810"/>
                  </a:lnTo>
                  <a:lnTo>
                    <a:pt x="262769" y="112687"/>
                  </a:lnTo>
                  <a:lnTo>
                    <a:pt x="258407" y="117448"/>
                  </a:lnTo>
                  <a:lnTo>
                    <a:pt x="257785" y="127612"/>
                  </a:lnTo>
                  <a:lnTo>
                    <a:pt x="255704" y="128929"/>
                  </a:lnTo>
                  <a:lnTo>
                    <a:pt x="254235" y="138273"/>
                  </a:lnTo>
                  <a:lnTo>
                    <a:pt x="257956" y="146039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19">
              <a:extLst>
                <a:ext uri="{FF2B5EF4-FFF2-40B4-BE49-F238E27FC236}">
                  <a16:creationId xmlns:a16="http://schemas.microsoft.com/office/drawing/2014/main" id="{9EBBBD2C-2CE3-18EC-3F82-5C3F0DA38509}"/>
                </a:ext>
              </a:extLst>
            </p:cNvPr>
            <p:cNvSpPr/>
            <p:nvPr/>
          </p:nvSpPr>
          <p:spPr>
            <a:xfrm>
              <a:off x="4402343" y="2318526"/>
              <a:ext cx="211260" cy="307351"/>
            </a:xfrm>
            <a:custGeom>
              <a:avLst/>
              <a:gdLst/>
              <a:ahLst/>
              <a:cxnLst/>
              <a:rect l="0" t="0" r="0" b="0"/>
              <a:pathLst>
                <a:path w="119550" h="173927">
                  <a:moveTo>
                    <a:pt x="79361" y="173927"/>
                  </a:moveTo>
                  <a:lnTo>
                    <a:pt x="57979" y="156853"/>
                  </a:lnTo>
                  <a:lnTo>
                    <a:pt x="57075" y="146944"/>
                  </a:lnTo>
                  <a:lnTo>
                    <a:pt x="2662" y="112148"/>
                  </a:lnTo>
                  <a:lnTo>
                    <a:pt x="121" y="110272"/>
                  </a:lnTo>
                  <a:lnTo>
                    <a:pt x="0" y="92170"/>
                  </a:lnTo>
                  <a:lnTo>
                    <a:pt x="4312" y="85249"/>
                  </a:lnTo>
                  <a:lnTo>
                    <a:pt x="11697" y="73943"/>
                  </a:lnTo>
                  <a:lnTo>
                    <a:pt x="17111" y="61492"/>
                  </a:lnTo>
                  <a:lnTo>
                    <a:pt x="10297" y="41886"/>
                  </a:lnTo>
                  <a:lnTo>
                    <a:pt x="8437" y="33314"/>
                  </a:lnTo>
                  <a:lnTo>
                    <a:pt x="1141" y="21455"/>
                  </a:lnTo>
                  <a:lnTo>
                    <a:pt x="10270" y="11254"/>
                  </a:lnTo>
                  <a:lnTo>
                    <a:pt x="20311" y="0"/>
                  </a:lnTo>
                  <a:lnTo>
                    <a:pt x="28182" y="2865"/>
                  </a:lnTo>
                  <a:lnTo>
                    <a:pt x="28329" y="12452"/>
                  </a:lnTo>
                  <a:lnTo>
                    <a:pt x="33560" y="18073"/>
                  </a:lnTo>
                  <a:lnTo>
                    <a:pt x="44049" y="18073"/>
                  </a:lnTo>
                  <a:lnTo>
                    <a:pt x="63334" y="32579"/>
                  </a:lnTo>
                  <a:lnTo>
                    <a:pt x="68101" y="32751"/>
                  </a:lnTo>
                  <a:lnTo>
                    <a:pt x="71625" y="32281"/>
                  </a:lnTo>
                  <a:lnTo>
                    <a:pt x="74989" y="34251"/>
                  </a:lnTo>
                  <a:lnTo>
                    <a:pt x="85062" y="35594"/>
                  </a:lnTo>
                  <a:lnTo>
                    <a:pt x="89419" y="28476"/>
                  </a:lnTo>
                  <a:lnTo>
                    <a:pt x="103081" y="21333"/>
                  </a:lnTo>
                  <a:lnTo>
                    <a:pt x="109250" y="27105"/>
                  </a:lnTo>
                  <a:lnTo>
                    <a:pt x="119550" y="27108"/>
                  </a:lnTo>
                  <a:lnTo>
                    <a:pt x="106636" y="46484"/>
                  </a:lnTo>
                  <a:lnTo>
                    <a:pt x="107087" y="108706"/>
                  </a:lnTo>
                  <a:lnTo>
                    <a:pt x="115935" y="122796"/>
                  </a:lnTo>
                  <a:lnTo>
                    <a:pt x="105311" y="129617"/>
                  </a:lnTo>
                  <a:lnTo>
                    <a:pt x="101515" y="136743"/>
                  </a:lnTo>
                  <a:lnTo>
                    <a:pt x="95849" y="137995"/>
                  </a:lnTo>
                  <a:lnTo>
                    <a:pt x="93565" y="150030"/>
                  </a:lnTo>
                  <a:lnTo>
                    <a:pt x="88630" y="156922"/>
                  </a:lnTo>
                  <a:lnTo>
                    <a:pt x="85519" y="16828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g26">
              <a:extLst>
                <a:ext uri="{FF2B5EF4-FFF2-40B4-BE49-F238E27FC236}">
                  <a16:creationId xmlns:a16="http://schemas.microsoft.com/office/drawing/2014/main" id="{111915A6-7AB9-45DD-E249-16143313B48F}"/>
                </a:ext>
              </a:extLst>
            </p:cNvPr>
            <p:cNvSpPr/>
            <p:nvPr/>
          </p:nvSpPr>
          <p:spPr>
            <a:xfrm>
              <a:off x="4162779" y="2952796"/>
              <a:ext cx="200751" cy="204158"/>
            </a:xfrm>
            <a:custGeom>
              <a:avLst/>
              <a:gdLst/>
              <a:ahLst/>
              <a:cxnLst/>
              <a:rect l="0" t="0" r="0" b="0"/>
              <a:pathLst>
                <a:path w="113603" h="115531">
                  <a:moveTo>
                    <a:pt x="84603" y="115187"/>
                  </a:moveTo>
                  <a:lnTo>
                    <a:pt x="76839" y="113480"/>
                  </a:lnTo>
                  <a:lnTo>
                    <a:pt x="71766" y="115531"/>
                  </a:lnTo>
                  <a:lnTo>
                    <a:pt x="64760" y="112637"/>
                  </a:lnTo>
                  <a:lnTo>
                    <a:pt x="58761" y="112451"/>
                  </a:lnTo>
                  <a:lnTo>
                    <a:pt x="49691" y="104733"/>
                  </a:lnTo>
                  <a:lnTo>
                    <a:pt x="38376" y="102111"/>
                  </a:lnTo>
                  <a:lnTo>
                    <a:pt x="34481" y="91279"/>
                  </a:lnTo>
                  <a:lnTo>
                    <a:pt x="34694" y="85254"/>
                  </a:lnTo>
                  <a:lnTo>
                    <a:pt x="28427" y="83417"/>
                  </a:lnTo>
                  <a:lnTo>
                    <a:pt x="12392" y="64654"/>
                  </a:lnTo>
                  <a:lnTo>
                    <a:pt x="8100" y="54770"/>
                  </a:lnTo>
                  <a:lnTo>
                    <a:pt x="5225" y="51723"/>
                  </a:lnTo>
                  <a:lnTo>
                    <a:pt x="0" y="38068"/>
                  </a:lnTo>
                  <a:lnTo>
                    <a:pt x="16557" y="39938"/>
                  </a:lnTo>
                  <a:lnTo>
                    <a:pt x="21314" y="41905"/>
                  </a:lnTo>
                  <a:lnTo>
                    <a:pt x="26350" y="41509"/>
                  </a:lnTo>
                  <a:lnTo>
                    <a:pt x="35014" y="30455"/>
                  </a:lnTo>
                  <a:lnTo>
                    <a:pt x="48504" y="16407"/>
                  </a:lnTo>
                  <a:lnTo>
                    <a:pt x="53891" y="15064"/>
                  </a:lnTo>
                  <a:lnTo>
                    <a:pt x="55928" y="9142"/>
                  </a:lnTo>
                  <a:lnTo>
                    <a:pt x="64677" y="2338"/>
                  </a:lnTo>
                  <a:lnTo>
                    <a:pt x="76069" y="0"/>
                  </a:lnTo>
                  <a:lnTo>
                    <a:pt x="76791" y="6371"/>
                  </a:lnTo>
                  <a:lnTo>
                    <a:pt x="89248" y="6032"/>
                  </a:lnTo>
                  <a:lnTo>
                    <a:pt x="96015" y="9636"/>
                  </a:lnTo>
                  <a:lnTo>
                    <a:pt x="99054" y="13863"/>
                  </a:lnTo>
                  <a:lnTo>
                    <a:pt x="106101" y="15104"/>
                  </a:lnTo>
                  <a:lnTo>
                    <a:pt x="113603" y="20592"/>
                  </a:lnTo>
                  <a:lnTo>
                    <a:pt x="112650" y="42210"/>
                  </a:lnTo>
                  <a:lnTo>
                    <a:pt x="109195" y="54047"/>
                  </a:lnTo>
                  <a:lnTo>
                    <a:pt x="107949" y="66812"/>
                  </a:lnTo>
                  <a:lnTo>
                    <a:pt x="110089" y="71871"/>
                  </a:lnTo>
                  <a:lnTo>
                    <a:pt x="107928" y="81927"/>
                  </a:lnTo>
                  <a:lnTo>
                    <a:pt x="105616" y="83481"/>
                  </a:lnTo>
                  <a:lnTo>
                    <a:pt x="101117" y="9580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g34">
              <a:extLst>
                <a:ext uri="{FF2B5EF4-FFF2-40B4-BE49-F238E27FC236}">
                  <a16:creationId xmlns:a16="http://schemas.microsoft.com/office/drawing/2014/main" id="{21AEC517-C27E-C173-3C15-FA9A784DAA8E}"/>
                </a:ext>
              </a:extLst>
            </p:cNvPr>
            <p:cNvSpPr/>
            <p:nvPr/>
          </p:nvSpPr>
          <p:spPr>
            <a:xfrm>
              <a:off x="3570264" y="2066193"/>
              <a:ext cx="314507" cy="290526"/>
            </a:xfrm>
            <a:custGeom>
              <a:avLst/>
              <a:gdLst/>
              <a:ahLst/>
              <a:cxnLst/>
              <a:rect l="0" t="0" r="0" b="0"/>
              <a:pathLst>
                <a:path w="177977" h="164406">
                  <a:moveTo>
                    <a:pt x="0" y="129934"/>
                  </a:moveTo>
                  <a:lnTo>
                    <a:pt x="823" y="102401"/>
                  </a:lnTo>
                  <a:lnTo>
                    <a:pt x="425" y="91536"/>
                  </a:lnTo>
                  <a:lnTo>
                    <a:pt x="3239" y="80762"/>
                  </a:lnTo>
                  <a:lnTo>
                    <a:pt x="7857" y="75526"/>
                  </a:lnTo>
                  <a:lnTo>
                    <a:pt x="15118" y="64952"/>
                  </a:lnTo>
                  <a:lnTo>
                    <a:pt x="13523" y="60358"/>
                  </a:lnTo>
                  <a:lnTo>
                    <a:pt x="16462" y="53482"/>
                  </a:lnTo>
                  <a:lnTo>
                    <a:pt x="13056" y="43350"/>
                  </a:lnTo>
                  <a:lnTo>
                    <a:pt x="13623" y="37675"/>
                  </a:lnTo>
                  <a:lnTo>
                    <a:pt x="14614" y="22427"/>
                  </a:lnTo>
                  <a:lnTo>
                    <a:pt x="18882" y="15540"/>
                  </a:lnTo>
                  <a:lnTo>
                    <a:pt x="20947" y="5717"/>
                  </a:lnTo>
                  <a:lnTo>
                    <a:pt x="24827" y="2023"/>
                  </a:lnTo>
                  <a:lnTo>
                    <a:pt x="40895" y="0"/>
                  </a:lnTo>
                  <a:lnTo>
                    <a:pt x="55933" y="6373"/>
                  </a:lnTo>
                  <a:lnTo>
                    <a:pt x="61591" y="12824"/>
                  </a:lnTo>
                  <a:lnTo>
                    <a:pt x="69234" y="13115"/>
                  </a:lnTo>
                  <a:lnTo>
                    <a:pt x="76296" y="8922"/>
                  </a:lnTo>
                  <a:lnTo>
                    <a:pt x="94493" y="17751"/>
                  </a:lnTo>
                  <a:lnTo>
                    <a:pt x="102127" y="17333"/>
                  </a:lnTo>
                  <a:lnTo>
                    <a:pt x="110888" y="10054"/>
                  </a:lnTo>
                  <a:lnTo>
                    <a:pt x="119670" y="10572"/>
                  </a:lnTo>
                  <a:lnTo>
                    <a:pt x="123963" y="8174"/>
                  </a:lnTo>
                  <a:lnTo>
                    <a:pt x="132030" y="9171"/>
                  </a:lnTo>
                  <a:lnTo>
                    <a:pt x="143683" y="14155"/>
                  </a:lnTo>
                  <a:lnTo>
                    <a:pt x="155263" y="4607"/>
                  </a:lnTo>
                  <a:lnTo>
                    <a:pt x="158785" y="5287"/>
                  </a:lnTo>
                  <a:lnTo>
                    <a:pt x="169172" y="23987"/>
                  </a:lnTo>
                  <a:lnTo>
                    <a:pt x="171953" y="23609"/>
                  </a:lnTo>
                  <a:lnTo>
                    <a:pt x="177977" y="30413"/>
                  </a:lnTo>
                  <a:lnTo>
                    <a:pt x="176383" y="33498"/>
                  </a:lnTo>
                  <a:lnTo>
                    <a:pt x="175663" y="39175"/>
                  </a:lnTo>
                  <a:lnTo>
                    <a:pt x="163178" y="52392"/>
                  </a:lnTo>
                  <a:lnTo>
                    <a:pt x="159324" y="63293"/>
                  </a:lnTo>
                  <a:lnTo>
                    <a:pt x="157291" y="72170"/>
                  </a:lnTo>
                  <a:lnTo>
                    <a:pt x="154138" y="75977"/>
                  </a:lnTo>
                  <a:lnTo>
                    <a:pt x="151207" y="87933"/>
                  </a:lnTo>
                  <a:lnTo>
                    <a:pt x="143221" y="94969"/>
                  </a:lnTo>
                  <a:lnTo>
                    <a:pt x="140953" y="103612"/>
                  </a:lnTo>
                  <a:lnTo>
                    <a:pt x="137619" y="110492"/>
                  </a:lnTo>
                  <a:lnTo>
                    <a:pt x="136257" y="117592"/>
                  </a:lnTo>
                  <a:lnTo>
                    <a:pt x="125950" y="123347"/>
                  </a:lnTo>
                  <a:lnTo>
                    <a:pt x="117460" y="116328"/>
                  </a:lnTo>
                  <a:lnTo>
                    <a:pt x="111756" y="116611"/>
                  </a:lnTo>
                  <a:lnTo>
                    <a:pt x="102841" y="126609"/>
                  </a:lnTo>
                  <a:lnTo>
                    <a:pt x="98482" y="126762"/>
                  </a:lnTo>
                  <a:lnTo>
                    <a:pt x="91389" y="143242"/>
                  </a:lnTo>
                  <a:lnTo>
                    <a:pt x="87559" y="155330"/>
                  </a:lnTo>
                  <a:lnTo>
                    <a:pt x="71933" y="161477"/>
                  </a:lnTo>
                  <a:lnTo>
                    <a:pt x="66211" y="160578"/>
                  </a:lnTo>
                  <a:lnTo>
                    <a:pt x="60426" y="164406"/>
                  </a:lnTo>
                  <a:lnTo>
                    <a:pt x="48369" y="164033"/>
                  </a:lnTo>
                  <a:lnTo>
                    <a:pt x="40276" y="153348"/>
                  </a:lnTo>
                  <a:lnTo>
                    <a:pt x="35288" y="140985"/>
                  </a:lnTo>
                  <a:lnTo>
                    <a:pt x="24601" y="129731"/>
                  </a:lnTo>
                  <a:lnTo>
                    <a:pt x="13287" y="129942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g37">
              <a:extLst>
                <a:ext uri="{FF2B5EF4-FFF2-40B4-BE49-F238E27FC236}">
                  <a16:creationId xmlns:a16="http://schemas.microsoft.com/office/drawing/2014/main" id="{A4960E14-16D8-C350-F634-3A69FBF2E915}"/>
                </a:ext>
              </a:extLst>
            </p:cNvPr>
            <p:cNvSpPr/>
            <p:nvPr/>
          </p:nvSpPr>
          <p:spPr>
            <a:xfrm>
              <a:off x="3412315" y="2149729"/>
              <a:ext cx="114540" cy="192807"/>
            </a:xfrm>
            <a:custGeom>
              <a:avLst/>
              <a:gdLst/>
              <a:ahLst/>
              <a:cxnLst/>
              <a:rect l="0" t="0" r="0" b="0"/>
              <a:pathLst>
                <a:path w="64817" h="109108">
                  <a:moveTo>
                    <a:pt x="49209" y="1360"/>
                  </a:moveTo>
                  <a:lnTo>
                    <a:pt x="48104" y="6685"/>
                  </a:lnTo>
                  <a:lnTo>
                    <a:pt x="54371" y="15494"/>
                  </a:lnTo>
                  <a:lnTo>
                    <a:pt x="54349" y="27898"/>
                  </a:lnTo>
                  <a:lnTo>
                    <a:pt x="55785" y="41354"/>
                  </a:lnTo>
                  <a:lnTo>
                    <a:pt x="59559" y="47584"/>
                  </a:lnTo>
                  <a:lnTo>
                    <a:pt x="56239" y="62969"/>
                  </a:lnTo>
                  <a:lnTo>
                    <a:pt x="57437" y="71465"/>
                  </a:lnTo>
                  <a:lnTo>
                    <a:pt x="61453" y="82300"/>
                  </a:lnTo>
                  <a:lnTo>
                    <a:pt x="64817" y="88298"/>
                  </a:lnTo>
                  <a:lnTo>
                    <a:pt x="41204" y="98296"/>
                  </a:lnTo>
                  <a:lnTo>
                    <a:pt x="32826" y="104154"/>
                  </a:lnTo>
                  <a:lnTo>
                    <a:pt x="19245" y="109108"/>
                  </a:lnTo>
                  <a:lnTo>
                    <a:pt x="5818" y="104257"/>
                  </a:lnTo>
                  <a:lnTo>
                    <a:pt x="6510" y="97518"/>
                  </a:lnTo>
                  <a:lnTo>
                    <a:pt x="0" y="82804"/>
                  </a:lnTo>
                  <a:lnTo>
                    <a:pt x="3956" y="63516"/>
                  </a:lnTo>
                  <a:lnTo>
                    <a:pt x="10318" y="49170"/>
                  </a:lnTo>
                  <a:lnTo>
                    <a:pt x="6373" y="24867"/>
                  </a:lnTo>
                  <a:lnTo>
                    <a:pt x="4352" y="12007"/>
                  </a:lnTo>
                  <a:lnTo>
                    <a:pt x="4727" y="2316"/>
                  </a:lnTo>
                  <a:lnTo>
                    <a:pt x="30794" y="1512"/>
                  </a:lnTo>
                  <a:lnTo>
                    <a:pt x="37423" y="2757"/>
                  </a:lnTo>
                  <a:lnTo>
                    <a:pt x="42269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g48">
              <a:extLst>
                <a:ext uri="{FF2B5EF4-FFF2-40B4-BE49-F238E27FC236}">
                  <a16:creationId xmlns:a16="http://schemas.microsoft.com/office/drawing/2014/main" id="{BCF1DB11-9CAF-26CE-A212-880824A975DD}"/>
                </a:ext>
              </a:extLst>
            </p:cNvPr>
            <p:cNvSpPr/>
            <p:nvPr/>
          </p:nvSpPr>
          <p:spPr>
            <a:xfrm>
              <a:off x="4075509" y="2733376"/>
              <a:ext cx="311450" cy="293472"/>
            </a:xfrm>
            <a:custGeom>
              <a:avLst/>
              <a:gdLst/>
              <a:ahLst/>
              <a:cxnLst/>
              <a:rect l="0" t="0" r="0" b="0"/>
              <a:pathLst>
                <a:path w="176247" h="166073">
                  <a:moveTo>
                    <a:pt x="135822" y="1737"/>
                  </a:moveTo>
                  <a:lnTo>
                    <a:pt x="142020" y="6086"/>
                  </a:lnTo>
                  <a:lnTo>
                    <a:pt x="147956" y="8946"/>
                  </a:lnTo>
                  <a:lnTo>
                    <a:pt x="157450" y="11821"/>
                  </a:lnTo>
                  <a:lnTo>
                    <a:pt x="165869" y="16949"/>
                  </a:lnTo>
                  <a:lnTo>
                    <a:pt x="172787" y="24569"/>
                  </a:lnTo>
                  <a:lnTo>
                    <a:pt x="176247" y="39068"/>
                  </a:lnTo>
                  <a:lnTo>
                    <a:pt x="173568" y="43697"/>
                  </a:lnTo>
                  <a:lnTo>
                    <a:pt x="170169" y="57543"/>
                  </a:lnTo>
                  <a:lnTo>
                    <a:pt x="172624" y="71696"/>
                  </a:lnTo>
                  <a:lnTo>
                    <a:pt x="167721" y="77641"/>
                  </a:lnTo>
                  <a:lnTo>
                    <a:pt x="162644" y="93509"/>
                  </a:lnTo>
                  <a:lnTo>
                    <a:pt x="170354" y="97933"/>
                  </a:lnTo>
                  <a:lnTo>
                    <a:pt x="124484" y="112011"/>
                  </a:lnTo>
                  <a:lnTo>
                    <a:pt x="125455" y="124168"/>
                  </a:lnTo>
                  <a:lnTo>
                    <a:pt x="114062" y="126506"/>
                  </a:lnTo>
                  <a:lnTo>
                    <a:pt x="105313" y="133310"/>
                  </a:lnTo>
                  <a:lnTo>
                    <a:pt x="103276" y="139232"/>
                  </a:lnTo>
                  <a:lnTo>
                    <a:pt x="97889" y="140575"/>
                  </a:lnTo>
                  <a:lnTo>
                    <a:pt x="84399" y="154623"/>
                  </a:lnTo>
                  <a:lnTo>
                    <a:pt x="75735" y="165677"/>
                  </a:lnTo>
                  <a:lnTo>
                    <a:pt x="70699" y="166073"/>
                  </a:lnTo>
                  <a:lnTo>
                    <a:pt x="65942" y="164106"/>
                  </a:lnTo>
                  <a:lnTo>
                    <a:pt x="49385" y="162236"/>
                  </a:lnTo>
                  <a:lnTo>
                    <a:pt x="46755" y="160959"/>
                  </a:lnTo>
                  <a:lnTo>
                    <a:pt x="46694" y="159542"/>
                  </a:lnTo>
                  <a:lnTo>
                    <a:pt x="40955" y="155692"/>
                  </a:lnTo>
                  <a:lnTo>
                    <a:pt x="31335" y="154708"/>
                  </a:lnTo>
                  <a:lnTo>
                    <a:pt x="19020" y="158590"/>
                  </a:lnTo>
                  <a:lnTo>
                    <a:pt x="9642" y="147921"/>
                  </a:lnTo>
                  <a:lnTo>
                    <a:pt x="0" y="133946"/>
                  </a:lnTo>
                  <a:lnTo>
                    <a:pt x="2049" y="79598"/>
                  </a:lnTo>
                  <a:lnTo>
                    <a:pt x="33229" y="79814"/>
                  </a:lnTo>
                  <a:lnTo>
                    <a:pt x="32089" y="73917"/>
                  </a:lnTo>
                  <a:lnTo>
                    <a:pt x="34466" y="67520"/>
                  </a:lnTo>
                  <a:lnTo>
                    <a:pt x="32004" y="59509"/>
                  </a:lnTo>
                  <a:lnTo>
                    <a:pt x="33880" y="51225"/>
                  </a:lnTo>
                  <a:lnTo>
                    <a:pt x="32399" y="45922"/>
                  </a:lnTo>
                  <a:lnTo>
                    <a:pt x="37567" y="46352"/>
                  </a:lnTo>
                  <a:lnTo>
                    <a:pt x="38321" y="51661"/>
                  </a:lnTo>
                  <a:lnTo>
                    <a:pt x="45361" y="51249"/>
                  </a:lnTo>
                  <a:lnTo>
                    <a:pt x="54853" y="52824"/>
                  </a:lnTo>
                  <a:lnTo>
                    <a:pt x="59693" y="60579"/>
                  </a:lnTo>
                  <a:lnTo>
                    <a:pt x="71644" y="62962"/>
                  </a:lnTo>
                  <a:lnTo>
                    <a:pt x="80938" y="57570"/>
                  </a:lnTo>
                  <a:lnTo>
                    <a:pt x="84085" y="66520"/>
                  </a:lnTo>
                  <a:lnTo>
                    <a:pt x="95509" y="68907"/>
                  </a:lnTo>
                  <a:lnTo>
                    <a:pt x="100834" y="76185"/>
                  </a:lnTo>
                  <a:lnTo>
                    <a:pt x="106717" y="85585"/>
                  </a:lnTo>
                  <a:lnTo>
                    <a:pt x="118170" y="85727"/>
                  </a:lnTo>
                  <a:lnTo>
                    <a:pt x="117447" y="67308"/>
                  </a:lnTo>
                  <a:lnTo>
                    <a:pt x="113249" y="70414"/>
                  </a:lnTo>
                  <a:lnTo>
                    <a:pt x="102947" y="63767"/>
                  </a:lnTo>
                  <a:lnTo>
                    <a:pt x="98974" y="60728"/>
                  </a:lnTo>
                  <a:lnTo>
                    <a:pt x="101241" y="43583"/>
                  </a:lnTo>
                  <a:lnTo>
                    <a:pt x="104342" y="23360"/>
                  </a:lnTo>
                  <a:lnTo>
                    <a:pt x="101126" y="15827"/>
                  </a:lnTo>
                  <a:lnTo>
                    <a:pt x="105613" y="4924"/>
                  </a:lnTo>
                  <a:lnTo>
                    <a:pt x="109680" y="2882"/>
                  </a:lnTo>
                  <a:lnTo>
                    <a:pt x="129931" y="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g49">
              <a:extLst>
                <a:ext uri="{FF2B5EF4-FFF2-40B4-BE49-F238E27FC236}">
                  <a16:creationId xmlns:a16="http://schemas.microsoft.com/office/drawing/2014/main" id="{1B90DE04-68EF-70DC-EE21-267BA99F5641}"/>
                </a:ext>
              </a:extLst>
            </p:cNvPr>
            <p:cNvSpPr/>
            <p:nvPr/>
          </p:nvSpPr>
          <p:spPr>
            <a:xfrm>
              <a:off x="4362923" y="2763329"/>
              <a:ext cx="78762" cy="228509"/>
            </a:xfrm>
            <a:custGeom>
              <a:avLst/>
              <a:gdLst/>
              <a:ahLst/>
              <a:cxnLst/>
              <a:rect l="0" t="0" r="0" b="0"/>
              <a:pathLst>
                <a:path w="44571" h="129311">
                  <a:moveTo>
                    <a:pt x="3224" y="0"/>
                  </a:moveTo>
                  <a:lnTo>
                    <a:pt x="17883" y="3186"/>
                  </a:lnTo>
                  <a:lnTo>
                    <a:pt x="20793" y="7909"/>
                  </a:lnTo>
                  <a:lnTo>
                    <a:pt x="25689" y="15874"/>
                  </a:lnTo>
                  <a:lnTo>
                    <a:pt x="29249" y="39104"/>
                  </a:lnTo>
                  <a:lnTo>
                    <a:pt x="24652" y="52086"/>
                  </a:lnTo>
                  <a:lnTo>
                    <a:pt x="28089" y="74290"/>
                  </a:lnTo>
                  <a:lnTo>
                    <a:pt x="33293" y="74041"/>
                  </a:lnTo>
                  <a:lnTo>
                    <a:pt x="38486" y="79548"/>
                  </a:lnTo>
                  <a:lnTo>
                    <a:pt x="44259" y="91901"/>
                  </a:lnTo>
                  <a:lnTo>
                    <a:pt x="44571" y="113863"/>
                  </a:lnTo>
                  <a:lnTo>
                    <a:pt x="37950" y="117460"/>
                  </a:lnTo>
                  <a:lnTo>
                    <a:pt x="32846" y="129311"/>
                  </a:lnTo>
                  <a:lnTo>
                    <a:pt x="23608" y="118760"/>
                  </a:lnTo>
                  <a:lnTo>
                    <a:pt x="23031" y="106720"/>
                  </a:lnTo>
                  <a:lnTo>
                    <a:pt x="26506" y="98779"/>
                  </a:lnTo>
                  <a:lnTo>
                    <a:pt x="25917" y="91934"/>
                  </a:lnTo>
                  <a:lnTo>
                    <a:pt x="20185" y="87612"/>
                  </a:lnTo>
                  <a:lnTo>
                    <a:pt x="16011" y="89181"/>
                  </a:lnTo>
                  <a:lnTo>
                    <a:pt x="7709" y="80983"/>
                  </a:lnTo>
                  <a:lnTo>
                    <a:pt x="0" y="76559"/>
                  </a:lnTo>
                  <a:lnTo>
                    <a:pt x="5076" y="60692"/>
                  </a:lnTo>
                  <a:lnTo>
                    <a:pt x="9979" y="54746"/>
                  </a:lnTo>
                  <a:lnTo>
                    <a:pt x="7524" y="40593"/>
                  </a:lnTo>
                  <a:lnTo>
                    <a:pt x="10923" y="26747"/>
                  </a:lnTo>
                  <a:lnTo>
                    <a:pt x="13602" y="22118"/>
                  </a:lnTo>
                  <a:lnTo>
                    <a:pt x="10142" y="7620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C12E5986-EB2D-2636-DE80-E320969F2522}"/>
                </a:ext>
              </a:extLst>
            </p:cNvPr>
            <p:cNvGrpSpPr/>
            <p:nvPr/>
          </p:nvGrpSpPr>
          <p:grpSpPr>
            <a:xfrm>
              <a:off x="3918827" y="3151511"/>
              <a:ext cx="428010" cy="384175"/>
              <a:chOff x="3766427" y="2999111"/>
              <a:chExt cx="428010" cy="384175"/>
            </a:xfrm>
            <a:grpFill/>
          </p:grpSpPr>
          <p:grpSp>
            <p:nvGrpSpPr>
              <p:cNvPr id="113" name="Groupe 112">
                <a:extLst>
                  <a:ext uri="{FF2B5EF4-FFF2-40B4-BE49-F238E27FC236}">
                    <a16:creationId xmlns:a16="http://schemas.microsoft.com/office/drawing/2014/main" id="{F32BE20C-000E-424C-8960-0B70238C8281}"/>
                  </a:ext>
                </a:extLst>
              </p:cNvPr>
              <p:cNvGrpSpPr/>
              <p:nvPr/>
            </p:nvGrpSpPr>
            <p:grpSpPr>
              <a:xfrm>
                <a:off x="3766427" y="2999111"/>
                <a:ext cx="428010" cy="384175"/>
                <a:chOff x="3766427" y="2999111"/>
                <a:chExt cx="428010" cy="384175"/>
              </a:xfrm>
              <a:grpFill/>
            </p:grpSpPr>
            <p:sp>
              <p:nvSpPr>
                <p:cNvPr id="115" name="pg23">
                  <a:extLst>
                    <a:ext uri="{FF2B5EF4-FFF2-40B4-BE49-F238E27FC236}">
                      <a16:creationId xmlns:a16="http://schemas.microsoft.com/office/drawing/2014/main" id="{46F16CE9-95B4-9EFB-30E8-4A13597E71D0}"/>
                    </a:ext>
                  </a:extLst>
                </p:cNvPr>
                <p:cNvSpPr/>
                <p:nvPr/>
              </p:nvSpPr>
              <p:spPr>
                <a:xfrm>
                  <a:off x="3766427" y="2999111"/>
                  <a:ext cx="428010" cy="3841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42207" h="217401">
                      <a:moveTo>
                        <a:pt x="0" y="110770"/>
                      </a:moveTo>
                      <a:lnTo>
                        <a:pt x="7314" y="102323"/>
                      </a:lnTo>
                      <a:lnTo>
                        <a:pt x="12872" y="106999"/>
                      </a:lnTo>
                      <a:lnTo>
                        <a:pt x="15013" y="114303"/>
                      </a:lnTo>
                      <a:lnTo>
                        <a:pt x="21480" y="115547"/>
                      </a:lnTo>
                      <a:lnTo>
                        <a:pt x="30469" y="118777"/>
                      </a:lnTo>
                      <a:lnTo>
                        <a:pt x="38333" y="117530"/>
                      </a:lnTo>
                      <a:lnTo>
                        <a:pt x="51736" y="108795"/>
                      </a:lnTo>
                      <a:lnTo>
                        <a:pt x="54457" y="45715"/>
                      </a:lnTo>
                      <a:lnTo>
                        <a:pt x="58325" y="48280"/>
                      </a:lnTo>
                      <a:lnTo>
                        <a:pt x="66370" y="64508"/>
                      </a:lnTo>
                      <a:lnTo>
                        <a:pt x="64572" y="74915"/>
                      </a:lnTo>
                      <a:lnTo>
                        <a:pt x="67565" y="80911"/>
                      </a:lnTo>
                      <a:lnTo>
                        <a:pt x="78118" y="79169"/>
                      </a:lnTo>
                      <a:lnTo>
                        <a:pt x="85789" y="71547"/>
                      </a:lnTo>
                      <a:lnTo>
                        <a:pt x="92962" y="66409"/>
                      </a:lnTo>
                      <a:lnTo>
                        <a:pt x="96924" y="58228"/>
                      </a:lnTo>
                      <a:lnTo>
                        <a:pt x="104258" y="54270"/>
                      </a:lnTo>
                      <a:lnTo>
                        <a:pt x="110346" y="56344"/>
                      </a:lnTo>
                      <a:lnTo>
                        <a:pt x="117123" y="61128"/>
                      </a:lnTo>
                      <a:lnTo>
                        <a:pt x="129011" y="61972"/>
                      </a:lnTo>
                      <a:lnTo>
                        <a:pt x="138588" y="57995"/>
                      </a:lnTo>
                      <a:lnTo>
                        <a:pt x="140340" y="52667"/>
                      </a:lnTo>
                      <a:lnTo>
                        <a:pt x="143320" y="44495"/>
                      </a:lnTo>
                      <a:lnTo>
                        <a:pt x="151380" y="43128"/>
                      </a:lnTo>
                      <a:lnTo>
                        <a:pt x="156109" y="36712"/>
                      </a:lnTo>
                      <a:lnTo>
                        <a:pt x="161543" y="25330"/>
                      </a:lnTo>
                      <a:lnTo>
                        <a:pt x="175357" y="12579"/>
                      </a:lnTo>
                      <a:lnTo>
                        <a:pt x="196810" y="0"/>
                      </a:lnTo>
                      <a:lnTo>
                        <a:pt x="202809" y="186"/>
                      </a:lnTo>
                      <a:lnTo>
                        <a:pt x="209816" y="3079"/>
                      </a:lnTo>
                      <a:lnTo>
                        <a:pt x="214889" y="1029"/>
                      </a:lnTo>
                      <a:lnTo>
                        <a:pt x="222653" y="2736"/>
                      </a:lnTo>
                      <a:lnTo>
                        <a:pt x="228477" y="26776"/>
                      </a:lnTo>
                      <a:lnTo>
                        <a:pt x="231627" y="38911"/>
                      </a:lnTo>
                      <a:lnTo>
                        <a:pt x="227866" y="57952"/>
                      </a:lnTo>
                      <a:lnTo>
                        <a:pt x="228727" y="64084"/>
                      </a:lnTo>
                      <a:lnTo>
                        <a:pt x="221531" y="60957"/>
                      </a:lnTo>
                      <a:lnTo>
                        <a:pt x="217217" y="62174"/>
                      </a:lnTo>
                      <a:lnTo>
                        <a:pt x="215520" y="67147"/>
                      </a:lnTo>
                      <a:lnTo>
                        <a:pt x="211109" y="73559"/>
                      </a:lnTo>
                      <a:lnTo>
                        <a:pt x="210856" y="79465"/>
                      </a:lnTo>
                      <a:lnTo>
                        <a:pt x="218939" y="88722"/>
                      </a:lnTo>
                      <a:lnTo>
                        <a:pt x="227617" y="86878"/>
                      </a:lnTo>
                      <a:lnTo>
                        <a:pt x="231128" y="79293"/>
                      </a:lnTo>
                      <a:lnTo>
                        <a:pt x="242207" y="79436"/>
                      </a:lnTo>
                      <a:lnTo>
                        <a:pt x="237649" y="91870"/>
                      </a:lnTo>
                      <a:lnTo>
                        <a:pt x="234838" y="106061"/>
                      </a:lnTo>
                      <a:lnTo>
                        <a:pt x="230460" y="113771"/>
                      </a:lnTo>
                      <a:lnTo>
                        <a:pt x="219849" y="122397"/>
                      </a:lnTo>
                      <a:lnTo>
                        <a:pt x="216811" y="124867"/>
                      </a:lnTo>
                      <a:lnTo>
                        <a:pt x="209953" y="133545"/>
                      </a:lnTo>
                      <a:lnTo>
                        <a:pt x="205180" y="142324"/>
                      </a:lnTo>
                      <a:lnTo>
                        <a:pt x="195941" y="154566"/>
                      </a:lnTo>
                      <a:lnTo>
                        <a:pt x="178130" y="172195"/>
                      </a:lnTo>
                      <a:lnTo>
                        <a:pt x="167097" y="182443"/>
                      </a:lnTo>
                      <a:lnTo>
                        <a:pt x="155594" y="190215"/>
                      </a:lnTo>
                      <a:lnTo>
                        <a:pt x="140066" y="196842"/>
                      </a:lnTo>
                      <a:lnTo>
                        <a:pt x="132701" y="197731"/>
                      </a:lnTo>
                      <a:lnTo>
                        <a:pt x="130460" y="202472"/>
                      </a:lnTo>
                      <a:lnTo>
                        <a:pt x="121985" y="199948"/>
                      </a:lnTo>
                      <a:lnTo>
                        <a:pt x="114650" y="203198"/>
                      </a:lnTo>
                      <a:lnTo>
                        <a:pt x="99424" y="199907"/>
                      </a:lnTo>
                      <a:lnTo>
                        <a:pt x="90610" y="201990"/>
                      </a:lnTo>
                      <a:lnTo>
                        <a:pt x="84761" y="201096"/>
                      </a:lnTo>
                      <a:lnTo>
                        <a:pt x="69550" y="207836"/>
                      </a:lnTo>
                      <a:lnTo>
                        <a:pt x="57186" y="210539"/>
                      </a:lnTo>
                      <a:lnTo>
                        <a:pt x="47946" y="216991"/>
                      </a:lnTo>
                      <a:lnTo>
                        <a:pt x="41443" y="217401"/>
                      </a:lnTo>
                      <a:lnTo>
                        <a:pt x="35811" y="211315"/>
                      </a:lnTo>
                      <a:lnTo>
                        <a:pt x="31013" y="211002"/>
                      </a:lnTo>
                      <a:lnTo>
                        <a:pt x="25335" y="203380"/>
                      </a:lnTo>
                      <a:lnTo>
                        <a:pt x="24519" y="205748"/>
                      </a:lnTo>
                      <a:lnTo>
                        <a:pt x="22895" y="201159"/>
                      </a:lnTo>
                      <a:lnTo>
                        <a:pt x="23561" y="191146"/>
                      </a:lnTo>
                      <a:lnTo>
                        <a:pt x="19550" y="179699"/>
                      </a:lnTo>
                      <a:lnTo>
                        <a:pt x="24357" y="176587"/>
                      </a:lnTo>
                      <a:lnTo>
                        <a:pt x="24698" y="163474"/>
                      </a:lnTo>
                      <a:lnTo>
                        <a:pt x="16074" y="147483"/>
                      </a:lnTo>
                      <a:lnTo>
                        <a:pt x="9470" y="132965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6" name="pg25">
                  <a:extLst>
                    <a:ext uri="{FF2B5EF4-FFF2-40B4-BE49-F238E27FC236}">
                      <a16:creationId xmlns:a16="http://schemas.microsoft.com/office/drawing/2014/main" id="{ECC8A4E7-0FF7-9C44-8E84-9AE5D0F9DF06}"/>
                    </a:ext>
                  </a:extLst>
                </p:cNvPr>
                <p:cNvSpPr/>
                <p:nvPr/>
              </p:nvSpPr>
              <p:spPr>
                <a:xfrm>
                  <a:off x="4037598" y="3196994"/>
                  <a:ext cx="60996" cy="6030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4517" h="34126">
                      <a:moveTo>
                        <a:pt x="29861" y="5262"/>
                      </a:moveTo>
                      <a:lnTo>
                        <a:pt x="34517" y="10418"/>
                      </a:lnTo>
                      <a:lnTo>
                        <a:pt x="29433" y="18727"/>
                      </a:lnTo>
                      <a:lnTo>
                        <a:pt x="26537" y="24301"/>
                      </a:lnTo>
                      <a:lnTo>
                        <a:pt x="18261" y="26969"/>
                      </a:lnTo>
                      <a:lnTo>
                        <a:pt x="15177" y="32428"/>
                      </a:lnTo>
                      <a:lnTo>
                        <a:pt x="9872" y="34126"/>
                      </a:lnTo>
                      <a:lnTo>
                        <a:pt x="0" y="20985"/>
                      </a:lnTo>
                      <a:lnTo>
                        <a:pt x="8508" y="10167"/>
                      </a:lnTo>
                      <a:lnTo>
                        <a:pt x="16852" y="3484"/>
                      </a:lnTo>
                      <a:lnTo>
                        <a:pt x="23894" y="0"/>
                      </a:lnTo>
                      <a:close/>
                    </a:path>
                  </a:pathLst>
                </a:custGeom>
                <a:grpFill/>
                <a:ln w="5420" cap="flat">
                  <a:solidFill>
                    <a:srgbClr val="595959">
                      <a:alpha val="100000"/>
                    </a:srgbClr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14" name="pg51">
                <a:extLst>
                  <a:ext uri="{FF2B5EF4-FFF2-40B4-BE49-F238E27FC236}">
                    <a16:creationId xmlns:a16="http://schemas.microsoft.com/office/drawing/2014/main" id="{49291B9C-13F7-5056-8BEE-3A348F0FE693}"/>
                  </a:ext>
                </a:extLst>
              </p:cNvPr>
              <p:cNvSpPr/>
              <p:nvPr/>
            </p:nvSpPr>
            <p:spPr>
              <a:xfrm>
                <a:off x="4139038" y="3106830"/>
                <a:ext cx="35821" cy="49064"/>
              </a:xfrm>
              <a:custGeom>
                <a:avLst/>
                <a:gdLst/>
                <a:ahLst/>
                <a:cxnLst/>
                <a:rect l="0" t="0" r="0" b="0"/>
                <a:pathLst>
                  <a:path w="20271" h="27765">
                    <a:moveTo>
                      <a:pt x="20271" y="18336"/>
                    </a:moveTo>
                    <a:lnTo>
                      <a:pt x="16760" y="25921"/>
                    </a:lnTo>
                    <a:lnTo>
                      <a:pt x="8082" y="27765"/>
                    </a:lnTo>
                    <a:lnTo>
                      <a:pt x="0" y="18507"/>
                    </a:lnTo>
                    <a:lnTo>
                      <a:pt x="252" y="12602"/>
                    </a:lnTo>
                    <a:lnTo>
                      <a:pt x="4663" y="6190"/>
                    </a:lnTo>
                    <a:lnTo>
                      <a:pt x="6360" y="1217"/>
                    </a:lnTo>
                    <a:lnTo>
                      <a:pt x="10674" y="0"/>
                    </a:lnTo>
                    <a:lnTo>
                      <a:pt x="17870" y="3127"/>
                    </a:lnTo>
                    <a:lnTo>
                      <a:pt x="19532" y="10787"/>
                    </a:lnTo>
                    <a:close/>
                  </a:path>
                </a:pathLst>
              </a:custGeom>
              <a:grpFill/>
              <a:ln w="5420" cap="flat">
                <a:solidFill>
                  <a:srgbClr val="595959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09" name="pg61">
              <a:extLst>
                <a:ext uri="{FF2B5EF4-FFF2-40B4-BE49-F238E27FC236}">
                  <a16:creationId xmlns:a16="http://schemas.microsoft.com/office/drawing/2014/main" id="{9247C047-EAEF-9FBC-C9FA-043D3FAC0005}"/>
                </a:ext>
              </a:extLst>
            </p:cNvPr>
            <p:cNvSpPr/>
            <p:nvPr/>
          </p:nvSpPr>
          <p:spPr>
            <a:xfrm>
              <a:off x="4130787" y="1531332"/>
              <a:ext cx="329964" cy="289342"/>
            </a:xfrm>
            <a:custGeom>
              <a:avLst/>
              <a:gdLst/>
              <a:ahLst/>
              <a:cxnLst/>
              <a:rect l="0" t="0" r="0" b="0"/>
              <a:pathLst>
                <a:path w="186724" h="163736">
                  <a:moveTo>
                    <a:pt x="186724" y="163736"/>
                  </a:moveTo>
                  <a:lnTo>
                    <a:pt x="128150" y="163736"/>
                  </a:lnTo>
                  <a:lnTo>
                    <a:pt x="70849" y="163736"/>
                  </a:lnTo>
                  <a:lnTo>
                    <a:pt x="11481" y="163736"/>
                  </a:lnTo>
                  <a:lnTo>
                    <a:pt x="8729" y="100838"/>
                  </a:lnTo>
                  <a:lnTo>
                    <a:pt x="5251" y="40099"/>
                  </a:lnTo>
                  <a:lnTo>
                    <a:pt x="0" y="26337"/>
                  </a:lnTo>
                  <a:lnTo>
                    <a:pt x="3006" y="15788"/>
                  </a:lnTo>
                  <a:lnTo>
                    <a:pt x="256" y="8481"/>
                  </a:lnTo>
                  <a:lnTo>
                    <a:pt x="4882" y="282"/>
                  </a:lnTo>
                  <a:lnTo>
                    <a:pt x="24032" y="0"/>
                  </a:lnTo>
                  <a:lnTo>
                    <a:pt x="38259" y="4517"/>
                  </a:lnTo>
                  <a:lnTo>
                    <a:pt x="52990" y="9566"/>
                  </a:lnTo>
                  <a:lnTo>
                    <a:pt x="59894" y="12227"/>
                  </a:lnTo>
                  <a:lnTo>
                    <a:pt x="70555" y="6814"/>
                  </a:lnTo>
                  <a:lnTo>
                    <a:pt x="76067" y="1918"/>
                  </a:lnTo>
                  <a:lnTo>
                    <a:pt x="88651" y="509"/>
                  </a:lnTo>
                  <a:lnTo>
                    <a:pt x="99097" y="2666"/>
                  </a:lnTo>
                  <a:lnTo>
                    <a:pt x="103803" y="11141"/>
                  </a:lnTo>
                  <a:lnTo>
                    <a:pt x="106640" y="5558"/>
                  </a:lnTo>
                  <a:lnTo>
                    <a:pt x="118583" y="9595"/>
                  </a:lnTo>
                  <a:lnTo>
                    <a:pt x="129929" y="10562"/>
                  </a:lnTo>
                  <a:lnTo>
                    <a:pt x="136611" y="6258"/>
                  </a:lnTo>
                  <a:lnTo>
                    <a:pt x="147062" y="31174"/>
                  </a:lnTo>
                  <a:lnTo>
                    <a:pt x="148911" y="35611"/>
                  </a:lnTo>
                  <a:lnTo>
                    <a:pt x="145451" y="42477"/>
                  </a:lnTo>
                  <a:lnTo>
                    <a:pt x="143432" y="55381"/>
                  </a:lnTo>
                  <a:lnTo>
                    <a:pt x="140197" y="64275"/>
                  </a:lnTo>
                  <a:lnTo>
                    <a:pt x="137035" y="67257"/>
                  </a:lnTo>
                  <a:lnTo>
                    <a:pt x="131740" y="61746"/>
                  </a:lnTo>
                  <a:lnTo>
                    <a:pt x="124554" y="54123"/>
                  </a:lnTo>
                  <a:lnTo>
                    <a:pt x="112139" y="29636"/>
                  </a:lnTo>
                  <a:lnTo>
                    <a:pt x="110783" y="31185"/>
                  </a:lnTo>
                  <a:lnTo>
                    <a:pt x="118308" y="49211"/>
                  </a:lnTo>
                  <a:lnTo>
                    <a:pt x="128615" y="66383"/>
                  </a:lnTo>
                  <a:lnTo>
                    <a:pt x="141637" y="92986"/>
                  </a:lnTo>
                  <a:lnTo>
                    <a:pt x="147697" y="102272"/>
                  </a:lnTo>
                  <a:lnTo>
                    <a:pt x="153060" y="111919"/>
                  </a:lnTo>
                  <a:lnTo>
                    <a:pt x="167462" y="130827"/>
                  </a:lnTo>
                  <a:lnTo>
                    <a:pt x="164722" y="133805"/>
                  </a:lnTo>
                  <a:lnTo>
                    <a:pt x="165861" y="144906"/>
                  </a:lnTo>
                  <a:lnTo>
                    <a:pt x="183931" y="160237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g63">
              <a:extLst>
                <a:ext uri="{FF2B5EF4-FFF2-40B4-BE49-F238E27FC236}">
                  <a16:creationId xmlns:a16="http://schemas.microsoft.com/office/drawing/2014/main" id="{98588695-D102-7B1D-3855-B68AB4CD32B0}"/>
                </a:ext>
              </a:extLst>
            </p:cNvPr>
            <p:cNvSpPr/>
            <p:nvPr/>
          </p:nvSpPr>
          <p:spPr>
            <a:xfrm>
              <a:off x="4374692" y="2033187"/>
              <a:ext cx="394194" cy="348238"/>
            </a:xfrm>
            <a:custGeom>
              <a:avLst/>
              <a:gdLst/>
              <a:ahLst/>
              <a:cxnLst/>
              <a:rect l="0" t="0" r="0" b="0"/>
              <a:pathLst>
                <a:path w="223071" h="197065">
                  <a:moveTo>
                    <a:pt x="223071" y="118820"/>
                  </a:moveTo>
                  <a:lnTo>
                    <a:pt x="181725" y="170085"/>
                  </a:lnTo>
                  <a:lnTo>
                    <a:pt x="162111" y="170838"/>
                  </a:lnTo>
                  <a:lnTo>
                    <a:pt x="148892" y="182879"/>
                  </a:lnTo>
                  <a:lnTo>
                    <a:pt x="139235" y="183194"/>
                  </a:lnTo>
                  <a:lnTo>
                    <a:pt x="135197" y="188578"/>
                  </a:lnTo>
                  <a:lnTo>
                    <a:pt x="124897" y="188575"/>
                  </a:lnTo>
                  <a:lnTo>
                    <a:pt x="118728" y="182803"/>
                  </a:lnTo>
                  <a:lnTo>
                    <a:pt x="105066" y="189947"/>
                  </a:lnTo>
                  <a:lnTo>
                    <a:pt x="100709" y="197065"/>
                  </a:lnTo>
                  <a:lnTo>
                    <a:pt x="90637" y="195721"/>
                  </a:lnTo>
                  <a:lnTo>
                    <a:pt x="87273" y="193751"/>
                  </a:lnTo>
                  <a:lnTo>
                    <a:pt x="83749" y="194222"/>
                  </a:lnTo>
                  <a:lnTo>
                    <a:pt x="78981" y="194049"/>
                  </a:lnTo>
                  <a:lnTo>
                    <a:pt x="59697" y="179543"/>
                  </a:lnTo>
                  <a:lnTo>
                    <a:pt x="49207" y="179543"/>
                  </a:lnTo>
                  <a:lnTo>
                    <a:pt x="43976" y="173922"/>
                  </a:lnTo>
                  <a:lnTo>
                    <a:pt x="43829" y="164335"/>
                  </a:lnTo>
                  <a:lnTo>
                    <a:pt x="35959" y="161470"/>
                  </a:lnTo>
                  <a:lnTo>
                    <a:pt x="26749" y="142882"/>
                  </a:lnTo>
                  <a:lnTo>
                    <a:pt x="19805" y="138922"/>
                  </a:lnTo>
                  <a:lnTo>
                    <a:pt x="17044" y="132092"/>
                  </a:lnTo>
                  <a:lnTo>
                    <a:pt x="9261" y="123767"/>
                  </a:lnTo>
                  <a:lnTo>
                    <a:pt x="0" y="122544"/>
                  </a:lnTo>
                  <a:lnTo>
                    <a:pt x="4931" y="112814"/>
                  </a:lnTo>
                  <a:lnTo>
                    <a:pt x="12903" y="112394"/>
                  </a:lnTo>
                  <a:lnTo>
                    <a:pt x="15040" y="107178"/>
                  </a:lnTo>
                  <a:lnTo>
                    <a:pt x="14491" y="91822"/>
                  </a:lnTo>
                  <a:lnTo>
                    <a:pt x="18480" y="73947"/>
                  </a:lnTo>
                  <a:lnTo>
                    <a:pt x="25458" y="69163"/>
                  </a:lnTo>
                  <a:lnTo>
                    <a:pt x="26765" y="62181"/>
                  </a:lnTo>
                  <a:lnTo>
                    <a:pt x="32796" y="49133"/>
                  </a:lnTo>
                  <a:lnTo>
                    <a:pt x="41553" y="40671"/>
                  </a:lnTo>
                  <a:lnTo>
                    <a:pt x="47033" y="23846"/>
                  </a:lnTo>
                  <a:lnTo>
                    <a:pt x="48833" y="9177"/>
                  </a:lnTo>
                  <a:lnTo>
                    <a:pt x="66389" y="12747"/>
                  </a:lnTo>
                  <a:lnTo>
                    <a:pt x="70501" y="0"/>
                  </a:lnTo>
                  <a:lnTo>
                    <a:pt x="79916" y="7753"/>
                  </a:lnTo>
                  <a:lnTo>
                    <a:pt x="88500" y="3737"/>
                  </a:lnTo>
                  <a:lnTo>
                    <a:pt x="92267" y="7308"/>
                  </a:lnTo>
                  <a:lnTo>
                    <a:pt x="102524" y="7512"/>
                  </a:lnTo>
                  <a:lnTo>
                    <a:pt x="115849" y="14361"/>
                  </a:lnTo>
                  <a:lnTo>
                    <a:pt x="119980" y="20259"/>
                  </a:lnTo>
                  <a:lnTo>
                    <a:pt x="126854" y="25746"/>
                  </a:lnTo>
                  <a:lnTo>
                    <a:pt x="133433" y="35760"/>
                  </a:lnTo>
                  <a:lnTo>
                    <a:pt x="138779" y="41287"/>
                  </a:lnTo>
                  <a:lnTo>
                    <a:pt x="133808" y="48840"/>
                  </a:lnTo>
                  <a:lnTo>
                    <a:pt x="129035" y="56848"/>
                  </a:lnTo>
                  <a:lnTo>
                    <a:pt x="130371" y="61563"/>
                  </a:lnTo>
                  <a:lnTo>
                    <a:pt x="130792" y="66759"/>
                  </a:lnTo>
                  <a:lnTo>
                    <a:pt x="139183" y="67045"/>
                  </a:lnTo>
                  <a:lnTo>
                    <a:pt x="142753" y="65834"/>
                  </a:lnTo>
                  <a:lnTo>
                    <a:pt x="146190" y="68878"/>
                  </a:lnTo>
                  <a:lnTo>
                    <a:pt x="143122" y="74930"/>
                  </a:lnTo>
                  <a:lnTo>
                    <a:pt x="148972" y="84335"/>
                  </a:lnTo>
                  <a:lnTo>
                    <a:pt x="154767" y="92558"/>
                  </a:lnTo>
                  <a:lnTo>
                    <a:pt x="160686" y="98654"/>
                  </a:lnTo>
                  <a:lnTo>
                    <a:pt x="210423" y="11892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g66">
              <a:extLst>
                <a:ext uri="{FF2B5EF4-FFF2-40B4-BE49-F238E27FC236}">
                  <a16:creationId xmlns:a16="http://schemas.microsoft.com/office/drawing/2014/main" id="{19B67D01-715E-8EAF-B344-9037B779F7DD}"/>
                </a:ext>
              </a:extLst>
            </p:cNvPr>
            <p:cNvSpPr/>
            <p:nvPr/>
          </p:nvSpPr>
          <p:spPr>
            <a:xfrm>
              <a:off x="4287222" y="2356440"/>
              <a:ext cx="145358" cy="171840"/>
            </a:xfrm>
            <a:custGeom>
              <a:avLst/>
              <a:gdLst/>
              <a:ahLst/>
              <a:cxnLst/>
              <a:rect l="0" t="0" r="0" b="0"/>
              <a:pathLst>
                <a:path w="82257" h="97243">
                  <a:moveTo>
                    <a:pt x="65267" y="88817"/>
                  </a:moveTo>
                  <a:lnTo>
                    <a:pt x="34521" y="90138"/>
                  </a:lnTo>
                  <a:lnTo>
                    <a:pt x="17982" y="89919"/>
                  </a:lnTo>
                  <a:lnTo>
                    <a:pt x="12682" y="91971"/>
                  </a:lnTo>
                  <a:lnTo>
                    <a:pt x="3643" y="97243"/>
                  </a:lnTo>
                  <a:lnTo>
                    <a:pt x="0" y="95501"/>
                  </a:lnTo>
                  <a:lnTo>
                    <a:pt x="169" y="82623"/>
                  </a:lnTo>
                  <a:lnTo>
                    <a:pt x="3674" y="76097"/>
                  </a:lnTo>
                  <a:lnTo>
                    <a:pt x="4513" y="62387"/>
                  </a:lnTo>
                  <a:lnTo>
                    <a:pt x="7664" y="54445"/>
                  </a:lnTo>
                  <a:lnTo>
                    <a:pt x="13391" y="45538"/>
                  </a:lnTo>
                  <a:lnTo>
                    <a:pt x="19159" y="41001"/>
                  </a:lnTo>
                  <a:lnTo>
                    <a:pt x="23967" y="34937"/>
                  </a:lnTo>
                  <a:lnTo>
                    <a:pt x="17904" y="32624"/>
                  </a:lnTo>
                  <a:lnTo>
                    <a:pt x="18633" y="12651"/>
                  </a:lnTo>
                  <a:lnTo>
                    <a:pt x="24789" y="7993"/>
                  </a:lnTo>
                  <a:lnTo>
                    <a:pt x="34418" y="11813"/>
                  </a:lnTo>
                  <a:lnTo>
                    <a:pt x="46508" y="7815"/>
                  </a:lnTo>
                  <a:lnTo>
                    <a:pt x="57116" y="7855"/>
                  </a:lnTo>
                  <a:lnTo>
                    <a:pt x="66287" y="0"/>
                  </a:lnTo>
                  <a:lnTo>
                    <a:pt x="73583" y="11858"/>
                  </a:lnTo>
                  <a:lnTo>
                    <a:pt x="75444" y="20430"/>
                  </a:lnTo>
                  <a:lnTo>
                    <a:pt x="82257" y="40037"/>
                  </a:lnTo>
                  <a:lnTo>
                    <a:pt x="76844" y="52487"/>
                  </a:lnTo>
                  <a:lnTo>
                    <a:pt x="69458" y="63794"/>
                  </a:lnTo>
                  <a:lnTo>
                    <a:pt x="65146" y="70714"/>
                  </a:lnTo>
                  <a:close/>
                </a:path>
              </a:pathLst>
            </a:custGeom>
            <a:grpFill/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117" name="ZoneTexte 116">
            <a:extLst>
              <a:ext uri="{FF2B5EF4-FFF2-40B4-BE49-F238E27FC236}">
                <a16:creationId xmlns:a16="http://schemas.microsoft.com/office/drawing/2014/main" id="{F14BC5B9-001E-4B1C-DB64-3431E63F9DD4}"/>
              </a:ext>
            </a:extLst>
          </p:cNvPr>
          <p:cNvSpPr txBox="1"/>
          <p:nvPr/>
        </p:nvSpPr>
        <p:spPr>
          <a:xfrm>
            <a:off x="3904878" y="1016042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Egypt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B33B5A10-9C1D-0A2B-AF92-B1F582A77D70}"/>
              </a:ext>
            </a:extLst>
          </p:cNvPr>
          <p:cNvSpPr txBox="1"/>
          <p:nvPr/>
        </p:nvSpPr>
        <p:spPr>
          <a:xfrm>
            <a:off x="468969" y="1889632"/>
            <a:ext cx="914400" cy="524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Democratic</a:t>
            </a:r>
            <a:br>
              <a:rPr lang="en-US" dirty="0"/>
            </a:br>
            <a:r>
              <a:rPr lang="en-US" dirty="0"/>
              <a:t>Republic of Congo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99EE1128-E8BE-35DD-9B5B-9AA40EDA2DED}"/>
              </a:ext>
            </a:extLst>
          </p:cNvPr>
          <p:cNvSpPr txBox="1"/>
          <p:nvPr/>
        </p:nvSpPr>
        <p:spPr>
          <a:xfrm>
            <a:off x="3733176" y="2714336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Malawi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7970B14E-6E66-61C1-9FED-139FD366DFCC}"/>
              </a:ext>
            </a:extLst>
          </p:cNvPr>
          <p:cNvSpPr txBox="1"/>
          <p:nvPr/>
        </p:nvSpPr>
        <p:spPr>
          <a:xfrm>
            <a:off x="4053914" y="1470757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Ethiopia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BA6AD47D-B516-28FB-A897-FCD4E6D74FC6}"/>
              </a:ext>
            </a:extLst>
          </p:cNvPr>
          <p:cNvSpPr txBox="1"/>
          <p:nvPr/>
        </p:nvSpPr>
        <p:spPr>
          <a:xfrm>
            <a:off x="578209" y="1490086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Nigeria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5084582F-6C7B-B8A1-A8F2-C67A2CF9414D}"/>
              </a:ext>
            </a:extLst>
          </p:cNvPr>
          <p:cNvSpPr txBox="1"/>
          <p:nvPr/>
        </p:nvSpPr>
        <p:spPr>
          <a:xfrm>
            <a:off x="157047" y="1217541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Ghana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B400A5B1-787A-A4E0-B056-6C9C909A8081}"/>
              </a:ext>
            </a:extLst>
          </p:cNvPr>
          <p:cNvSpPr txBox="1"/>
          <p:nvPr/>
        </p:nvSpPr>
        <p:spPr>
          <a:xfrm>
            <a:off x="2711149" y="3463069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South Africa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84ACE411-F272-E4D9-33A0-1488FD9F44D3}"/>
              </a:ext>
            </a:extLst>
          </p:cNvPr>
          <p:cNvSpPr txBox="1"/>
          <p:nvPr/>
        </p:nvSpPr>
        <p:spPr>
          <a:xfrm>
            <a:off x="4245753" y="1876062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Kenya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00AB23FB-21A3-B497-186E-F0795DD2255F}"/>
              </a:ext>
            </a:extLst>
          </p:cNvPr>
          <p:cNvSpPr txBox="1"/>
          <p:nvPr/>
        </p:nvSpPr>
        <p:spPr>
          <a:xfrm>
            <a:off x="3303716" y="1883883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Uganda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00635B37-395A-7665-65CF-E41A57291981}"/>
              </a:ext>
            </a:extLst>
          </p:cNvPr>
          <p:cNvSpPr txBox="1"/>
          <p:nvPr/>
        </p:nvSpPr>
        <p:spPr>
          <a:xfrm>
            <a:off x="3945250" y="2444978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Tanzania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F7EAC0F7-2448-72C1-9E69-9711D3A546ED}"/>
              </a:ext>
            </a:extLst>
          </p:cNvPr>
          <p:cNvSpPr txBox="1"/>
          <p:nvPr/>
        </p:nvSpPr>
        <p:spPr>
          <a:xfrm>
            <a:off x="3003688" y="2911528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Zambia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4E852EBC-E7D7-B977-8B14-9274203D837A}"/>
              </a:ext>
            </a:extLst>
          </p:cNvPr>
          <p:cNvSpPr txBox="1"/>
          <p:nvPr/>
        </p:nvSpPr>
        <p:spPr>
          <a:xfrm>
            <a:off x="3056305" y="3202680"/>
            <a:ext cx="914400" cy="23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Zimbabwe</a:t>
            </a:r>
          </a:p>
        </p:txBody>
      </p:sp>
    </p:spTree>
    <p:extLst>
      <p:ext uri="{BB962C8B-B14F-4D97-AF65-F5344CB8AC3E}">
        <p14:creationId xmlns:p14="http://schemas.microsoft.com/office/powerpoint/2010/main" val="3554878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77</Words>
  <Application>Microsoft Office PowerPoint</Application>
  <PresentationFormat>Personnalisé</PresentationFormat>
  <Paragraphs>68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Symbol</vt:lpstr>
      <vt:lpstr>Office Theme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Mouksassi, Samer</cp:lastModifiedBy>
  <cp:revision>10</cp:revision>
  <dcterms:created xsi:type="dcterms:W3CDTF">2015-07-14T21:05:00Z</dcterms:created>
  <dcterms:modified xsi:type="dcterms:W3CDTF">2025-12-12T03:33:58Z</dcterms:modified>
</cp:coreProperties>
</file>